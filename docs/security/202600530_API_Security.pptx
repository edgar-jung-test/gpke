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3.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heme/theme4.xml" ContentType="application/vnd.openxmlformats-officedocument.theme+xml"/>
  <Override PartName="/ppt/tags/tag25.xml" ContentType="application/vnd.openxmlformats-officedocument.presentationml.tags+xml"/>
  <Override PartName="/ppt/tags/tag26.xml" ContentType="application/vnd.openxmlformats-officedocument.presentationml.tags+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728" r:id="rId5"/>
    <p:sldMasterId id="2147483685" r:id="rId6"/>
  </p:sldMasterIdLst>
  <p:notesMasterIdLst>
    <p:notesMasterId r:id="rId12"/>
  </p:notesMasterIdLst>
  <p:sldIdLst>
    <p:sldId id="2147375520" r:id="rId7"/>
    <p:sldId id="2147478932" r:id="rId8"/>
    <p:sldId id="2147478939" r:id="rId9"/>
    <p:sldId id="2147478940" r:id="rId10"/>
    <p:sldId id="2147478941" r:id="rId11"/>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C118F54-28FB-B6CF-D358-9A9FEE811B5D}" name="Meyer, Sylvia" initials="SM" userId="S::S56106@eon.com::fd639b62-83d2-4f8e-95c8-3430417ea987" providerId="AD"/>
  <p188:author id="{00A944EF-B699-4874-FE24-DA141CA064D6}" name="Vobis Magurova, Zuzana" initials="ZV" userId="S::Z4389@eon.com::18cfeb36-2998-4879-9663-57bb8831276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D0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03" autoAdjust="0"/>
    <p:restoredTop sz="94660"/>
  </p:normalViewPr>
  <p:slideViewPr>
    <p:cSldViewPr snapToGrid="0">
      <p:cViewPr>
        <p:scale>
          <a:sx n="200" d="100"/>
          <a:sy n="200" d="100"/>
        </p:scale>
        <p:origin x="1308" y="1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notesMaster" Target="notesMasters/notesMaster1.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theme" Target="theme/theme1.xml"/><Relationship Id="rId10" Type="http://schemas.openxmlformats.org/officeDocument/2006/relationships/slide" Target="slides/slide4.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821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50443" y="0"/>
            <a:ext cx="2945659" cy="498215"/>
          </a:xfrm>
          <a:prstGeom prst="rect">
            <a:avLst/>
          </a:prstGeom>
        </p:spPr>
        <p:txBody>
          <a:bodyPr vert="horz" lIns="91440" tIns="45720" rIns="91440" bIns="45720" rtlCol="0"/>
          <a:lstStyle>
            <a:lvl1pPr algn="r">
              <a:defRPr sz="1200"/>
            </a:lvl1pPr>
          </a:lstStyle>
          <a:p>
            <a:fld id="{98885CD0-DDC1-469F-976C-48758EC7B80F}" type="datetimeFigureOut">
              <a:rPr lang="de-DE" smtClean="0"/>
              <a:t>30.05.2026</a:t>
            </a:fld>
            <a:endParaRPr lang="de-DE"/>
          </a:p>
        </p:txBody>
      </p:sp>
      <p:sp>
        <p:nvSpPr>
          <p:cNvPr id="4" name="Folienbildplatzhalter 3"/>
          <p:cNvSpPr>
            <a:spLocks noGrp="1" noRot="1" noChangeAspect="1"/>
          </p:cNvSpPr>
          <p:nvPr>
            <p:ph type="sldImg" idx="2"/>
          </p:nvPr>
        </p:nvSpPr>
        <p:spPr>
          <a:xfrm>
            <a:off x="420688" y="1241425"/>
            <a:ext cx="5956300" cy="3351213"/>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79768" y="4778722"/>
            <a:ext cx="5438140" cy="3909864"/>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9431600"/>
            <a:ext cx="2945659" cy="498214"/>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50443" y="9431600"/>
            <a:ext cx="2945659" cy="498214"/>
          </a:xfrm>
          <a:prstGeom prst="rect">
            <a:avLst/>
          </a:prstGeom>
        </p:spPr>
        <p:txBody>
          <a:bodyPr vert="horz" lIns="91440" tIns="45720" rIns="91440" bIns="45720" rtlCol="0" anchor="b"/>
          <a:lstStyle>
            <a:lvl1pPr algn="r">
              <a:defRPr sz="1200"/>
            </a:lvl1pPr>
          </a:lstStyle>
          <a:p>
            <a:fld id="{E19C55FF-AB89-49ED-8C32-8EEEB9E4A391}" type="slidenum">
              <a:rPr lang="de-DE" smtClean="0"/>
              <a:t>‹Nr.›</a:t>
            </a:fld>
            <a:endParaRPr lang="de-DE"/>
          </a:p>
        </p:txBody>
      </p:sp>
    </p:spTree>
    <p:extLst>
      <p:ext uri="{BB962C8B-B14F-4D97-AF65-F5344CB8AC3E}">
        <p14:creationId xmlns:p14="http://schemas.microsoft.com/office/powerpoint/2010/main" val="31194955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4C788022-2B66-4C3B-913E-DF7D5DD0D66A}" type="slidenum">
              <a:rPr lang="de-DE" smtClean="0"/>
              <a:t>1</a:t>
            </a:fld>
            <a:endParaRPr lang="de-DE"/>
          </a:p>
        </p:txBody>
      </p:sp>
    </p:spTree>
    <p:extLst>
      <p:ext uri="{BB962C8B-B14F-4D97-AF65-F5344CB8AC3E}">
        <p14:creationId xmlns:p14="http://schemas.microsoft.com/office/powerpoint/2010/main" val="39303152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3.xml"/><Relationship Id="rId1" Type="http://schemas.openxmlformats.org/officeDocument/2006/relationships/tags" Target="../tags/tag4.xml"/><Relationship Id="rId4" Type="http://schemas.openxmlformats.org/officeDocument/2006/relationships/image" Target="../media/image5.emf"/></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6.xml"/><Relationship Id="rId1" Type="http://schemas.openxmlformats.org/officeDocument/2006/relationships/tags" Target="../tags/tag5.xml"/><Relationship Id="rId5" Type="http://schemas.openxmlformats.org/officeDocument/2006/relationships/image" Target="../media/image5.emf"/><Relationship Id="rId4" Type="http://schemas.openxmlformats.org/officeDocument/2006/relationships/oleObject" Target="../embeddings/oleObject4.bin"/></Relationships>
</file>

<file path=ppt/slideLayouts/_rels/slideLayout4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8.xml"/><Relationship Id="rId1" Type="http://schemas.openxmlformats.org/officeDocument/2006/relationships/tags" Target="../tags/tag7.xml"/><Relationship Id="rId5" Type="http://schemas.openxmlformats.org/officeDocument/2006/relationships/image" Target="../media/image5.emf"/><Relationship Id="rId4" Type="http://schemas.openxmlformats.org/officeDocument/2006/relationships/oleObject" Target="../embeddings/oleObject5.bin"/></Relationships>
</file>

<file path=ppt/slideLayouts/_rels/slideLayout4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0.jpg"/><Relationship Id="rId5" Type="http://schemas.openxmlformats.org/officeDocument/2006/relationships/image" Target="../media/image5.emf"/><Relationship Id="rId4" Type="http://schemas.openxmlformats.org/officeDocument/2006/relationships/oleObject" Target="../embeddings/oleObject6.bin"/></Relationships>
</file>

<file path=ppt/slideLayouts/_rels/slideLayout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image" Target="../media/image10.jpg"/><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0.jpg"/><Relationship Id="rId5" Type="http://schemas.openxmlformats.org/officeDocument/2006/relationships/image" Target="../media/image5.emf"/><Relationship Id="rId4" Type="http://schemas.openxmlformats.org/officeDocument/2006/relationships/oleObject" Target="../embeddings/oleObject8.bin"/></Relationships>
</file>

<file path=ppt/slideLayouts/_rels/slideLayout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xml"/><Relationship Id="rId1" Type="http://schemas.openxmlformats.org/officeDocument/2006/relationships/tags" Target="../tags/tag15.xml"/><Relationship Id="rId6" Type="http://schemas.openxmlformats.org/officeDocument/2006/relationships/image" Target="../media/image10.jpg"/><Relationship Id="rId5" Type="http://schemas.openxmlformats.org/officeDocument/2006/relationships/image" Target="../media/image5.emf"/><Relationship Id="rId4" Type="http://schemas.openxmlformats.org/officeDocument/2006/relationships/oleObject" Target="../embeddings/oleObject9.bin"/></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image" Target="../media/image5.emf"/><Relationship Id="rId4" Type="http://schemas.openxmlformats.org/officeDocument/2006/relationships/oleObject" Target="../embeddings/oleObject10.bin"/></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3.xml"/><Relationship Id="rId1" Type="http://schemas.openxmlformats.org/officeDocument/2006/relationships/tags" Target="../tags/tag19.xml"/><Relationship Id="rId4" Type="http://schemas.openxmlformats.org/officeDocument/2006/relationships/image" Target="../media/image5.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9.emf"/><Relationship Id="rId5" Type="http://schemas.openxmlformats.org/officeDocument/2006/relationships/image" Target="../media/image8.emf"/><Relationship Id="rId4" Type="http://schemas.openxmlformats.org/officeDocument/2006/relationships/image" Target="../media/image5.emf"/></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image" Target="../media/image10.jpg"/><Relationship Id="rId5" Type="http://schemas.openxmlformats.org/officeDocument/2006/relationships/image" Target="../media/image5.emf"/><Relationship Id="rId4" Type="http://schemas.openxmlformats.org/officeDocument/2006/relationships/oleObject" Target="../embeddings/oleObject11.bin"/></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3.xml"/><Relationship Id="rId4" Type="http://schemas.openxmlformats.org/officeDocument/2006/relationships/image" Target="../media/image7.emf"/></Relationships>
</file>

<file path=ppt/slideLayouts/_rels/slideLayout6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image" Target="../media/image10.jpg"/><Relationship Id="rId5" Type="http://schemas.openxmlformats.org/officeDocument/2006/relationships/image" Target="../media/image5.emf"/><Relationship Id="rId4" Type="http://schemas.openxmlformats.org/officeDocument/2006/relationships/oleObject" Target="../embeddings/oleObject12.bin"/></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less color">
    <p:spTree>
      <p:nvGrpSpPr>
        <p:cNvPr id="1" name=""/>
        <p:cNvGrpSpPr/>
        <p:nvPr/>
      </p:nvGrpSpPr>
      <p:grpSpPr>
        <a:xfrm>
          <a:off x="0" y="0"/>
          <a:ext cx="0" cy="0"/>
          <a:chOff x="0" y="0"/>
          <a:chExt cx="0" cy="0"/>
        </a:xfrm>
      </p:grpSpPr>
      <p:sp>
        <p:nvSpPr>
          <p:cNvPr id="2" name="Titel 1"/>
          <p:cNvSpPr>
            <a:spLocks noGrp="1"/>
          </p:cNvSpPr>
          <p:nvPr>
            <p:ph type="ctrTitle"/>
          </p:nvPr>
        </p:nvSpPr>
        <p:spPr>
          <a:xfrm>
            <a:off x="2088000" y="2097600"/>
            <a:ext cx="8016000" cy="1632000"/>
          </a:xfrm>
        </p:spPr>
        <p:txBody>
          <a:bodyPr anchor="b" anchorCtr="0">
            <a:noAutofit/>
          </a:bodyPr>
          <a:lstStyle>
            <a:lvl1pPr algn="r">
              <a:lnSpc>
                <a:spcPts val="6133"/>
              </a:lnSpc>
              <a:defRPr sz="6133" kern="100" baseline="0"/>
            </a:lvl1pPr>
          </a:lstStyle>
          <a:p>
            <a:r>
              <a:rPr lang="de-DE"/>
              <a:t>Mastertitelformat bearbeiten</a:t>
            </a:r>
          </a:p>
        </p:txBody>
      </p:sp>
      <p:sp>
        <p:nvSpPr>
          <p:cNvPr id="3" name="Untertitel 2"/>
          <p:cNvSpPr>
            <a:spLocks noGrp="1"/>
          </p:cNvSpPr>
          <p:nvPr>
            <p:ph type="subTitle" idx="1"/>
          </p:nvPr>
        </p:nvSpPr>
        <p:spPr>
          <a:xfrm>
            <a:off x="2088000" y="3868800"/>
            <a:ext cx="8016000" cy="724800"/>
          </a:xfrm>
        </p:spPr>
        <p:txBody>
          <a:bodyPr>
            <a:noAutofit/>
          </a:bodyPr>
          <a:lstStyle>
            <a:lvl1pPr marL="0" indent="0" algn="r">
              <a:lnSpc>
                <a:spcPct val="100000"/>
              </a:lnSpc>
              <a:spcAft>
                <a:spcPts val="800"/>
              </a:spcAft>
              <a:buNone/>
              <a:defRPr sz="2533" kern="100" baseline="0">
                <a:solidFill>
                  <a:srgbClr val="EA1C0A"/>
                </a:solidFill>
                <a:latin typeface="+mj-l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de-DE"/>
              <a:t>Master-Untertitelformat bearbeiten</a:t>
            </a:r>
          </a:p>
        </p:txBody>
      </p:sp>
      <p:sp>
        <p:nvSpPr>
          <p:cNvPr id="4" name="Datumsplatzhalter 3"/>
          <p:cNvSpPr>
            <a:spLocks noGrp="1"/>
          </p:cNvSpPr>
          <p:nvPr>
            <p:ph type="dt" sz="half" idx="10"/>
          </p:nvPr>
        </p:nvSpPr>
        <p:spPr>
          <a:xfrm>
            <a:off x="8184000" y="696000"/>
            <a:ext cx="1920000" cy="192000"/>
          </a:xfrm>
        </p:spPr>
        <p:txBody>
          <a:bodyPr/>
          <a:lstStyle>
            <a:lvl1pPr algn="r">
              <a:defRPr/>
            </a:lvl1pPr>
          </a:lstStyle>
          <a:p>
            <a:r>
              <a:rPr lang="de-DE"/>
              <a:t>20.03.2017</a:t>
            </a:r>
          </a:p>
        </p:txBody>
      </p:sp>
      <p:grpSp>
        <p:nvGrpSpPr>
          <p:cNvPr id="10" name="Gruppieren 9"/>
          <p:cNvGrpSpPr/>
          <p:nvPr userDrawn="1"/>
        </p:nvGrpSpPr>
        <p:grpSpPr>
          <a:xfrm>
            <a:off x="10632000" y="0"/>
            <a:ext cx="1560000" cy="6859200"/>
            <a:chOff x="7974000" y="0"/>
            <a:chExt cx="1170000" cy="5144400"/>
          </a:xfrm>
        </p:grpSpPr>
        <p:sp>
          <p:nvSpPr>
            <p:cNvPr id="7" name="Rechteck 6"/>
            <p:cNvSpPr/>
            <p:nvPr userDrawn="1"/>
          </p:nvSpPr>
          <p:spPr>
            <a:xfrm>
              <a:off x="8920800" y="0"/>
              <a:ext cx="223200" cy="5144400"/>
            </a:xfrm>
            <a:prstGeom prst="rect">
              <a:avLst/>
            </a:prstGeom>
            <a:solidFill>
              <a:srgbClr val="E3E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8" name="Rechteck 7"/>
            <p:cNvSpPr/>
            <p:nvPr userDrawn="1"/>
          </p:nvSpPr>
          <p:spPr>
            <a:xfrm>
              <a:off x="8352000" y="0"/>
              <a:ext cx="568800" cy="51444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7974000" y="0"/>
              <a:ext cx="378000" cy="5144400"/>
            </a:xfrm>
            <a:prstGeom prst="rect">
              <a:avLst/>
            </a:prstGeom>
            <a:solidFill>
              <a:srgbClr val="5CC1C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pic>
        <p:nvPicPr>
          <p:cNvPr id="5" name="EON_Logo_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05601" y="4944000"/>
            <a:ext cx="2833169" cy="840000"/>
          </a:xfrm>
          <a:prstGeom prst="rect">
            <a:avLst/>
          </a:prstGeom>
        </p:spPr>
      </p:pic>
    </p:spTree>
    <p:extLst>
      <p:ext uri="{BB962C8B-B14F-4D97-AF65-F5344CB8AC3E}">
        <p14:creationId xmlns:p14="http://schemas.microsoft.com/office/powerpoint/2010/main" val="1185282322"/>
      </p:ext>
    </p:extLst>
  </p:cSld>
  <p:clrMapOvr>
    <a:masterClrMapping/>
  </p:clrMapOvr>
  <p:hf hdr="0" ftr="0"/>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full color">
    <p:spTree>
      <p:nvGrpSpPr>
        <p:cNvPr id="1" name=""/>
        <p:cNvGrpSpPr/>
        <p:nvPr/>
      </p:nvGrpSpPr>
      <p:grpSpPr>
        <a:xfrm>
          <a:off x="0" y="0"/>
          <a:ext cx="0" cy="0"/>
          <a:chOff x="0" y="0"/>
          <a:chExt cx="0" cy="0"/>
        </a:xfrm>
      </p:grpSpPr>
      <p:sp>
        <p:nvSpPr>
          <p:cNvPr id="2" name="Titel 1"/>
          <p:cNvSpPr>
            <a:spLocks noGrp="1"/>
          </p:cNvSpPr>
          <p:nvPr>
            <p:ph type="ctrTitle"/>
          </p:nvPr>
        </p:nvSpPr>
        <p:spPr>
          <a:xfrm>
            <a:off x="1108800" y="2097600"/>
            <a:ext cx="8016000" cy="1632000"/>
          </a:xfrm>
        </p:spPr>
        <p:txBody>
          <a:bodyPr anchor="b" anchorCtr="0">
            <a:noAutofit/>
          </a:bodyPr>
          <a:lstStyle>
            <a:lvl1pPr algn="r">
              <a:lnSpc>
                <a:spcPts val="6133"/>
              </a:lnSpc>
              <a:defRPr sz="6133" kern="100" baseline="0">
                <a:solidFill>
                  <a:srgbClr val="FFFFFF"/>
                </a:solidFill>
              </a:defRPr>
            </a:lvl1pPr>
          </a:lstStyle>
          <a:p>
            <a:r>
              <a:rPr lang="de-DE"/>
              <a:t>Mastertitelformat bearbeiten</a:t>
            </a:r>
          </a:p>
        </p:txBody>
      </p:sp>
      <p:sp>
        <p:nvSpPr>
          <p:cNvPr id="3" name="Untertitel 2"/>
          <p:cNvSpPr>
            <a:spLocks noGrp="1"/>
          </p:cNvSpPr>
          <p:nvPr>
            <p:ph type="subTitle" idx="1"/>
          </p:nvPr>
        </p:nvSpPr>
        <p:spPr>
          <a:xfrm>
            <a:off x="1108800" y="3868800"/>
            <a:ext cx="8016000" cy="724800"/>
          </a:xfrm>
        </p:spPr>
        <p:txBody>
          <a:bodyPr>
            <a:noAutofit/>
          </a:bodyPr>
          <a:lstStyle>
            <a:lvl1pPr marL="0" indent="0" algn="r">
              <a:lnSpc>
                <a:spcPct val="100000"/>
              </a:lnSpc>
              <a:spcAft>
                <a:spcPts val="800"/>
              </a:spcAft>
              <a:buNone/>
              <a:defRPr sz="2533" kern="100" baseline="0">
                <a:solidFill>
                  <a:srgbClr val="FFFFFF"/>
                </a:solidFill>
                <a:latin typeface="+mj-l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de-DE"/>
              <a:t>Master-Untertitelformat bearbeiten</a:t>
            </a:r>
          </a:p>
        </p:txBody>
      </p:sp>
      <p:sp>
        <p:nvSpPr>
          <p:cNvPr id="4" name="Datumsplatzhalter 3"/>
          <p:cNvSpPr>
            <a:spLocks noGrp="1"/>
          </p:cNvSpPr>
          <p:nvPr>
            <p:ph type="dt" sz="half" idx="10"/>
          </p:nvPr>
        </p:nvSpPr>
        <p:spPr>
          <a:xfrm>
            <a:off x="7219200" y="696000"/>
            <a:ext cx="1920000" cy="192000"/>
          </a:xfrm>
        </p:spPr>
        <p:txBody>
          <a:bodyPr/>
          <a:lstStyle>
            <a:lvl1pPr algn="r">
              <a:defRPr>
                <a:solidFill>
                  <a:srgbClr val="FFFFFF"/>
                </a:solidFill>
              </a:defRPr>
            </a:lvl1pPr>
          </a:lstStyle>
          <a:p>
            <a:r>
              <a:rPr lang="de-DE"/>
              <a:t>20.03.2017</a:t>
            </a:r>
          </a:p>
        </p:txBody>
      </p:sp>
      <p:grpSp>
        <p:nvGrpSpPr>
          <p:cNvPr id="11" name="Gruppieren 10"/>
          <p:cNvGrpSpPr/>
          <p:nvPr userDrawn="1"/>
        </p:nvGrpSpPr>
        <p:grpSpPr>
          <a:xfrm>
            <a:off x="0" y="0"/>
            <a:ext cx="12192000" cy="6859200"/>
            <a:chOff x="0" y="0"/>
            <a:chExt cx="9144000" cy="5144400"/>
          </a:xfrm>
        </p:grpSpPr>
        <p:sp>
          <p:nvSpPr>
            <p:cNvPr id="7" name="Rechteck 6"/>
            <p:cNvSpPr/>
            <p:nvPr userDrawn="1"/>
          </p:nvSpPr>
          <p:spPr>
            <a:xfrm>
              <a:off x="0" y="0"/>
              <a:ext cx="223200" cy="5144400"/>
            </a:xfrm>
            <a:prstGeom prst="rect">
              <a:avLst/>
            </a:prstGeom>
            <a:solidFill>
              <a:srgbClr val="E3E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8" name="Rechteck 7"/>
            <p:cNvSpPr/>
            <p:nvPr userDrawn="1"/>
          </p:nvSpPr>
          <p:spPr>
            <a:xfrm>
              <a:off x="7786800" y="0"/>
              <a:ext cx="1357200" cy="51444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7218000" y="0"/>
              <a:ext cx="568800" cy="5144400"/>
            </a:xfrm>
            <a:prstGeom prst="rect">
              <a:avLst/>
            </a:prstGeom>
            <a:solidFill>
              <a:srgbClr val="5CC1C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pic>
        <p:nvPicPr>
          <p:cNvPr id="6" name="EON_Logo_w"/>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292801" y="4944000"/>
            <a:ext cx="2833169" cy="840000"/>
          </a:xfrm>
          <a:prstGeom prst="rect">
            <a:avLst/>
          </a:prstGeom>
        </p:spPr>
      </p:pic>
    </p:spTree>
    <p:extLst>
      <p:ext uri="{BB962C8B-B14F-4D97-AF65-F5344CB8AC3E}">
        <p14:creationId xmlns:p14="http://schemas.microsoft.com/office/powerpoint/2010/main" val="4264770143"/>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spTree>
      <p:nvGrpSpPr>
        <p:cNvPr id="1" name=""/>
        <p:cNvGrpSpPr/>
        <p:nvPr/>
      </p:nvGrpSpPr>
      <p:grpSpPr>
        <a:xfrm>
          <a:off x="0" y="0"/>
          <a:ext cx="0" cy="0"/>
          <a:chOff x="0" y="0"/>
          <a:chExt cx="0" cy="0"/>
        </a:xfrm>
      </p:grpSpPr>
      <p:grpSp>
        <p:nvGrpSpPr>
          <p:cNvPr id="6" name="Gruppieren 5"/>
          <p:cNvGrpSpPr/>
          <p:nvPr userDrawn="1"/>
        </p:nvGrpSpPr>
        <p:grpSpPr>
          <a:xfrm>
            <a:off x="0" y="0"/>
            <a:ext cx="12192000" cy="6859200"/>
            <a:chOff x="0" y="0"/>
            <a:chExt cx="9144000" cy="5144400"/>
          </a:xfrm>
        </p:grpSpPr>
        <p:sp>
          <p:nvSpPr>
            <p:cNvPr id="7" name="Rechteck 6"/>
            <p:cNvSpPr/>
            <p:nvPr userDrawn="1"/>
          </p:nvSpPr>
          <p:spPr>
            <a:xfrm>
              <a:off x="8920800" y="0"/>
              <a:ext cx="223200" cy="5144400"/>
            </a:xfrm>
            <a:prstGeom prst="rect">
              <a:avLst/>
            </a:prstGeom>
            <a:solidFill>
              <a:srgbClr val="E3E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8" name="Rechteck 7"/>
            <p:cNvSpPr/>
            <p:nvPr userDrawn="1"/>
          </p:nvSpPr>
          <p:spPr>
            <a:xfrm>
              <a:off x="6649200" y="0"/>
              <a:ext cx="2271600" cy="51444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0" y="0"/>
              <a:ext cx="601200" cy="5144400"/>
            </a:xfrm>
            <a:prstGeom prst="rect">
              <a:avLst/>
            </a:prstGeom>
            <a:solidFill>
              <a:srgbClr val="5CC1C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pic>
        <p:nvPicPr>
          <p:cNvPr id="11" name="Grafik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87201" y="-1"/>
            <a:ext cx="8077940" cy="6859200"/>
          </a:xfrm>
          <a:prstGeom prst="rect">
            <a:avLst/>
          </a:prstGeom>
        </p:spPr>
      </p:pic>
      <p:sp>
        <p:nvSpPr>
          <p:cNvPr id="2" name="Titel 1"/>
          <p:cNvSpPr>
            <a:spLocks noGrp="1"/>
          </p:cNvSpPr>
          <p:nvPr>
            <p:ph type="ctrTitle"/>
          </p:nvPr>
        </p:nvSpPr>
        <p:spPr>
          <a:xfrm>
            <a:off x="1305600" y="2097600"/>
            <a:ext cx="7060800" cy="1632000"/>
          </a:xfrm>
        </p:spPr>
        <p:txBody>
          <a:bodyPr anchor="b" anchorCtr="0">
            <a:noAutofit/>
          </a:bodyPr>
          <a:lstStyle>
            <a:lvl1pPr algn="r">
              <a:lnSpc>
                <a:spcPts val="6133"/>
              </a:lnSpc>
              <a:defRPr sz="6133" kern="100" baseline="0"/>
            </a:lvl1pPr>
          </a:lstStyle>
          <a:p>
            <a:r>
              <a:rPr lang="de-DE"/>
              <a:t>Mastertitelformat bearbeiten</a:t>
            </a:r>
          </a:p>
        </p:txBody>
      </p:sp>
      <p:sp>
        <p:nvSpPr>
          <p:cNvPr id="3" name="Untertitel 2"/>
          <p:cNvSpPr>
            <a:spLocks noGrp="1"/>
          </p:cNvSpPr>
          <p:nvPr>
            <p:ph type="subTitle" idx="1"/>
          </p:nvPr>
        </p:nvSpPr>
        <p:spPr>
          <a:xfrm>
            <a:off x="1305600" y="3868800"/>
            <a:ext cx="7060800" cy="724800"/>
          </a:xfrm>
        </p:spPr>
        <p:txBody>
          <a:bodyPr>
            <a:noAutofit/>
          </a:bodyPr>
          <a:lstStyle>
            <a:lvl1pPr marL="0" indent="0" algn="r">
              <a:lnSpc>
                <a:spcPct val="100000"/>
              </a:lnSpc>
              <a:spcAft>
                <a:spcPts val="800"/>
              </a:spcAft>
              <a:buNone/>
              <a:defRPr sz="2533" kern="100" baseline="0">
                <a:solidFill>
                  <a:srgbClr val="EA1C0A"/>
                </a:solidFill>
                <a:latin typeface="+mj-l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de-DE"/>
              <a:t>Master-Untertitelformat bearbeiten</a:t>
            </a:r>
          </a:p>
        </p:txBody>
      </p:sp>
      <p:sp>
        <p:nvSpPr>
          <p:cNvPr id="4" name="Datumsplatzhalter 3"/>
          <p:cNvSpPr>
            <a:spLocks noGrp="1"/>
          </p:cNvSpPr>
          <p:nvPr>
            <p:ph type="dt" sz="half" idx="10"/>
          </p:nvPr>
        </p:nvSpPr>
        <p:spPr>
          <a:xfrm>
            <a:off x="6460800" y="696000"/>
            <a:ext cx="1920000" cy="192000"/>
          </a:xfrm>
        </p:spPr>
        <p:txBody>
          <a:bodyPr/>
          <a:lstStyle>
            <a:lvl1pPr algn="r">
              <a:defRPr>
                <a:solidFill>
                  <a:srgbClr val="FFFFFF"/>
                </a:solidFill>
              </a:defRPr>
            </a:lvl1pPr>
          </a:lstStyle>
          <a:p>
            <a:r>
              <a:rPr lang="de-DE"/>
              <a:t>20.03.2017</a:t>
            </a:r>
          </a:p>
        </p:txBody>
      </p:sp>
      <p:pic>
        <p:nvPicPr>
          <p:cNvPr id="5" name="EON_Logo_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5534401" y="4944000"/>
            <a:ext cx="2833169" cy="840000"/>
          </a:xfrm>
          <a:prstGeom prst="rect">
            <a:avLst/>
          </a:prstGeom>
        </p:spPr>
      </p:pic>
    </p:spTree>
    <p:extLst>
      <p:ext uri="{BB962C8B-B14F-4D97-AF65-F5344CB8AC3E}">
        <p14:creationId xmlns:p14="http://schemas.microsoft.com/office/powerpoint/2010/main" val="3282319622"/>
      </p:ext>
    </p:extLst>
  </p:cSld>
  <p:clrMapOvr>
    <a:masterClrMapping/>
  </p:clrMapOvr>
  <p:hf hdr="0" ftr="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Content 1 column">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r>
              <a:rPr lang="de-DE"/>
              <a:t>20.03.2017</a:t>
            </a:r>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93C795C4-4A26-412B-AA90-98E97FF83D41}" type="slidenum">
              <a:rPr lang="de-DE" smtClean="0"/>
              <a:t>‹Nr.›</a:t>
            </a:fld>
            <a:endParaRPr lang="de-DE"/>
          </a:p>
        </p:txBody>
      </p:sp>
    </p:spTree>
    <p:extLst>
      <p:ext uri="{BB962C8B-B14F-4D97-AF65-F5344CB8AC3E}">
        <p14:creationId xmlns:p14="http://schemas.microsoft.com/office/powerpoint/2010/main" val="3893190239"/>
      </p:ext>
    </p:extLst>
  </p:cSld>
  <p:clrMapOvr>
    <a:masterClrMapping/>
  </p:clrMapOvr>
  <p:hf hdr="0" ft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9A0CEB-794D-71CA-7855-7EF5463FE711}"/>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2C107522-EDB1-B96F-A1AA-C134CEC7C06E}"/>
              </a:ext>
            </a:extLst>
          </p:cNvPr>
          <p:cNvSpPr>
            <a:spLocks noGrp="1"/>
          </p:cNvSpPr>
          <p:nvPr>
            <p:ph type="dt" sz="half" idx="10"/>
          </p:nvPr>
        </p:nvSpPr>
        <p:spPr/>
        <p:txBody>
          <a:bodyPr/>
          <a:lstStyle/>
          <a:p>
            <a:r>
              <a:rPr lang="de-DE"/>
              <a:t>20.03.2017</a:t>
            </a:r>
          </a:p>
        </p:txBody>
      </p:sp>
      <p:sp>
        <p:nvSpPr>
          <p:cNvPr id="4" name="Fußzeilenplatzhalter 3">
            <a:extLst>
              <a:ext uri="{FF2B5EF4-FFF2-40B4-BE49-F238E27FC236}">
                <a16:creationId xmlns:a16="http://schemas.microsoft.com/office/drawing/2014/main" id="{2B686EE0-50E0-FA4F-EA07-8BD93A863773}"/>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1EC07E1F-8769-98A8-CFC7-EFB7B01CE1E9}"/>
              </a:ext>
            </a:extLst>
          </p:cNvPr>
          <p:cNvSpPr>
            <a:spLocks noGrp="1"/>
          </p:cNvSpPr>
          <p:nvPr>
            <p:ph type="sldNum" sz="quarter" idx="12"/>
          </p:nvPr>
        </p:nvSpPr>
        <p:spPr/>
        <p:txBody>
          <a:bodyPr/>
          <a:lstStyle/>
          <a:p>
            <a:fld id="{93C795C4-4A26-412B-AA90-98E97FF83D41}" type="slidenum">
              <a:rPr lang="de-DE" smtClean="0"/>
              <a:pPr/>
              <a:t>‹Nr.›</a:t>
            </a:fld>
            <a:endParaRPr lang="de-DE"/>
          </a:p>
        </p:txBody>
      </p:sp>
    </p:spTree>
    <p:extLst>
      <p:ext uri="{BB962C8B-B14F-4D97-AF65-F5344CB8AC3E}">
        <p14:creationId xmlns:p14="http://schemas.microsoft.com/office/powerpoint/2010/main" val="13979722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3FDA39-FDE0-5C71-3168-F4BA2317CCC2}"/>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F69227A8-9AFB-01D6-AFCC-76D165E89834}"/>
              </a:ext>
            </a:extLst>
          </p:cNvPr>
          <p:cNvSpPr>
            <a:spLocks noGrp="1"/>
          </p:cNvSpPr>
          <p:nvPr>
            <p:ph type="dt" sz="half" idx="10"/>
          </p:nvPr>
        </p:nvSpPr>
        <p:spPr/>
        <p:txBody>
          <a:bodyPr/>
          <a:lstStyle/>
          <a:p>
            <a:r>
              <a:rPr lang="de-DE"/>
              <a:t>20.03.2017</a:t>
            </a:r>
          </a:p>
        </p:txBody>
      </p:sp>
      <p:sp>
        <p:nvSpPr>
          <p:cNvPr id="4" name="Fußzeilenplatzhalter 3">
            <a:extLst>
              <a:ext uri="{FF2B5EF4-FFF2-40B4-BE49-F238E27FC236}">
                <a16:creationId xmlns:a16="http://schemas.microsoft.com/office/drawing/2014/main" id="{D0D043AA-A4D9-03F4-C979-4FAAA352C57D}"/>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796AE244-B8C4-E6F8-979F-39B3D1E10959}"/>
              </a:ext>
            </a:extLst>
          </p:cNvPr>
          <p:cNvSpPr>
            <a:spLocks noGrp="1"/>
          </p:cNvSpPr>
          <p:nvPr>
            <p:ph type="sldNum" sz="quarter" idx="12"/>
          </p:nvPr>
        </p:nvSpPr>
        <p:spPr/>
        <p:txBody>
          <a:bodyPr/>
          <a:lstStyle/>
          <a:p>
            <a:fld id="{93C795C4-4A26-412B-AA90-98E97FF83D41}" type="slidenum">
              <a:rPr lang="de-DE" smtClean="0"/>
              <a:pPr/>
              <a:t>‹Nr.›</a:t>
            </a:fld>
            <a:endParaRPr lang="de-DE"/>
          </a:p>
        </p:txBody>
      </p:sp>
    </p:spTree>
    <p:extLst>
      <p:ext uri="{BB962C8B-B14F-4D97-AF65-F5344CB8AC3E}">
        <p14:creationId xmlns:p14="http://schemas.microsoft.com/office/powerpoint/2010/main" val="37561689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Content 2 column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sz="half" idx="1"/>
          </p:nvPr>
        </p:nvSpPr>
        <p:spPr>
          <a:xfrm>
            <a:off x="504000" y="1828800"/>
            <a:ext cx="5424000" cy="4065600"/>
          </a:xfrm>
        </p:spPr>
        <p:txBody>
          <a:bodyPr>
            <a:noAutofit/>
          </a:bodyPr>
          <a:lstStyle>
            <a:lvl1pPr>
              <a:defRPr sz="1867"/>
            </a:lvl1pPr>
            <a:lvl2pPr>
              <a:defRPr sz="1867"/>
            </a:lvl2pPr>
            <a:lvl3pPr>
              <a:defRPr sz="1867"/>
            </a:lvl3pPr>
            <a:lvl4pPr>
              <a:defRPr sz="1867"/>
            </a:lvl4pPr>
            <a:lvl5pPr>
              <a:defRPr sz="1867"/>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264000" y="1828800"/>
            <a:ext cx="5424000" cy="4065600"/>
          </a:xfrm>
        </p:spPr>
        <p:txBody>
          <a:bodyPr>
            <a:noAutofit/>
          </a:bodyPr>
          <a:lstStyle>
            <a:lvl1pPr>
              <a:defRPr sz="1867"/>
            </a:lvl1pPr>
            <a:lvl2pPr>
              <a:defRPr sz="1867"/>
            </a:lvl2pPr>
            <a:lvl3pPr>
              <a:defRPr sz="1867"/>
            </a:lvl3pPr>
            <a:lvl4pPr>
              <a:defRPr sz="1867"/>
            </a:lvl4pPr>
            <a:lvl5pPr>
              <a:defRPr sz="1867"/>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r>
              <a:rPr lang="de-DE"/>
              <a:t>20.03.2017</a:t>
            </a:r>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93C795C4-4A26-412B-AA90-98E97FF83D41}" type="slidenum">
              <a:rPr lang="de-DE" smtClean="0"/>
              <a:t>‹Nr.›</a:t>
            </a:fld>
            <a:endParaRPr lang="de-DE"/>
          </a:p>
        </p:txBody>
      </p:sp>
    </p:spTree>
    <p:extLst>
      <p:ext uri="{BB962C8B-B14F-4D97-AF65-F5344CB8AC3E}">
        <p14:creationId xmlns:p14="http://schemas.microsoft.com/office/powerpoint/2010/main" val="1958749918"/>
      </p:ext>
    </p:extLst>
  </p:cSld>
  <p:clrMapOvr>
    <a:masterClrMapping/>
  </p:clrMapOvr>
  <p:hf hdr="0" ft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 3 column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sz="half" idx="1"/>
          </p:nvPr>
        </p:nvSpPr>
        <p:spPr>
          <a:xfrm>
            <a:off x="504000" y="1828800"/>
            <a:ext cx="3504000" cy="4065600"/>
          </a:xfrm>
        </p:spPr>
        <p:txBody>
          <a:bodyPr>
            <a:noAutofit/>
          </a:bodyPr>
          <a:lstStyle>
            <a:lvl1pPr>
              <a:lnSpc>
                <a:spcPts val="1833"/>
              </a:lnSpc>
              <a:defRPr sz="1467"/>
            </a:lvl1pPr>
            <a:lvl2pPr>
              <a:lnSpc>
                <a:spcPts val="1833"/>
              </a:lnSpc>
              <a:defRPr sz="1467"/>
            </a:lvl2pPr>
            <a:lvl3pPr>
              <a:lnSpc>
                <a:spcPts val="1833"/>
              </a:lnSpc>
              <a:defRPr sz="1467"/>
            </a:lvl3pPr>
            <a:lvl4pPr>
              <a:lnSpc>
                <a:spcPts val="1833"/>
              </a:lnSpc>
              <a:defRPr sz="1467"/>
            </a:lvl4pPr>
            <a:lvl5pPr>
              <a:lnSpc>
                <a:spcPts val="1833"/>
              </a:lnSpc>
              <a:defRPr sz="1467"/>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344000" y="1828800"/>
            <a:ext cx="3504000" cy="4065600"/>
          </a:xfrm>
        </p:spPr>
        <p:txBody>
          <a:bodyPr>
            <a:noAutofit/>
          </a:bodyPr>
          <a:lstStyle>
            <a:lvl1pPr>
              <a:lnSpc>
                <a:spcPts val="1833"/>
              </a:lnSpc>
              <a:defRPr sz="1467"/>
            </a:lvl1pPr>
            <a:lvl2pPr>
              <a:lnSpc>
                <a:spcPts val="1833"/>
              </a:lnSpc>
              <a:defRPr sz="1467"/>
            </a:lvl2pPr>
            <a:lvl3pPr>
              <a:lnSpc>
                <a:spcPts val="1833"/>
              </a:lnSpc>
              <a:defRPr sz="1467"/>
            </a:lvl3pPr>
            <a:lvl4pPr>
              <a:lnSpc>
                <a:spcPts val="1833"/>
              </a:lnSpc>
              <a:defRPr sz="1467"/>
            </a:lvl4pPr>
            <a:lvl5pPr>
              <a:lnSpc>
                <a:spcPts val="1833"/>
              </a:lnSpc>
              <a:defRPr sz="1467"/>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r>
              <a:rPr lang="de-DE"/>
              <a:t>20.03.2017</a:t>
            </a:r>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93C795C4-4A26-412B-AA90-98E97FF83D41}" type="slidenum">
              <a:rPr lang="de-DE" smtClean="0"/>
              <a:t>‹Nr.›</a:t>
            </a:fld>
            <a:endParaRPr lang="de-DE"/>
          </a:p>
        </p:txBody>
      </p:sp>
      <p:sp>
        <p:nvSpPr>
          <p:cNvPr id="8" name="Inhaltsplatzhalter 3"/>
          <p:cNvSpPr>
            <a:spLocks noGrp="1"/>
          </p:cNvSpPr>
          <p:nvPr>
            <p:ph sz="half" idx="13"/>
          </p:nvPr>
        </p:nvSpPr>
        <p:spPr>
          <a:xfrm>
            <a:off x="8188800" y="1828800"/>
            <a:ext cx="3504000" cy="4065600"/>
          </a:xfrm>
        </p:spPr>
        <p:txBody>
          <a:bodyPr>
            <a:noAutofit/>
          </a:bodyPr>
          <a:lstStyle>
            <a:lvl1pPr>
              <a:lnSpc>
                <a:spcPts val="1833"/>
              </a:lnSpc>
              <a:defRPr sz="1467"/>
            </a:lvl1pPr>
            <a:lvl2pPr>
              <a:lnSpc>
                <a:spcPts val="1833"/>
              </a:lnSpc>
              <a:defRPr sz="1467"/>
            </a:lvl2pPr>
            <a:lvl3pPr>
              <a:lnSpc>
                <a:spcPts val="1833"/>
              </a:lnSpc>
              <a:defRPr sz="1467"/>
            </a:lvl3pPr>
            <a:lvl4pPr>
              <a:lnSpc>
                <a:spcPts val="1833"/>
              </a:lnSpc>
              <a:defRPr sz="1467"/>
            </a:lvl4pPr>
            <a:lvl5pPr>
              <a:lnSpc>
                <a:spcPts val="1833"/>
              </a:lnSpc>
              <a:defRPr sz="1467"/>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3981363892"/>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small imag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sz="half" idx="1"/>
          </p:nvPr>
        </p:nvSpPr>
        <p:spPr>
          <a:xfrm>
            <a:off x="503767" y="1828800"/>
            <a:ext cx="7344000" cy="453178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r>
              <a:rPr lang="de-DE"/>
              <a:t>20.03.2017</a:t>
            </a:r>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93C795C4-4A26-412B-AA90-98E97FF83D41}" type="slidenum">
              <a:rPr lang="de-DE" smtClean="0"/>
              <a:pPr/>
              <a:t>‹Nr.›</a:t>
            </a:fld>
            <a:endParaRPr lang="de-DE"/>
          </a:p>
        </p:txBody>
      </p:sp>
      <p:sp>
        <p:nvSpPr>
          <p:cNvPr id="9" name="Bildplatzhalter 8"/>
          <p:cNvSpPr>
            <a:spLocks noGrp="1"/>
          </p:cNvSpPr>
          <p:nvPr>
            <p:ph type="pic" sz="quarter" idx="13"/>
          </p:nvPr>
        </p:nvSpPr>
        <p:spPr>
          <a:xfrm>
            <a:off x="8184000" y="1828800"/>
            <a:ext cx="3504000" cy="3504000"/>
          </a:xfrm>
        </p:spPr>
        <p:txBody>
          <a:bodyPr/>
          <a:lstStyle/>
          <a:p>
            <a:r>
              <a:rPr lang="de-DE"/>
              <a:t>Bild durch Klicken auf Symbol hinzufügen</a:t>
            </a:r>
          </a:p>
        </p:txBody>
      </p:sp>
      <p:sp>
        <p:nvSpPr>
          <p:cNvPr id="8" name="Textplatzhalter 4"/>
          <p:cNvSpPr>
            <a:spLocks noGrp="1"/>
          </p:cNvSpPr>
          <p:nvPr>
            <p:ph type="body" sz="half" idx="3" hasCustomPrompt="1"/>
          </p:nvPr>
        </p:nvSpPr>
        <p:spPr>
          <a:xfrm>
            <a:off x="8184000" y="5414400"/>
            <a:ext cx="3504000" cy="480000"/>
          </a:xfrm>
        </p:spPr>
        <p:txBody>
          <a:bodyPr anchor="b" anchorCtr="0">
            <a:noAutofit/>
          </a:bodyPr>
          <a:lstStyle>
            <a:lvl1pPr>
              <a:defRPr sz="1200">
                <a:solidFill>
                  <a:srgbClr val="B00402"/>
                </a:solidFill>
              </a:defRPr>
            </a:lvl1pPr>
            <a:lvl2pPr>
              <a:defRPr sz="1200">
                <a:solidFill>
                  <a:srgbClr val="B00402"/>
                </a:solidFill>
              </a:defRPr>
            </a:lvl2pPr>
            <a:lvl3pPr>
              <a:defRPr sz="1200">
                <a:solidFill>
                  <a:srgbClr val="B00402"/>
                </a:solidFill>
              </a:defRPr>
            </a:lvl3pPr>
            <a:lvl4pPr>
              <a:defRPr sz="1200">
                <a:solidFill>
                  <a:srgbClr val="B00402"/>
                </a:solidFill>
              </a:defRPr>
            </a:lvl4pPr>
            <a:lvl5pPr>
              <a:defRPr sz="1200">
                <a:solidFill>
                  <a:srgbClr val="B00402"/>
                </a:solidFill>
              </a:defRPr>
            </a:lvl5pPr>
          </a:lstStyle>
          <a:p>
            <a:pPr lvl="0"/>
            <a:r>
              <a:rPr lang="de-DE"/>
              <a:t>Additional </a:t>
            </a:r>
            <a:r>
              <a:rPr lang="de-DE" err="1"/>
              <a:t>information</a:t>
            </a:r>
            <a:endParaRPr lang="de-DE"/>
          </a:p>
        </p:txBody>
      </p:sp>
    </p:spTree>
    <p:extLst>
      <p:ext uri="{BB962C8B-B14F-4D97-AF65-F5344CB8AC3E}">
        <p14:creationId xmlns:p14="http://schemas.microsoft.com/office/powerpoint/2010/main" val="3973238236"/>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 medium imag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4" name="Inhaltsplatzhalter 3"/>
          <p:cNvSpPr>
            <a:spLocks noGrp="1"/>
          </p:cNvSpPr>
          <p:nvPr>
            <p:ph sz="half" idx="2"/>
          </p:nvPr>
        </p:nvSpPr>
        <p:spPr>
          <a:xfrm>
            <a:off x="8184000" y="1828800"/>
            <a:ext cx="3504000" cy="3504000"/>
          </a:xfrm>
        </p:spPr>
        <p:txBody>
          <a:bodyPr/>
          <a:lstStyle>
            <a:lvl1pPr>
              <a:lnSpc>
                <a:spcPts val="1833"/>
              </a:lnSpc>
              <a:defRPr sz="1467"/>
            </a:lvl1pPr>
            <a:lvl2pPr>
              <a:lnSpc>
                <a:spcPts val="1833"/>
              </a:lnSpc>
              <a:defRPr sz="1467"/>
            </a:lvl2pPr>
            <a:lvl3pPr>
              <a:lnSpc>
                <a:spcPts val="1833"/>
              </a:lnSpc>
              <a:defRPr sz="1467"/>
            </a:lvl3pPr>
            <a:lvl4pPr>
              <a:lnSpc>
                <a:spcPts val="1833"/>
              </a:lnSpc>
              <a:defRPr sz="1467"/>
            </a:lvl4pPr>
            <a:lvl5pPr>
              <a:lnSpc>
                <a:spcPts val="1833"/>
              </a:lnSpc>
              <a:defRPr sz="1467"/>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r>
              <a:rPr lang="de-DE"/>
              <a:t>20.03.2017</a:t>
            </a:r>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93C795C4-4A26-412B-AA90-98E97FF83D41}" type="slidenum">
              <a:rPr lang="de-DE" smtClean="0"/>
              <a:pPr/>
              <a:t>‹Nr.›</a:t>
            </a:fld>
            <a:endParaRPr lang="de-DE"/>
          </a:p>
        </p:txBody>
      </p:sp>
      <p:sp>
        <p:nvSpPr>
          <p:cNvPr id="9" name="Bildplatzhalter 8"/>
          <p:cNvSpPr>
            <a:spLocks noGrp="1"/>
          </p:cNvSpPr>
          <p:nvPr>
            <p:ph type="pic" sz="quarter" idx="13"/>
          </p:nvPr>
        </p:nvSpPr>
        <p:spPr>
          <a:xfrm>
            <a:off x="0" y="1828800"/>
            <a:ext cx="7848000" cy="5030400"/>
          </a:xfrm>
        </p:spPr>
        <p:txBody>
          <a:bodyPr/>
          <a:lstStyle/>
          <a:p>
            <a:r>
              <a:rPr lang="de-DE"/>
              <a:t>Bild durch Klicken auf Symbol hinzufügen</a:t>
            </a:r>
          </a:p>
        </p:txBody>
      </p:sp>
      <p:sp>
        <p:nvSpPr>
          <p:cNvPr id="8" name="Textplatzhalter 4"/>
          <p:cNvSpPr>
            <a:spLocks noGrp="1"/>
          </p:cNvSpPr>
          <p:nvPr>
            <p:ph type="body" sz="half" idx="3" hasCustomPrompt="1"/>
          </p:nvPr>
        </p:nvSpPr>
        <p:spPr>
          <a:xfrm>
            <a:off x="8184000" y="5414400"/>
            <a:ext cx="3504000" cy="480000"/>
          </a:xfrm>
        </p:spPr>
        <p:txBody>
          <a:bodyPr anchor="b" anchorCtr="0">
            <a:noAutofit/>
          </a:bodyPr>
          <a:lstStyle>
            <a:lvl1pPr>
              <a:defRPr sz="1200">
                <a:solidFill>
                  <a:srgbClr val="B00402"/>
                </a:solidFill>
              </a:defRPr>
            </a:lvl1pPr>
            <a:lvl2pPr>
              <a:defRPr sz="1200">
                <a:solidFill>
                  <a:srgbClr val="B00402"/>
                </a:solidFill>
              </a:defRPr>
            </a:lvl2pPr>
            <a:lvl3pPr>
              <a:defRPr sz="1200">
                <a:solidFill>
                  <a:srgbClr val="B00402"/>
                </a:solidFill>
              </a:defRPr>
            </a:lvl3pPr>
            <a:lvl4pPr>
              <a:defRPr sz="1200">
                <a:solidFill>
                  <a:srgbClr val="B00402"/>
                </a:solidFill>
              </a:defRPr>
            </a:lvl4pPr>
            <a:lvl5pPr>
              <a:defRPr sz="1200">
                <a:solidFill>
                  <a:srgbClr val="B00402"/>
                </a:solidFill>
              </a:defRPr>
            </a:lvl5pPr>
          </a:lstStyle>
          <a:p>
            <a:pPr lvl="0"/>
            <a:r>
              <a:rPr lang="de-DE"/>
              <a:t>Additional </a:t>
            </a:r>
            <a:r>
              <a:rPr lang="de-DE" err="1"/>
              <a:t>information</a:t>
            </a:r>
            <a:endParaRPr lang="de-DE"/>
          </a:p>
        </p:txBody>
      </p:sp>
    </p:spTree>
    <p:extLst>
      <p:ext uri="{BB962C8B-B14F-4D97-AF65-F5344CB8AC3E}">
        <p14:creationId xmlns:p14="http://schemas.microsoft.com/office/powerpoint/2010/main" val="2970345424"/>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 large imag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Datumsplatzhalter 2"/>
          <p:cNvSpPr>
            <a:spLocks noGrp="1"/>
          </p:cNvSpPr>
          <p:nvPr>
            <p:ph type="dt" sz="half" idx="10"/>
          </p:nvPr>
        </p:nvSpPr>
        <p:spPr/>
        <p:txBody>
          <a:bodyPr/>
          <a:lstStyle/>
          <a:p>
            <a:r>
              <a:rPr lang="de-DE"/>
              <a:t>20.03.2017</a:t>
            </a:r>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93C795C4-4A26-412B-AA90-98E97FF83D41}" type="slidenum">
              <a:rPr lang="de-DE" smtClean="0"/>
              <a:t>‹Nr.›</a:t>
            </a:fld>
            <a:endParaRPr lang="de-DE"/>
          </a:p>
        </p:txBody>
      </p:sp>
      <p:sp>
        <p:nvSpPr>
          <p:cNvPr id="9" name="Bildplatzhalter 8"/>
          <p:cNvSpPr>
            <a:spLocks noGrp="1"/>
          </p:cNvSpPr>
          <p:nvPr>
            <p:ph type="pic" sz="quarter" idx="13"/>
          </p:nvPr>
        </p:nvSpPr>
        <p:spPr>
          <a:xfrm>
            <a:off x="0" y="1828800"/>
            <a:ext cx="12192000" cy="5030400"/>
          </a:xfrm>
        </p:spPr>
        <p:txBody>
          <a:bodyPr/>
          <a:lstStyle/>
          <a:p>
            <a:r>
              <a:rPr lang="de-DE"/>
              <a:t>Bild durch Klicken auf Symbol hinzufügen</a:t>
            </a:r>
          </a:p>
        </p:txBody>
      </p:sp>
    </p:spTree>
    <p:extLst>
      <p:ext uri="{BB962C8B-B14F-4D97-AF65-F5344CB8AC3E}">
        <p14:creationId xmlns:p14="http://schemas.microsoft.com/office/powerpoint/2010/main" val="1960906151"/>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woObjAndTx" preserve="1">
  <p:cSld name="Graph/Tab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sz="quarter" idx="1"/>
          </p:nvPr>
        </p:nvSpPr>
        <p:spPr>
          <a:xfrm>
            <a:off x="503767" y="1828799"/>
            <a:ext cx="7344000" cy="45312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quarter" idx="2"/>
          </p:nvPr>
        </p:nvSpPr>
        <p:spPr>
          <a:xfrm>
            <a:off x="8184000" y="1828800"/>
            <a:ext cx="3504000" cy="3504000"/>
          </a:xfrm>
        </p:spPr>
        <p:txBody>
          <a:bodyPr/>
          <a:lstStyle>
            <a:lvl1pPr>
              <a:lnSpc>
                <a:spcPts val="1833"/>
              </a:lnSpc>
              <a:defRPr sz="1467"/>
            </a:lvl1pPr>
            <a:lvl2pPr>
              <a:lnSpc>
                <a:spcPts val="1833"/>
              </a:lnSpc>
              <a:defRPr sz="1467"/>
            </a:lvl2pPr>
            <a:lvl3pPr>
              <a:lnSpc>
                <a:spcPts val="1833"/>
              </a:lnSpc>
              <a:defRPr sz="1467"/>
            </a:lvl3pPr>
            <a:lvl4pPr>
              <a:lnSpc>
                <a:spcPts val="1833"/>
              </a:lnSpc>
              <a:defRPr sz="1467"/>
            </a:lvl4pPr>
            <a:lvl5pPr>
              <a:lnSpc>
                <a:spcPts val="1833"/>
              </a:lnSpc>
              <a:defRPr sz="1467"/>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half" idx="3" hasCustomPrompt="1"/>
          </p:nvPr>
        </p:nvSpPr>
        <p:spPr>
          <a:xfrm>
            <a:off x="8184000" y="5414400"/>
            <a:ext cx="3504000" cy="480000"/>
          </a:xfrm>
        </p:spPr>
        <p:txBody>
          <a:bodyPr anchor="b" anchorCtr="0">
            <a:noAutofit/>
          </a:bodyPr>
          <a:lstStyle>
            <a:lvl1pPr>
              <a:defRPr sz="1200">
                <a:solidFill>
                  <a:srgbClr val="B00402"/>
                </a:solidFill>
              </a:defRPr>
            </a:lvl1pPr>
            <a:lvl2pPr>
              <a:defRPr sz="1200">
                <a:solidFill>
                  <a:srgbClr val="B00402"/>
                </a:solidFill>
              </a:defRPr>
            </a:lvl2pPr>
            <a:lvl3pPr>
              <a:defRPr sz="1200">
                <a:solidFill>
                  <a:srgbClr val="B00402"/>
                </a:solidFill>
              </a:defRPr>
            </a:lvl3pPr>
            <a:lvl4pPr>
              <a:defRPr sz="1200">
                <a:solidFill>
                  <a:srgbClr val="B00402"/>
                </a:solidFill>
              </a:defRPr>
            </a:lvl4pPr>
            <a:lvl5pPr>
              <a:defRPr sz="1200">
                <a:solidFill>
                  <a:srgbClr val="B00402"/>
                </a:solidFill>
              </a:defRPr>
            </a:lvl5pPr>
          </a:lstStyle>
          <a:p>
            <a:pPr lvl="0"/>
            <a:r>
              <a:rPr lang="de-DE"/>
              <a:t>Additional </a:t>
            </a:r>
            <a:r>
              <a:rPr lang="de-DE" err="1"/>
              <a:t>information</a:t>
            </a:r>
            <a:endParaRPr lang="de-DE"/>
          </a:p>
        </p:txBody>
      </p:sp>
      <p:sp>
        <p:nvSpPr>
          <p:cNvPr id="6" name="Datumsplatzhalter 5"/>
          <p:cNvSpPr>
            <a:spLocks noGrp="1"/>
          </p:cNvSpPr>
          <p:nvPr>
            <p:ph type="dt" sz="half" idx="10"/>
          </p:nvPr>
        </p:nvSpPr>
        <p:spPr/>
        <p:txBody>
          <a:bodyPr/>
          <a:lstStyle/>
          <a:p>
            <a:r>
              <a:rPr lang="de-DE"/>
              <a:t>20.03.2017</a:t>
            </a:r>
          </a:p>
        </p:txBody>
      </p:sp>
      <p:sp>
        <p:nvSpPr>
          <p:cNvPr id="7" name="Fußzeilenplatzhalter 6"/>
          <p:cNvSpPr>
            <a:spLocks noGrp="1"/>
          </p:cNvSpPr>
          <p:nvPr>
            <p:ph type="ftr" sz="quarter" idx="11"/>
          </p:nvPr>
        </p:nvSpPr>
        <p:spPr/>
        <p:txBody>
          <a:bodyPr/>
          <a:lstStyle/>
          <a:p>
            <a:endParaRPr lang="de-DE"/>
          </a:p>
        </p:txBody>
      </p:sp>
      <p:sp>
        <p:nvSpPr>
          <p:cNvPr id="8" name="Foliennummernplatzhalter 7"/>
          <p:cNvSpPr>
            <a:spLocks noGrp="1"/>
          </p:cNvSpPr>
          <p:nvPr>
            <p:ph type="sldNum" sz="quarter" idx="12"/>
          </p:nvPr>
        </p:nvSpPr>
        <p:spPr/>
        <p:txBody>
          <a:bodyPr/>
          <a:lstStyle/>
          <a:p>
            <a:fld id="{93C795C4-4A26-412B-AA90-98E97FF83D41}" type="slidenum">
              <a:rPr lang="de-DE" smtClean="0"/>
              <a:pPr/>
              <a:t>‹Nr.›</a:t>
            </a:fld>
            <a:endParaRPr lang="de-DE"/>
          </a:p>
        </p:txBody>
      </p:sp>
    </p:spTree>
    <p:extLst>
      <p:ext uri="{BB962C8B-B14F-4D97-AF65-F5344CB8AC3E}">
        <p14:creationId xmlns:p14="http://schemas.microsoft.com/office/powerpoint/2010/main" val="3687353443"/>
      </p:ext>
    </p:extLst>
  </p:cSld>
  <p:clrMapOvr>
    <a:masterClrMapping/>
  </p:clrMapOvr>
  <p:hf hdr="0" ft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Only" preserve="1">
  <p:cSld name="Custom char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Datumsplatzhalter 2"/>
          <p:cNvSpPr>
            <a:spLocks noGrp="1"/>
          </p:cNvSpPr>
          <p:nvPr>
            <p:ph type="dt" sz="half" idx="10"/>
          </p:nvPr>
        </p:nvSpPr>
        <p:spPr/>
        <p:txBody>
          <a:bodyPr/>
          <a:lstStyle/>
          <a:p>
            <a:r>
              <a:rPr lang="de-DE"/>
              <a:t>20.03.2017</a:t>
            </a:r>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93C795C4-4A26-412B-AA90-98E97FF83D41}" type="slidenum">
              <a:rPr lang="de-DE" smtClean="0"/>
              <a:t>‹Nr.›</a:t>
            </a:fld>
            <a:endParaRPr lang="de-DE"/>
          </a:p>
        </p:txBody>
      </p:sp>
    </p:spTree>
    <p:extLst>
      <p:ext uri="{BB962C8B-B14F-4D97-AF65-F5344CB8AC3E}">
        <p14:creationId xmlns:p14="http://schemas.microsoft.com/office/powerpoint/2010/main" val="3470489868"/>
      </p:ext>
    </p:extLst>
  </p:cSld>
  <p:clrMapOvr>
    <a:masterClrMapping/>
  </p:clrMapOvr>
  <p:hf hdr="0" ftr="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r>
              <a:rPr lang="de-DE"/>
              <a:t>20.03.2017</a:t>
            </a:r>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93C795C4-4A26-412B-AA90-98E97FF83D41}" type="slidenum">
              <a:rPr lang="de-DE" smtClean="0"/>
              <a:t>‹Nr.›</a:t>
            </a:fld>
            <a:endParaRPr lang="de-DE"/>
          </a:p>
        </p:txBody>
      </p:sp>
    </p:spTree>
    <p:extLst>
      <p:ext uri="{BB962C8B-B14F-4D97-AF65-F5344CB8AC3E}">
        <p14:creationId xmlns:p14="http://schemas.microsoft.com/office/powerpoint/2010/main" val="3930074627"/>
      </p:ext>
    </p:extLst>
  </p:cSld>
  <p:clrMapOvr>
    <a:masterClrMapping/>
  </p:clrMapOvr>
  <p:hf hdr="0" ftr="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Agenda 1 column whi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idx="1"/>
          </p:nvPr>
        </p:nvSpPr>
        <p:spPr>
          <a:xfrm>
            <a:off x="504000" y="1828800"/>
            <a:ext cx="7344000" cy="4065600"/>
          </a:xfrm>
        </p:spPr>
        <p:txBody>
          <a:bodyPr/>
          <a:lstStyle>
            <a:lvl1pPr marL="474121" indent="-474121">
              <a:spcAft>
                <a:spcPts val="1333"/>
              </a:spcAft>
              <a:buFont typeface="+mj-lt"/>
              <a:buAutoNum type="arabicPeriod"/>
              <a:defRPr>
                <a:latin typeface="+mj-lt"/>
              </a:defRPr>
            </a:lvl1pPr>
            <a:lvl2pPr marL="723882" indent="-249760">
              <a:spcAft>
                <a:spcPts val="1333"/>
              </a:spcAft>
              <a:defRPr>
                <a:latin typeface="+mj-lt"/>
              </a:defRPr>
            </a:lvl2pPr>
            <a:lvl3pPr marL="960943" indent="-237061">
              <a:spcAft>
                <a:spcPts val="1333"/>
              </a:spcAft>
              <a:defRPr>
                <a:latin typeface="+mj-lt"/>
              </a:defRPr>
            </a:lvl3pPr>
            <a:lvl4pPr marL="1198003" indent="-237061">
              <a:spcAft>
                <a:spcPts val="1333"/>
              </a:spcAft>
              <a:defRPr>
                <a:latin typeface="+mj-lt"/>
              </a:defRPr>
            </a:lvl4pPr>
            <a:lvl5pPr marL="1435064" indent="-237061">
              <a:spcAft>
                <a:spcPts val="1333"/>
              </a:spcAft>
              <a:defRPr>
                <a:latin typeface="+mj-lt"/>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p:cNvSpPr>
            <a:spLocks noGrp="1"/>
          </p:cNvSpPr>
          <p:nvPr>
            <p:ph type="ftr" sz="quarter" idx="11"/>
          </p:nvPr>
        </p:nvSpPr>
        <p:spPr/>
        <p:txBody>
          <a:bodyPr/>
          <a:lstStyle/>
          <a:p>
            <a:endParaRPr lang="de-DE"/>
          </a:p>
        </p:txBody>
      </p:sp>
    </p:spTree>
    <p:extLst>
      <p:ext uri="{BB962C8B-B14F-4D97-AF65-F5344CB8AC3E}">
        <p14:creationId xmlns:p14="http://schemas.microsoft.com/office/powerpoint/2010/main" val="853419541"/>
      </p:ext>
    </p:extLst>
  </p:cSld>
  <p:clrMapOvr>
    <a:masterClrMapping/>
  </p:clrMapOvr>
  <p:hf hdr="0" ftr="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genda 2 columns whi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solidFill>
                  <a:srgbClr val="EA1C0A"/>
                </a:solidFill>
              </a:defRPr>
            </a:lvl1pPr>
          </a:lstStyle>
          <a:p>
            <a:r>
              <a:rPr lang="de-DE"/>
              <a:t>Mastertitelformat bearbeiten</a:t>
            </a:r>
          </a:p>
        </p:txBody>
      </p:sp>
      <p:sp>
        <p:nvSpPr>
          <p:cNvPr id="3" name="Inhaltsplatzhalter 2"/>
          <p:cNvSpPr>
            <a:spLocks noGrp="1"/>
          </p:cNvSpPr>
          <p:nvPr>
            <p:ph sz="half" idx="1"/>
          </p:nvPr>
        </p:nvSpPr>
        <p:spPr>
          <a:xfrm>
            <a:off x="504000" y="1828800"/>
            <a:ext cx="5424000" cy="3120000"/>
          </a:xfrm>
        </p:spPr>
        <p:txBody>
          <a:bodyPr>
            <a:noAutofit/>
          </a:bodyPr>
          <a:lstStyle>
            <a:lvl1pPr marL="474121" indent="-474121">
              <a:spcAft>
                <a:spcPts val="1333"/>
              </a:spcAft>
              <a:buFont typeface="+mj-lt"/>
              <a:buAutoNum type="arabicPeriod"/>
              <a:defRPr sz="1867">
                <a:solidFill>
                  <a:srgbClr val="000000"/>
                </a:solidFill>
                <a:latin typeface="+mj-lt"/>
              </a:defRPr>
            </a:lvl1pPr>
            <a:lvl2pPr marL="723882" indent="-249760">
              <a:spcAft>
                <a:spcPts val="1333"/>
              </a:spcAft>
              <a:defRPr sz="1867">
                <a:solidFill>
                  <a:srgbClr val="000000"/>
                </a:solidFill>
                <a:latin typeface="+mj-lt"/>
              </a:defRPr>
            </a:lvl2pPr>
            <a:lvl3pPr marL="960943" indent="-237061">
              <a:spcAft>
                <a:spcPts val="1333"/>
              </a:spcAft>
              <a:defRPr sz="1867">
                <a:solidFill>
                  <a:srgbClr val="000000"/>
                </a:solidFill>
                <a:latin typeface="+mj-lt"/>
              </a:defRPr>
            </a:lvl3pPr>
            <a:lvl4pPr marL="1198003" indent="-237061">
              <a:spcAft>
                <a:spcPts val="1333"/>
              </a:spcAft>
              <a:defRPr sz="1867">
                <a:solidFill>
                  <a:srgbClr val="000000"/>
                </a:solidFill>
                <a:latin typeface="+mj-lt"/>
              </a:defRPr>
            </a:lvl4pPr>
            <a:lvl5pPr marL="1435064" indent="-237061">
              <a:spcAft>
                <a:spcPts val="1333"/>
              </a:spcAft>
              <a:defRPr sz="1867">
                <a:solidFill>
                  <a:srgbClr val="000000"/>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264000" y="1828800"/>
            <a:ext cx="5424000" cy="3120000"/>
          </a:xfrm>
        </p:spPr>
        <p:txBody>
          <a:bodyPr>
            <a:noAutofit/>
          </a:bodyPr>
          <a:lstStyle>
            <a:lvl1pPr marL="474121" indent="-474121">
              <a:spcAft>
                <a:spcPts val="1333"/>
              </a:spcAft>
              <a:buFont typeface="+mj-lt"/>
              <a:buAutoNum type="arabicPeriod"/>
              <a:defRPr sz="1867">
                <a:solidFill>
                  <a:srgbClr val="000000"/>
                </a:solidFill>
                <a:latin typeface="+mj-lt"/>
              </a:defRPr>
            </a:lvl1pPr>
            <a:lvl2pPr marL="723882" indent="-249760">
              <a:spcAft>
                <a:spcPts val="1333"/>
              </a:spcAft>
              <a:defRPr sz="1867">
                <a:solidFill>
                  <a:srgbClr val="000000"/>
                </a:solidFill>
                <a:latin typeface="+mj-lt"/>
              </a:defRPr>
            </a:lvl2pPr>
            <a:lvl3pPr marL="960943" indent="-237061">
              <a:spcAft>
                <a:spcPts val="1333"/>
              </a:spcAft>
              <a:defRPr sz="1867">
                <a:solidFill>
                  <a:srgbClr val="000000"/>
                </a:solidFill>
                <a:latin typeface="+mj-lt"/>
              </a:defRPr>
            </a:lvl3pPr>
            <a:lvl4pPr marL="1198003" indent="-237061">
              <a:spcAft>
                <a:spcPts val="1333"/>
              </a:spcAft>
              <a:defRPr sz="1867">
                <a:solidFill>
                  <a:srgbClr val="000000"/>
                </a:solidFill>
                <a:latin typeface="+mj-lt"/>
              </a:defRPr>
            </a:lvl4pPr>
            <a:lvl5pPr marL="1435064" indent="-237061">
              <a:spcAft>
                <a:spcPts val="1333"/>
              </a:spcAft>
              <a:defRPr sz="1867">
                <a:solidFill>
                  <a:srgbClr val="000000"/>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11"/>
          </p:nvPr>
        </p:nvSpPr>
        <p:spPr/>
        <p:txBody>
          <a:bodyPr/>
          <a:lstStyle>
            <a:lvl1pPr>
              <a:defRPr>
                <a:solidFill>
                  <a:srgbClr val="000000"/>
                </a:solidFill>
              </a:defRPr>
            </a:lvl1pPr>
          </a:lstStyle>
          <a:p>
            <a:endParaRPr lang="de-DE"/>
          </a:p>
        </p:txBody>
      </p:sp>
      <p:pic>
        <p:nvPicPr>
          <p:cNvPr id="7" name="EON_Logo_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48001" y="5764800"/>
            <a:ext cx="2072260" cy="614400"/>
          </a:xfrm>
          <a:prstGeom prst="rect">
            <a:avLst/>
          </a:prstGeom>
        </p:spPr>
      </p:pic>
    </p:spTree>
    <p:extLst>
      <p:ext uri="{BB962C8B-B14F-4D97-AF65-F5344CB8AC3E}">
        <p14:creationId xmlns:p14="http://schemas.microsoft.com/office/powerpoint/2010/main" val="1373609924"/>
      </p:ext>
    </p:extLst>
  </p:cSld>
  <p:clrMapOvr>
    <a:masterClrMapping/>
  </p:clrMapOvr>
  <p:hf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Agenda 3 columns whi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solidFill>
                  <a:srgbClr val="EA1C0A"/>
                </a:solidFill>
              </a:defRPr>
            </a:lvl1pPr>
          </a:lstStyle>
          <a:p>
            <a:r>
              <a:rPr lang="de-DE"/>
              <a:t>Mastertitelformat bearbeiten</a:t>
            </a:r>
          </a:p>
        </p:txBody>
      </p:sp>
      <p:sp>
        <p:nvSpPr>
          <p:cNvPr id="3" name="Inhaltsplatzhalter 2"/>
          <p:cNvSpPr>
            <a:spLocks noGrp="1"/>
          </p:cNvSpPr>
          <p:nvPr>
            <p:ph sz="half" idx="1"/>
          </p:nvPr>
        </p:nvSpPr>
        <p:spPr>
          <a:xfrm>
            <a:off x="504000" y="1828800"/>
            <a:ext cx="3504000" cy="3120000"/>
          </a:xfrm>
        </p:spPr>
        <p:txBody>
          <a:bodyPr>
            <a:noAutofit/>
          </a:bodyPr>
          <a:lstStyle>
            <a:lvl1pPr marL="474121" indent="-474121">
              <a:spcAft>
                <a:spcPts val="1333"/>
              </a:spcAft>
              <a:buFont typeface="+mj-lt"/>
              <a:buAutoNum type="arabicPeriod"/>
              <a:defRPr sz="1867">
                <a:solidFill>
                  <a:srgbClr val="000000"/>
                </a:solidFill>
                <a:latin typeface="+mj-lt"/>
              </a:defRPr>
            </a:lvl1pPr>
            <a:lvl2pPr marL="723882" indent="-249760">
              <a:spcAft>
                <a:spcPts val="1333"/>
              </a:spcAft>
              <a:defRPr sz="1867">
                <a:solidFill>
                  <a:srgbClr val="000000"/>
                </a:solidFill>
                <a:latin typeface="+mj-lt"/>
              </a:defRPr>
            </a:lvl2pPr>
            <a:lvl3pPr marL="960943" indent="-237061">
              <a:spcAft>
                <a:spcPts val="1333"/>
              </a:spcAft>
              <a:defRPr sz="1867">
                <a:solidFill>
                  <a:srgbClr val="000000"/>
                </a:solidFill>
                <a:latin typeface="+mj-lt"/>
              </a:defRPr>
            </a:lvl3pPr>
            <a:lvl4pPr marL="1198003" indent="-237061">
              <a:spcAft>
                <a:spcPts val="1333"/>
              </a:spcAft>
              <a:defRPr sz="1867">
                <a:solidFill>
                  <a:srgbClr val="000000"/>
                </a:solidFill>
                <a:latin typeface="+mj-lt"/>
              </a:defRPr>
            </a:lvl4pPr>
            <a:lvl5pPr marL="1435064" indent="-237061">
              <a:spcAft>
                <a:spcPts val="1333"/>
              </a:spcAft>
              <a:defRPr sz="1867">
                <a:solidFill>
                  <a:srgbClr val="000000"/>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344000" y="1828800"/>
            <a:ext cx="3504000" cy="3120000"/>
          </a:xfrm>
        </p:spPr>
        <p:txBody>
          <a:bodyPr>
            <a:noAutofit/>
          </a:bodyPr>
          <a:lstStyle>
            <a:lvl1pPr marL="474121" indent="-474121">
              <a:spcAft>
                <a:spcPts val="1333"/>
              </a:spcAft>
              <a:buFont typeface="+mj-lt"/>
              <a:buAutoNum type="arabicPeriod"/>
              <a:defRPr sz="1867">
                <a:solidFill>
                  <a:srgbClr val="000000"/>
                </a:solidFill>
                <a:latin typeface="+mj-lt"/>
              </a:defRPr>
            </a:lvl1pPr>
            <a:lvl2pPr marL="723882" indent="-249760">
              <a:spcAft>
                <a:spcPts val="1333"/>
              </a:spcAft>
              <a:defRPr sz="1867">
                <a:solidFill>
                  <a:srgbClr val="000000"/>
                </a:solidFill>
                <a:latin typeface="+mj-lt"/>
              </a:defRPr>
            </a:lvl2pPr>
            <a:lvl3pPr marL="960943" indent="-237061">
              <a:spcAft>
                <a:spcPts val="1333"/>
              </a:spcAft>
              <a:defRPr sz="1867">
                <a:solidFill>
                  <a:srgbClr val="000000"/>
                </a:solidFill>
                <a:latin typeface="+mj-lt"/>
              </a:defRPr>
            </a:lvl3pPr>
            <a:lvl4pPr marL="1198003" indent="-237061">
              <a:spcAft>
                <a:spcPts val="1333"/>
              </a:spcAft>
              <a:defRPr sz="1867">
                <a:solidFill>
                  <a:srgbClr val="000000"/>
                </a:solidFill>
                <a:latin typeface="+mj-lt"/>
              </a:defRPr>
            </a:lvl4pPr>
            <a:lvl5pPr marL="1435064" indent="-237061">
              <a:spcAft>
                <a:spcPts val="1333"/>
              </a:spcAft>
              <a:defRPr sz="1867">
                <a:solidFill>
                  <a:srgbClr val="000000"/>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11"/>
          </p:nvPr>
        </p:nvSpPr>
        <p:spPr/>
        <p:txBody>
          <a:bodyPr/>
          <a:lstStyle>
            <a:lvl1pPr>
              <a:defRPr>
                <a:solidFill>
                  <a:srgbClr val="000000"/>
                </a:solidFill>
              </a:defRPr>
            </a:lvl1pPr>
          </a:lstStyle>
          <a:p>
            <a:endParaRPr lang="de-DE"/>
          </a:p>
        </p:txBody>
      </p:sp>
      <p:sp>
        <p:nvSpPr>
          <p:cNvPr id="8" name="Inhaltsplatzhalter 3"/>
          <p:cNvSpPr>
            <a:spLocks noGrp="1"/>
          </p:cNvSpPr>
          <p:nvPr>
            <p:ph sz="half" idx="13"/>
          </p:nvPr>
        </p:nvSpPr>
        <p:spPr>
          <a:xfrm>
            <a:off x="8188800" y="1828800"/>
            <a:ext cx="3504000" cy="3120000"/>
          </a:xfrm>
        </p:spPr>
        <p:txBody>
          <a:bodyPr>
            <a:noAutofit/>
          </a:bodyPr>
          <a:lstStyle>
            <a:lvl1pPr marL="474121" indent="-474121">
              <a:spcAft>
                <a:spcPts val="1333"/>
              </a:spcAft>
              <a:buFont typeface="+mj-lt"/>
              <a:buAutoNum type="arabicPeriod"/>
              <a:defRPr sz="1867">
                <a:solidFill>
                  <a:srgbClr val="000000"/>
                </a:solidFill>
                <a:latin typeface="+mj-lt"/>
              </a:defRPr>
            </a:lvl1pPr>
            <a:lvl2pPr marL="723882" indent="-249760">
              <a:spcAft>
                <a:spcPts val="1333"/>
              </a:spcAft>
              <a:defRPr sz="1867">
                <a:solidFill>
                  <a:srgbClr val="000000"/>
                </a:solidFill>
                <a:latin typeface="+mj-lt"/>
              </a:defRPr>
            </a:lvl2pPr>
            <a:lvl3pPr marL="960943" indent="-237061">
              <a:spcAft>
                <a:spcPts val="1333"/>
              </a:spcAft>
              <a:defRPr sz="1867">
                <a:solidFill>
                  <a:srgbClr val="000000"/>
                </a:solidFill>
                <a:latin typeface="+mj-lt"/>
              </a:defRPr>
            </a:lvl3pPr>
            <a:lvl4pPr marL="1198003" indent="-237061">
              <a:spcAft>
                <a:spcPts val="1333"/>
              </a:spcAft>
              <a:defRPr sz="1867">
                <a:solidFill>
                  <a:srgbClr val="000000"/>
                </a:solidFill>
                <a:latin typeface="+mj-lt"/>
              </a:defRPr>
            </a:lvl4pPr>
            <a:lvl5pPr marL="1435064" indent="-237061">
              <a:spcAft>
                <a:spcPts val="1333"/>
              </a:spcAft>
              <a:defRPr sz="1867">
                <a:solidFill>
                  <a:srgbClr val="000000"/>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pic>
        <p:nvPicPr>
          <p:cNvPr id="10" name="EON_Logo_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48001" y="5764800"/>
            <a:ext cx="2072260" cy="614400"/>
          </a:xfrm>
          <a:prstGeom prst="rect">
            <a:avLst/>
          </a:prstGeom>
        </p:spPr>
      </p:pic>
    </p:spTree>
    <p:extLst>
      <p:ext uri="{BB962C8B-B14F-4D97-AF65-F5344CB8AC3E}">
        <p14:creationId xmlns:p14="http://schemas.microsoft.com/office/powerpoint/2010/main" val="1575917654"/>
      </p:ext>
    </p:extLst>
  </p:cSld>
  <p:clrMapOvr>
    <a:masterClrMapping/>
  </p:clrMapOvr>
  <p:hf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Agenda 1 column blu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solidFill>
                  <a:srgbClr val="FFFFFF"/>
                </a:solidFill>
              </a:defRPr>
            </a:lvl1pPr>
          </a:lstStyle>
          <a:p>
            <a:r>
              <a:rPr lang="de-DE"/>
              <a:t>Mastertitelformat bearbeiten</a:t>
            </a:r>
          </a:p>
        </p:txBody>
      </p:sp>
      <p:sp>
        <p:nvSpPr>
          <p:cNvPr id="3" name="Inhaltsplatzhalter 2"/>
          <p:cNvSpPr>
            <a:spLocks noGrp="1"/>
          </p:cNvSpPr>
          <p:nvPr>
            <p:ph idx="1"/>
          </p:nvPr>
        </p:nvSpPr>
        <p:spPr>
          <a:xfrm>
            <a:off x="504000" y="1828800"/>
            <a:ext cx="7344000" cy="4065600"/>
          </a:xfrm>
        </p:spPr>
        <p:txBody>
          <a:bodyPr/>
          <a:lstStyle>
            <a:lvl1pPr marL="474121" indent="-474121">
              <a:spcAft>
                <a:spcPts val="1333"/>
              </a:spcAft>
              <a:buFont typeface="+mj-lt"/>
              <a:buAutoNum type="arabicPeriod"/>
              <a:defRPr>
                <a:solidFill>
                  <a:srgbClr val="FFFFFF"/>
                </a:solidFill>
                <a:latin typeface="+mj-lt"/>
              </a:defRPr>
            </a:lvl1pPr>
            <a:lvl2pPr marL="723882" indent="-249760">
              <a:spcAft>
                <a:spcPts val="1333"/>
              </a:spcAft>
              <a:defRPr>
                <a:solidFill>
                  <a:srgbClr val="FFFFFF"/>
                </a:solidFill>
                <a:latin typeface="+mj-lt"/>
              </a:defRPr>
            </a:lvl2pPr>
            <a:lvl3pPr marL="960943" indent="-237061">
              <a:spcAft>
                <a:spcPts val="1333"/>
              </a:spcAft>
              <a:defRPr>
                <a:solidFill>
                  <a:srgbClr val="FFFFFF"/>
                </a:solidFill>
                <a:latin typeface="+mj-lt"/>
              </a:defRPr>
            </a:lvl3pPr>
            <a:lvl4pPr marL="1198003" indent="-237061">
              <a:spcAft>
                <a:spcPts val="1333"/>
              </a:spcAft>
              <a:defRPr>
                <a:solidFill>
                  <a:srgbClr val="FFFFFF"/>
                </a:solidFill>
                <a:latin typeface="+mj-lt"/>
              </a:defRPr>
            </a:lvl4pPr>
            <a:lvl5pPr marL="1435064" indent="-237061">
              <a:spcAft>
                <a:spcPts val="1333"/>
              </a:spcAft>
              <a:defRPr>
                <a:solidFill>
                  <a:srgbClr val="FFFFFF"/>
                </a:solidFill>
                <a:latin typeface="+mj-lt"/>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p:cNvSpPr>
            <a:spLocks noGrp="1"/>
          </p:cNvSpPr>
          <p:nvPr>
            <p:ph type="ftr" sz="quarter" idx="11"/>
          </p:nvPr>
        </p:nvSpPr>
        <p:spPr/>
        <p:txBody>
          <a:bodyPr/>
          <a:lstStyle>
            <a:lvl1pPr>
              <a:defRPr>
                <a:solidFill>
                  <a:srgbClr val="FFFFFF"/>
                </a:solidFill>
              </a:defRPr>
            </a:lvl1pPr>
          </a:lstStyle>
          <a:p>
            <a:endParaRPr lang="de-DE"/>
          </a:p>
        </p:txBody>
      </p:sp>
      <p:pic>
        <p:nvPicPr>
          <p:cNvPr id="6" name="EON_Logo_w"/>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48001" y="5764800"/>
            <a:ext cx="2072260" cy="614400"/>
          </a:xfrm>
          <a:prstGeom prst="rect">
            <a:avLst/>
          </a:prstGeom>
        </p:spPr>
      </p:pic>
    </p:spTree>
    <p:extLst>
      <p:ext uri="{BB962C8B-B14F-4D97-AF65-F5344CB8AC3E}">
        <p14:creationId xmlns:p14="http://schemas.microsoft.com/office/powerpoint/2010/main" val="792995197"/>
      </p:ext>
    </p:extLst>
  </p:cSld>
  <p:clrMapOvr>
    <a:masterClrMapping/>
  </p:clrMapOvr>
  <p:hf hdr="0" ftr="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Agenda 2 columns blu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solidFill>
                  <a:srgbClr val="FFFFFF"/>
                </a:solidFill>
              </a:defRPr>
            </a:lvl1pPr>
          </a:lstStyle>
          <a:p>
            <a:r>
              <a:rPr lang="de-DE"/>
              <a:t>Mastertitelformat bearbeiten</a:t>
            </a:r>
          </a:p>
        </p:txBody>
      </p:sp>
      <p:sp>
        <p:nvSpPr>
          <p:cNvPr id="3" name="Inhaltsplatzhalter 2"/>
          <p:cNvSpPr>
            <a:spLocks noGrp="1"/>
          </p:cNvSpPr>
          <p:nvPr>
            <p:ph sz="half" idx="1"/>
          </p:nvPr>
        </p:nvSpPr>
        <p:spPr>
          <a:xfrm>
            <a:off x="504000" y="1828800"/>
            <a:ext cx="5424000" cy="3120000"/>
          </a:xfrm>
        </p:spPr>
        <p:txBody>
          <a:bodyPr>
            <a:noAutofit/>
          </a:bodyPr>
          <a:lstStyle>
            <a:lvl1pPr marL="474121" indent="-474121">
              <a:spcAft>
                <a:spcPts val="1333"/>
              </a:spcAft>
              <a:buFont typeface="+mj-lt"/>
              <a:buAutoNum type="arabicPeriod"/>
              <a:defRPr sz="1867">
                <a:solidFill>
                  <a:srgbClr val="FFFFFF"/>
                </a:solidFill>
                <a:latin typeface="+mj-lt"/>
              </a:defRPr>
            </a:lvl1pPr>
            <a:lvl2pPr marL="723882" indent="-249760">
              <a:spcAft>
                <a:spcPts val="1333"/>
              </a:spcAft>
              <a:defRPr sz="1867">
                <a:solidFill>
                  <a:srgbClr val="FFFFFF"/>
                </a:solidFill>
                <a:latin typeface="+mj-lt"/>
              </a:defRPr>
            </a:lvl2pPr>
            <a:lvl3pPr marL="960943" indent="-237061">
              <a:spcAft>
                <a:spcPts val="1333"/>
              </a:spcAft>
              <a:defRPr sz="1867">
                <a:solidFill>
                  <a:srgbClr val="FFFFFF"/>
                </a:solidFill>
                <a:latin typeface="+mj-lt"/>
              </a:defRPr>
            </a:lvl3pPr>
            <a:lvl4pPr marL="1198003" indent="-237061">
              <a:spcAft>
                <a:spcPts val="1333"/>
              </a:spcAft>
              <a:defRPr sz="1867">
                <a:solidFill>
                  <a:srgbClr val="FFFFFF"/>
                </a:solidFill>
                <a:latin typeface="+mj-lt"/>
              </a:defRPr>
            </a:lvl4pPr>
            <a:lvl5pPr marL="1435064" indent="-237061">
              <a:spcAft>
                <a:spcPts val="1333"/>
              </a:spcAft>
              <a:defRPr sz="1867">
                <a:solidFill>
                  <a:srgbClr val="FFFFFF"/>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264000" y="1828800"/>
            <a:ext cx="5424000" cy="3120000"/>
          </a:xfrm>
        </p:spPr>
        <p:txBody>
          <a:bodyPr>
            <a:noAutofit/>
          </a:bodyPr>
          <a:lstStyle>
            <a:lvl1pPr marL="474121" indent="-474121">
              <a:spcAft>
                <a:spcPts val="1333"/>
              </a:spcAft>
              <a:buFont typeface="+mj-lt"/>
              <a:buAutoNum type="arabicPeriod"/>
              <a:defRPr sz="1867">
                <a:solidFill>
                  <a:srgbClr val="FFFFFF"/>
                </a:solidFill>
                <a:latin typeface="+mj-lt"/>
              </a:defRPr>
            </a:lvl1pPr>
            <a:lvl2pPr marL="723882" indent="-249760">
              <a:spcAft>
                <a:spcPts val="1333"/>
              </a:spcAft>
              <a:defRPr sz="1867">
                <a:solidFill>
                  <a:srgbClr val="FFFFFF"/>
                </a:solidFill>
                <a:latin typeface="+mj-lt"/>
              </a:defRPr>
            </a:lvl2pPr>
            <a:lvl3pPr marL="960943" indent="-237061">
              <a:spcAft>
                <a:spcPts val="1333"/>
              </a:spcAft>
              <a:defRPr sz="1867">
                <a:solidFill>
                  <a:srgbClr val="FFFFFF"/>
                </a:solidFill>
                <a:latin typeface="+mj-lt"/>
              </a:defRPr>
            </a:lvl3pPr>
            <a:lvl4pPr marL="1198003" indent="-237061">
              <a:spcAft>
                <a:spcPts val="1333"/>
              </a:spcAft>
              <a:defRPr sz="1867">
                <a:solidFill>
                  <a:srgbClr val="FFFFFF"/>
                </a:solidFill>
                <a:latin typeface="+mj-lt"/>
              </a:defRPr>
            </a:lvl4pPr>
            <a:lvl5pPr marL="1435064" indent="-237061">
              <a:spcAft>
                <a:spcPts val="1333"/>
              </a:spcAft>
              <a:defRPr sz="1867">
                <a:solidFill>
                  <a:srgbClr val="FFFFFF"/>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11"/>
          </p:nvPr>
        </p:nvSpPr>
        <p:spPr/>
        <p:txBody>
          <a:bodyPr/>
          <a:lstStyle>
            <a:lvl1pPr>
              <a:defRPr>
                <a:solidFill>
                  <a:srgbClr val="FFFFFF"/>
                </a:solidFill>
              </a:defRPr>
            </a:lvl1pPr>
          </a:lstStyle>
          <a:p>
            <a:endParaRPr lang="de-DE"/>
          </a:p>
        </p:txBody>
      </p:sp>
      <p:pic>
        <p:nvPicPr>
          <p:cNvPr id="9" name="EON_Logo_w"/>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48001" y="5764800"/>
            <a:ext cx="2072260" cy="614400"/>
          </a:xfrm>
          <a:prstGeom prst="rect">
            <a:avLst/>
          </a:prstGeom>
        </p:spPr>
      </p:pic>
    </p:spTree>
    <p:extLst>
      <p:ext uri="{BB962C8B-B14F-4D97-AF65-F5344CB8AC3E}">
        <p14:creationId xmlns:p14="http://schemas.microsoft.com/office/powerpoint/2010/main" val="3828531053"/>
      </p:ext>
    </p:extLst>
  </p:cSld>
  <p:clrMapOvr>
    <a:masterClrMapping/>
  </p:clrMapOvr>
  <p:hf hdr="0" ft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Agenda 3 columns blu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solidFill>
                  <a:srgbClr val="FFFFFF"/>
                </a:solidFill>
              </a:defRPr>
            </a:lvl1pPr>
          </a:lstStyle>
          <a:p>
            <a:r>
              <a:rPr lang="de-DE"/>
              <a:t>Mastertitelformat bearbeiten</a:t>
            </a:r>
          </a:p>
        </p:txBody>
      </p:sp>
      <p:sp>
        <p:nvSpPr>
          <p:cNvPr id="3" name="Inhaltsplatzhalter 2"/>
          <p:cNvSpPr>
            <a:spLocks noGrp="1"/>
          </p:cNvSpPr>
          <p:nvPr>
            <p:ph sz="half" idx="1"/>
          </p:nvPr>
        </p:nvSpPr>
        <p:spPr>
          <a:xfrm>
            <a:off x="504000" y="1828800"/>
            <a:ext cx="3504000" cy="3120000"/>
          </a:xfrm>
        </p:spPr>
        <p:txBody>
          <a:bodyPr>
            <a:noAutofit/>
          </a:bodyPr>
          <a:lstStyle>
            <a:lvl1pPr marL="474121" indent="-474121">
              <a:spcAft>
                <a:spcPts val="1333"/>
              </a:spcAft>
              <a:buFont typeface="+mj-lt"/>
              <a:buAutoNum type="arabicPeriod"/>
              <a:defRPr sz="1867">
                <a:solidFill>
                  <a:srgbClr val="FFFFFF"/>
                </a:solidFill>
                <a:latin typeface="+mj-lt"/>
              </a:defRPr>
            </a:lvl1pPr>
            <a:lvl2pPr marL="723882" indent="-249760">
              <a:spcAft>
                <a:spcPts val="1333"/>
              </a:spcAft>
              <a:defRPr sz="1867">
                <a:solidFill>
                  <a:srgbClr val="FFFFFF"/>
                </a:solidFill>
                <a:latin typeface="+mj-lt"/>
              </a:defRPr>
            </a:lvl2pPr>
            <a:lvl3pPr marL="960943" indent="-237061">
              <a:spcAft>
                <a:spcPts val="1333"/>
              </a:spcAft>
              <a:defRPr sz="1867">
                <a:solidFill>
                  <a:srgbClr val="FFFFFF"/>
                </a:solidFill>
                <a:latin typeface="+mj-lt"/>
              </a:defRPr>
            </a:lvl3pPr>
            <a:lvl4pPr marL="1198003" indent="-237061">
              <a:spcAft>
                <a:spcPts val="1333"/>
              </a:spcAft>
              <a:defRPr sz="1867">
                <a:solidFill>
                  <a:srgbClr val="FFFFFF"/>
                </a:solidFill>
                <a:latin typeface="+mj-lt"/>
              </a:defRPr>
            </a:lvl4pPr>
            <a:lvl5pPr marL="1435064" indent="-237061">
              <a:spcAft>
                <a:spcPts val="1333"/>
              </a:spcAft>
              <a:defRPr sz="1867">
                <a:solidFill>
                  <a:srgbClr val="FFFFFF"/>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344000" y="1828800"/>
            <a:ext cx="3504000" cy="3120000"/>
          </a:xfrm>
        </p:spPr>
        <p:txBody>
          <a:bodyPr>
            <a:noAutofit/>
          </a:bodyPr>
          <a:lstStyle>
            <a:lvl1pPr marL="474121" indent="-474121">
              <a:spcAft>
                <a:spcPts val="1333"/>
              </a:spcAft>
              <a:buFont typeface="+mj-lt"/>
              <a:buAutoNum type="arabicPeriod"/>
              <a:defRPr sz="1867">
                <a:solidFill>
                  <a:srgbClr val="FFFFFF"/>
                </a:solidFill>
                <a:latin typeface="+mj-lt"/>
              </a:defRPr>
            </a:lvl1pPr>
            <a:lvl2pPr marL="723882" indent="-249760">
              <a:spcAft>
                <a:spcPts val="1333"/>
              </a:spcAft>
              <a:defRPr sz="1867">
                <a:solidFill>
                  <a:srgbClr val="FFFFFF"/>
                </a:solidFill>
                <a:latin typeface="+mj-lt"/>
              </a:defRPr>
            </a:lvl2pPr>
            <a:lvl3pPr marL="960943" indent="-237061">
              <a:spcAft>
                <a:spcPts val="1333"/>
              </a:spcAft>
              <a:defRPr sz="1867">
                <a:solidFill>
                  <a:srgbClr val="FFFFFF"/>
                </a:solidFill>
                <a:latin typeface="+mj-lt"/>
              </a:defRPr>
            </a:lvl3pPr>
            <a:lvl4pPr marL="1198003" indent="-237061">
              <a:spcAft>
                <a:spcPts val="1333"/>
              </a:spcAft>
              <a:defRPr sz="1867">
                <a:solidFill>
                  <a:srgbClr val="FFFFFF"/>
                </a:solidFill>
                <a:latin typeface="+mj-lt"/>
              </a:defRPr>
            </a:lvl4pPr>
            <a:lvl5pPr marL="1435064" indent="-237061">
              <a:spcAft>
                <a:spcPts val="1333"/>
              </a:spcAft>
              <a:defRPr sz="1867">
                <a:solidFill>
                  <a:srgbClr val="FFFFFF"/>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11"/>
          </p:nvPr>
        </p:nvSpPr>
        <p:spPr/>
        <p:txBody>
          <a:bodyPr/>
          <a:lstStyle>
            <a:lvl1pPr>
              <a:defRPr>
                <a:solidFill>
                  <a:srgbClr val="FFFFFF"/>
                </a:solidFill>
              </a:defRPr>
            </a:lvl1pPr>
          </a:lstStyle>
          <a:p>
            <a:endParaRPr lang="de-DE"/>
          </a:p>
        </p:txBody>
      </p:sp>
      <p:sp>
        <p:nvSpPr>
          <p:cNvPr id="8" name="Inhaltsplatzhalter 3"/>
          <p:cNvSpPr>
            <a:spLocks noGrp="1"/>
          </p:cNvSpPr>
          <p:nvPr>
            <p:ph sz="half" idx="13"/>
          </p:nvPr>
        </p:nvSpPr>
        <p:spPr>
          <a:xfrm>
            <a:off x="8188800" y="1828800"/>
            <a:ext cx="3504000" cy="3120000"/>
          </a:xfrm>
        </p:spPr>
        <p:txBody>
          <a:bodyPr>
            <a:noAutofit/>
          </a:bodyPr>
          <a:lstStyle>
            <a:lvl1pPr marL="474121" indent="-474121">
              <a:spcAft>
                <a:spcPts val="1333"/>
              </a:spcAft>
              <a:buFont typeface="+mj-lt"/>
              <a:buAutoNum type="arabicPeriod"/>
              <a:defRPr sz="1867">
                <a:solidFill>
                  <a:srgbClr val="FFFFFF"/>
                </a:solidFill>
                <a:latin typeface="+mj-lt"/>
              </a:defRPr>
            </a:lvl1pPr>
            <a:lvl2pPr marL="723882" indent="-249760">
              <a:spcAft>
                <a:spcPts val="1333"/>
              </a:spcAft>
              <a:defRPr sz="1867">
                <a:solidFill>
                  <a:srgbClr val="FFFFFF"/>
                </a:solidFill>
                <a:latin typeface="+mj-lt"/>
              </a:defRPr>
            </a:lvl2pPr>
            <a:lvl3pPr marL="960943" indent="-237061">
              <a:spcAft>
                <a:spcPts val="1333"/>
              </a:spcAft>
              <a:defRPr sz="1867">
                <a:solidFill>
                  <a:srgbClr val="FFFFFF"/>
                </a:solidFill>
                <a:latin typeface="+mj-lt"/>
              </a:defRPr>
            </a:lvl3pPr>
            <a:lvl4pPr marL="1198003" indent="-237061">
              <a:spcAft>
                <a:spcPts val="1333"/>
              </a:spcAft>
              <a:defRPr sz="1867">
                <a:solidFill>
                  <a:srgbClr val="FFFFFF"/>
                </a:solidFill>
                <a:latin typeface="+mj-lt"/>
              </a:defRPr>
            </a:lvl4pPr>
            <a:lvl5pPr marL="1435064" indent="-237061">
              <a:spcAft>
                <a:spcPts val="1333"/>
              </a:spcAft>
              <a:defRPr sz="1867">
                <a:solidFill>
                  <a:srgbClr val="FFFFFF"/>
                </a:solidFill>
                <a:latin typeface="+mj-lt"/>
              </a:defRPr>
            </a:lvl5pPr>
            <a:lvl6pPr>
              <a:defRPr sz="2400"/>
            </a:lvl6pPr>
            <a:lvl7pPr>
              <a:defRPr sz="2400"/>
            </a:lvl7pPr>
            <a:lvl8pPr>
              <a:defRPr sz="2400"/>
            </a:lvl8pPr>
            <a:lvl9pPr>
              <a:defRPr sz="2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pic>
        <p:nvPicPr>
          <p:cNvPr id="9" name="EON_Logo_w"/>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48001" y="5764800"/>
            <a:ext cx="2072260" cy="614400"/>
          </a:xfrm>
          <a:prstGeom prst="rect">
            <a:avLst/>
          </a:prstGeom>
        </p:spPr>
      </p:pic>
    </p:spTree>
    <p:extLst>
      <p:ext uri="{BB962C8B-B14F-4D97-AF65-F5344CB8AC3E}">
        <p14:creationId xmlns:p14="http://schemas.microsoft.com/office/powerpoint/2010/main" val="1449866960"/>
      </p:ext>
    </p:extLst>
  </p:cSld>
  <p:clrMapOvr>
    <a:masterClrMapping/>
  </p:clrMapOvr>
  <p:hf hdr="0" ftr="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hapter less colour">
    <p:spTree>
      <p:nvGrpSpPr>
        <p:cNvPr id="1" name=""/>
        <p:cNvGrpSpPr/>
        <p:nvPr/>
      </p:nvGrpSpPr>
      <p:grpSpPr>
        <a:xfrm>
          <a:off x="0" y="0"/>
          <a:ext cx="0" cy="0"/>
          <a:chOff x="0" y="0"/>
          <a:chExt cx="0" cy="0"/>
        </a:xfrm>
      </p:grpSpPr>
      <p:sp>
        <p:nvSpPr>
          <p:cNvPr id="2" name="Titel 1"/>
          <p:cNvSpPr>
            <a:spLocks noGrp="1"/>
          </p:cNvSpPr>
          <p:nvPr>
            <p:ph type="title"/>
          </p:nvPr>
        </p:nvSpPr>
        <p:spPr>
          <a:xfrm>
            <a:off x="2088000" y="1545600"/>
            <a:ext cx="8016000" cy="3432000"/>
          </a:xfrm>
        </p:spPr>
        <p:txBody>
          <a:bodyPr anchor="b" anchorCtr="0">
            <a:noAutofit/>
          </a:bodyPr>
          <a:lstStyle>
            <a:lvl1pPr algn="r">
              <a:lnSpc>
                <a:spcPts val="8533"/>
              </a:lnSpc>
              <a:defRPr sz="8533" b="0" cap="none" baseline="0"/>
            </a:lvl1pPr>
          </a:lstStyle>
          <a:p>
            <a:r>
              <a:rPr lang="de-DE"/>
              <a:t>Mastertitelformat bearbeiten</a:t>
            </a:r>
          </a:p>
        </p:txBody>
      </p:sp>
      <p:grpSp>
        <p:nvGrpSpPr>
          <p:cNvPr id="10" name="Gruppieren 9"/>
          <p:cNvGrpSpPr/>
          <p:nvPr userDrawn="1"/>
        </p:nvGrpSpPr>
        <p:grpSpPr>
          <a:xfrm>
            <a:off x="10632000" y="0"/>
            <a:ext cx="1560000" cy="6859200"/>
            <a:chOff x="7974000" y="0"/>
            <a:chExt cx="1170000" cy="5144400"/>
          </a:xfrm>
        </p:grpSpPr>
        <p:sp>
          <p:nvSpPr>
            <p:cNvPr id="7" name="Rechteck 6"/>
            <p:cNvSpPr/>
            <p:nvPr userDrawn="1"/>
          </p:nvSpPr>
          <p:spPr>
            <a:xfrm>
              <a:off x="8766000" y="0"/>
              <a:ext cx="378000" cy="5144400"/>
            </a:xfrm>
            <a:prstGeom prst="rect">
              <a:avLst/>
            </a:prstGeom>
            <a:solidFill>
              <a:srgbClr val="5CC1C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8" name="Rechteck 7"/>
            <p:cNvSpPr/>
            <p:nvPr userDrawn="1"/>
          </p:nvSpPr>
          <p:spPr>
            <a:xfrm>
              <a:off x="8197200" y="0"/>
              <a:ext cx="568800" cy="51444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7974000" y="0"/>
              <a:ext cx="223200" cy="5144400"/>
            </a:xfrm>
            <a:prstGeom prst="rect">
              <a:avLst/>
            </a:prstGeom>
            <a:solidFill>
              <a:srgbClr val="B0040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spTree>
    <p:extLst>
      <p:ext uri="{BB962C8B-B14F-4D97-AF65-F5344CB8AC3E}">
        <p14:creationId xmlns:p14="http://schemas.microsoft.com/office/powerpoint/2010/main" val="1102428180"/>
      </p:ext>
    </p:extLst>
  </p:cSld>
  <p:clrMapOvr>
    <a:masterClrMapping/>
  </p:clrMapOvr>
  <p:hf hdr="0" ftr="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hapter full color 1">
    <p:spTree>
      <p:nvGrpSpPr>
        <p:cNvPr id="1" name=""/>
        <p:cNvGrpSpPr/>
        <p:nvPr/>
      </p:nvGrpSpPr>
      <p:grpSpPr>
        <a:xfrm>
          <a:off x="0" y="0"/>
          <a:ext cx="0" cy="0"/>
          <a:chOff x="0" y="0"/>
          <a:chExt cx="0" cy="0"/>
        </a:xfrm>
      </p:grpSpPr>
      <p:sp>
        <p:nvSpPr>
          <p:cNvPr id="2" name="Titel 1"/>
          <p:cNvSpPr>
            <a:spLocks noGrp="1"/>
          </p:cNvSpPr>
          <p:nvPr>
            <p:ph type="title"/>
          </p:nvPr>
        </p:nvSpPr>
        <p:spPr>
          <a:xfrm>
            <a:off x="350400" y="1545600"/>
            <a:ext cx="8016000" cy="3432000"/>
          </a:xfrm>
        </p:spPr>
        <p:txBody>
          <a:bodyPr anchor="b" anchorCtr="0">
            <a:noAutofit/>
          </a:bodyPr>
          <a:lstStyle>
            <a:lvl1pPr algn="r">
              <a:lnSpc>
                <a:spcPts val="8533"/>
              </a:lnSpc>
              <a:defRPr sz="8533" b="0" cap="none" baseline="0">
                <a:solidFill>
                  <a:srgbClr val="FFFFFF"/>
                </a:solidFill>
              </a:defRPr>
            </a:lvl1pPr>
          </a:lstStyle>
          <a:p>
            <a:r>
              <a:rPr lang="de-DE"/>
              <a:t>Mastertitelformat bearbeiten</a:t>
            </a:r>
          </a:p>
        </p:txBody>
      </p:sp>
      <p:grpSp>
        <p:nvGrpSpPr>
          <p:cNvPr id="3" name="Gruppieren 2"/>
          <p:cNvGrpSpPr/>
          <p:nvPr userDrawn="1"/>
        </p:nvGrpSpPr>
        <p:grpSpPr>
          <a:xfrm>
            <a:off x="8870400" y="0"/>
            <a:ext cx="3321600" cy="6859200"/>
            <a:chOff x="6652800" y="0"/>
            <a:chExt cx="2491200" cy="5144400"/>
          </a:xfrm>
        </p:grpSpPr>
        <p:sp>
          <p:nvSpPr>
            <p:cNvPr id="8" name="Rechteck 7"/>
            <p:cNvSpPr/>
            <p:nvPr userDrawn="1"/>
          </p:nvSpPr>
          <p:spPr>
            <a:xfrm>
              <a:off x="7030800" y="0"/>
              <a:ext cx="2113200" cy="51444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6652800" y="0"/>
              <a:ext cx="378000" cy="5144400"/>
            </a:xfrm>
            <a:prstGeom prst="rect">
              <a:avLst/>
            </a:prstGeom>
            <a:solidFill>
              <a:srgbClr val="B0040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spTree>
    <p:extLst>
      <p:ext uri="{BB962C8B-B14F-4D97-AF65-F5344CB8AC3E}">
        <p14:creationId xmlns:p14="http://schemas.microsoft.com/office/powerpoint/2010/main" val="1521413056"/>
      </p:ext>
    </p:extLst>
  </p:cSld>
  <p:clrMapOvr>
    <a:masterClrMapping/>
  </p:clrMapOvr>
  <p:hf hdr="0" ftr="0"/>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hapter full color 2">
    <p:spTree>
      <p:nvGrpSpPr>
        <p:cNvPr id="1" name=""/>
        <p:cNvGrpSpPr/>
        <p:nvPr/>
      </p:nvGrpSpPr>
      <p:grpSpPr>
        <a:xfrm>
          <a:off x="0" y="0"/>
          <a:ext cx="0" cy="0"/>
          <a:chOff x="0" y="0"/>
          <a:chExt cx="0" cy="0"/>
        </a:xfrm>
      </p:grpSpPr>
      <p:sp>
        <p:nvSpPr>
          <p:cNvPr id="2" name="Titel 1"/>
          <p:cNvSpPr>
            <a:spLocks noGrp="1"/>
          </p:cNvSpPr>
          <p:nvPr>
            <p:ph type="title"/>
          </p:nvPr>
        </p:nvSpPr>
        <p:spPr>
          <a:xfrm>
            <a:off x="1358400" y="1545600"/>
            <a:ext cx="8016000" cy="3432000"/>
          </a:xfrm>
        </p:spPr>
        <p:txBody>
          <a:bodyPr anchor="b" anchorCtr="0">
            <a:noAutofit/>
          </a:bodyPr>
          <a:lstStyle>
            <a:lvl1pPr algn="r">
              <a:lnSpc>
                <a:spcPts val="8533"/>
              </a:lnSpc>
              <a:defRPr sz="8533" b="0" cap="none" baseline="0">
                <a:solidFill>
                  <a:srgbClr val="FFFFFF"/>
                </a:solidFill>
              </a:defRPr>
            </a:lvl1pPr>
          </a:lstStyle>
          <a:p>
            <a:r>
              <a:rPr lang="de-DE"/>
              <a:t>Mastertitelformat bearbeiten</a:t>
            </a:r>
          </a:p>
        </p:txBody>
      </p:sp>
      <p:sp>
        <p:nvSpPr>
          <p:cNvPr id="8" name="Rechteck 7"/>
          <p:cNvSpPr/>
          <p:nvPr userDrawn="1"/>
        </p:nvSpPr>
        <p:spPr>
          <a:xfrm>
            <a:off x="9878400" y="0"/>
            <a:ext cx="2313600" cy="68592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0" y="0"/>
            <a:ext cx="801600" cy="6859200"/>
          </a:xfrm>
          <a:prstGeom prst="rect">
            <a:avLst/>
          </a:prstGeom>
          <a:solidFill>
            <a:srgbClr val="E3E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Tree>
    <p:extLst>
      <p:ext uri="{BB962C8B-B14F-4D97-AF65-F5344CB8AC3E}">
        <p14:creationId xmlns:p14="http://schemas.microsoft.com/office/powerpoint/2010/main" val="1574164823"/>
      </p:ext>
    </p:extLst>
  </p:cSld>
  <p:clrMapOvr>
    <a:masterClrMapping/>
  </p:clrMapOvr>
  <p:hf hdr="0" ft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losing chart less color">
    <p:spTree>
      <p:nvGrpSpPr>
        <p:cNvPr id="1" name=""/>
        <p:cNvGrpSpPr/>
        <p:nvPr/>
      </p:nvGrpSpPr>
      <p:grpSpPr>
        <a:xfrm>
          <a:off x="0" y="0"/>
          <a:ext cx="0" cy="0"/>
          <a:chOff x="0" y="0"/>
          <a:chExt cx="0" cy="0"/>
        </a:xfrm>
      </p:grpSpPr>
      <p:pic>
        <p:nvPicPr>
          <p:cNvPr id="5" name="EON_Logo_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05601" y="4348800"/>
            <a:ext cx="2833169" cy="840000"/>
          </a:xfrm>
          <a:prstGeom prst="rect">
            <a:avLst/>
          </a:prstGeom>
        </p:spPr>
      </p:pic>
      <p:grpSp>
        <p:nvGrpSpPr>
          <p:cNvPr id="11" name="Gruppieren 10"/>
          <p:cNvGrpSpPr/>
          <p:nvPr userDrawn="1"/>
        </p:nvGrpSpPr>
        <p:grpSpPr>
          <a:xfrm>
            <a:off x="10632000" y="0"/>
            <a:ext cx="1560000" cy="6859200"/>
            <a:chOff x="7974000" y="0"/>
            <a:chExt cx="1170000" cy="5144400"/>
          </a:xfrm>
        </p:grpSpPr>
        <p:sp>
          <p:nvSpPr>
            <p:cNvPr id="8" name="Rechteck 7"/>
            <p:cNvSpPr/>
            <p:nvPr userDrawn="1"/>
          </p:nvSpPr>
          <p:spPr>
            <a:xfrm>
              <a:off x="8766000" y="0"/>
              <a:ext cx="378000" cy="5144400"/>
            </a:xfrm>
            <a:prstGeom prst="rect">
              <a:avLst/>
            </a:prstGeom>
            <a:solidFill>
              <a:srgbClr val="5CC1C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8197200" y="0"/>
              <a:ext cx="568800" cy="5144400"/>
            </a:xfrm>
            <a:prstGeom prst="rect">
              <a:avLst/>
            </a:prstGeom>
            <a:solidFill>
              <a:srgbClr val="EA1C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10" name="Rechteck 9"/>
            <p:cNvSpPr/>
            <p:nvPr userDrawn="1"/>
          </p:nvSpPr>
          <p:spPr>
            <a:xfrm>
              <a:off x="7974000" y="0"/>
              <a:ext cx="223200" cy="5144400"/>
            </a:xfrm>
            <a:prstGeom prst="rect">
              <a:avLst/>
            </a:prstGeom>
            <a:solidFill>
              <a:srgbClr val="B0040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sp>
        <p:nvSpPr>
          <p:cNvPr id="3" name="Textplatzhalter 2"/>
          <p:cNvSpPr>
            <a:spLocks noGrp="1"/>
          </p:cNvSpPr>
          <p:nvPr>
            <p:ph type="body" sz="quarter" idx="10"/>
          </p:nvPr>
        </p:nvSpPr>
        <p:spPr>
          <a:xfrm>
            <a:off x="3739200" y="1545600"/>
            <a:ext cx="6388800" cy="1440000"/>
          </a:xfrm>
        </p:spPr>
        <p:txBody>
          <a:bodyPr/>
          <a:lstStyle>
            <a:lvl1pPr algn="r">
              <a:lnSpc>
                <a:spcPct val="100000"/>
              </a:lnSpc>
              <a:spcAft>
                <a:spcPts val="0"/>
              </a:spcAft>
              <a:defRPr sz="8000">
                <a:solidFill>
                  <a:srgbClr val="EA1C0A"/>
                </a:solidFill>
                <a:latin typeface="+mj-lt"/>
              </a:defRPr>
            </a:lvl1pPr>
            <a:lvl2pPr algn="r">
              <a:lnSpc>
                <a:spcPct val="100000"/>
              </a:lnSpc>
              <a:spcAft>
                <a:spcPts val="0"/>
              </a:spcAft>
              <a:defRPr sz="8000">
                <a:solidFill>
                  <a:srgbClr val="EA1C0A"/>
                </a:solidFill>
                <a:latin typeface="+mj-lt"/>
              </a:defRPr>
            </a:lvl2pPr>
            <a:lvl3pPr algn="r">
              <a:lnSpc>
                <a:spcPct val="100000"/>
              </a:lnSpc>
              <a:spcAft>
                <a:spcPts val="0"/>
              </a:spcAft>
              <a:defRPr sz="8000">
                <a:solidFill>
                  <a:srgbClr val="EA1C0A"/>
                </a:solidFill>
                <a:latin typeface="+mj-lt"/>
              </a:defRPr>
            </a:lvl3pPr>
            <a:lvl4pPr algn="r">
              <a:lnSpc>
                <a:spcPct val="100000"/>
              </a:lnSpc>
              <a:spcAft>
                <a:spcPts val="0"/>
              </a:spcAft>
              <a:defRPr sz="8000">
                <a:solidFill>
                  <a:srgbClr val="EA1C0A"/>
                </a:solidFill>
                <a:latin typeface="+mj-lt"/>
              </a:defRPr>
            </a:lvl4pPr>
            <a:lvl5pPr algn="r">
              <a:lnSpc>
                <a:spcPct val="100000"/>
              </a:lnSpc>
              <a:spcAft>
                <a:spcPts val="0"/>
              </a:spcAft>
              <a:defRPr sz="8000">
                <a:solidFill>
                  <a:srgbClr val="EA1C0A"/>
                </a:solidFill>
                <a:latin typeface="+mj-lt"/>
              </a:defRPr>
            </a:lvl5pPr>
          </a:lstStyle>
          <a:p>
            <a:pPr lvl="0"/>
            <a:r>
              <a:rPr lang="de-DE"/>
              <a:t>Mastertextformat bearbeiten</a:t>
            </a:r>
          </a:p>
        </p:txBody>
      </p:sp>
      <p:sp>
        <p:nvSpPr>
          <p:cNvPr id="7" name="Textplatzhalter 6"/>
          <p:cNvSpPr>
            <a:spLocks noGrp="1"/>
          </p:cNvSpPr>
          <p:nvPr>
            <p:ph type="body" sz="quarter" idx="11"/>
          </p:nvPr>
        </p:nvSpPr>
        <p:spPr>
          <a:xfrm>
            <a:off x="3739200" y="3024000"/>
            <a:ext cx="6388800" cy="1032000"/>
          </a:xfrm>
        </p:spPr>
        <p:txBody>
          <a:bodyPr/>
          <a:lstStyle>
            <a:lvl1pPr algn="r">
              <a:lnSpc>
                <a:spcPct val="100000"/>
              </a:lnSpc>
              <a:spcAft>
                <a:spcPts val="0"/>
              </a:spcAft>
              <a:defRPr sz="3333">
                <a:solidFill>
                  <a:srgbClr val="EA1C0A"/>
                </a:solidFill>
              </a:defRPr>
            </a:lvl1pPr>
          </a:lstStyle>
          <a:p>
            <a:pPr lvl="0"/>
            <a:r>
              <a:rPr lang="de-DE"/>
              <a:t>Mastertextformat bearbeiten</a:t>
            </a:r>
          </a:p>
        </p:txBody>
      </p:sp>
    </p:spTree>
    <p:extLst>
      <p:ext uri="{BB962C8B-B14F-4D97-AF65-F5344CB8AC3E}">
        <p14:creationId xmlns:p14="http://schemas.microsoft.com/office/powerpoint/2010/main" val="3523062154"/>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losing chart full color">
    <p:spTree>
      <p:nvGrpSpPr>
        <p:cNvPr id="1" name=""/>
        <p:cNvGrpSpPr/>
        <p:nvPr/>
      </p:nvGrpSpPr>
      <p:grpSpPr>
        <a:xfrm>
          <a:off x="0" y="0"/>
          <a:ext cx="0" cy="0"/>
          <a:chOff x="0" y="0"/>
          <a:chExt cx="0" cy="0"/>
        </a:xfrm>
      </p:grpSpPr>
      <p:sp>
        <p:nvSpPr>
          <p:cNvPr id="8" name="Rechteck 7"/>
          <p:cNvSpPr/>
          <p:nvPr userDrawn="1"/>
        </p:nvSpPr>
        <p:spPr>
          <a:xfrm>
            <a:off x="1051200" y="0"/>
            <a:ext cx="504000" cy="6859200"/>
          </a:xfrm>
          <a:prstGeom prst="rect">
            <a:avLst/>
          </a:prstGeom>
          <a:solidFill>
            <a:srgbClr val="5CC1C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9" name="Rechteck 8"/>
          <p:cNvSpPr/>
          <p:nvPr userDrawn="1"/>
        </p:nvSpPr>
        <p:spPr>
          <a:xfrm>
            <a:off x="0" y="0"/>
            <a:ext cx="1051200" cy="6859200"/>
          </a:xfrm>
          <a:prstGeom prst="rect">
            <a:avLst/>
          </a:prstGeom>
          <a:solidFill>
            <a:srgbClr val="E3E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10" name="Rechteck 9"/>
          <p:cNvSpPr/>
          <p:nvPr userDrawn="1"/>
        </p:nvSpPr>
        <p:spPr>
          <a:xfrm>
            <a:off x="8457600" y="0"/>
            <a:ext cx="3734400" cy="6859200"/>
          </a:xfrm>
          <a:prstGeom prst="rect">
            <a:avLst/>
          </a:prstGeom>
          <a:solidFill>
            <a:srgbClr val="B0040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pic>
        <p:nvPicPr>
          <p:cNvPr id="2" name="EON_Logo_w"/>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121601" y="4348800"/>
            <a:ext cx="2833169" cy="840000"/>
          </a:xfrm>
          <a:prstGeom prst="rect">
            <a:avLst/>
          </a:prstGeom>
        </p:spPr>
      </p:pic>
      <p:sp>
        <p:nvSpPr>
          <p:cNvPr id="4" name="Textplatzhalter 3"/>
          <p:cNvSpPr>
            <a:spLocks noGrp="1"/>
          </p:cNvSpPr>
          <p:nvPr>
            <p:ph type="body" sz="quarter" idx="10"/>
          </p:nvPr>
        </p:nvSpPr>
        <p:spPr>
          <a:xfrm>
            <a:off x="1555200" y="1545600"/>
            <a:ext cx="6388800" cy="1440000"/>
          </a:xfrm>
        </p:spPr>
        <p:txBody>
          <a:bodyPr/>
          <a:lstStyle>
            <a:lvl1pPr algn="r">
              <a:lnSpc>
                <a:spcPct val="100000"/>
              </a:lnSpc>
              <a:spcAft>
                <a:spcPts val="0"/>
              </a:spcAft>
              <a:defRPr sz="8000">
                <a:solidFill>
                  <a:srgbClr val="FFFFFF"/>
                </a:solidFill>
                <a:latin typeface="+mj-lt"/>
              </a:defRPr>
            </a:lvl1pPr>
            <a:lvl2pPr algn="r">
              <a:lnSpc>
                <a:spcPct val="100000"/>
              </a:lnSpc>
              <a:spcAft>
                <a:spcPts val="0"/>
              </a:spcAft>
              <a:defRPr sz="8000">
                <a:solidFill>
                  <a:srgbClr val="FFFFFF"/>
                </a:solidFill>
                <a:latin typeface="+mj-lt"/>
              </a:defRPr>
            </a:lvl2pPr>
            <a:lvl3pPr algn="r">
              <a:lnSpc>
                <a:spcPct val="100000"/>
              </a:lnSpc>
              <a:spcAft>
                <a:spcPts val="0"/>
              </a:spcAft>
              <a:defRPr sz="8000">
                <a:solidFill>
                  <a:srgbClr val="FFFFFF"/>
                </a:solidFill>
                <a:latin typeface="+mj-lt"/>
              </a:defRPr>
            </a:lvl3pPr>
            <a:lvl4pPr algn="r">
              <a:lnSpc>
                <a:spcPct val="100000"/>
              </a:lnSpc>
              <a:spcAft>
                <a:spcPts val="0"/>
              </a:spcAft>
              <a:defRPr sz="8000">
                <a:solidFill>
                  <a:srgbClr val="FFFFFF"/>
                </a:solidFill>
                <a:latin typeface="+mj-lt"/>
              </a:defRPr>
            </a:lvl4pPr>
            <a:lvl5pPr algn="r">
              <a:lnSpc>
                <a:spcPct val="100000"/>
              </a:lnSpc>
              <a:spcAft>
                <a:spcPts val="0"/>
              </a:spcAft>
              <a:defRPr sz="8000">
                <a:solidFill>
                  <a:srgbClr val="FFFFFF"/>
                </a:solidFill>
                <a:latin typeface="+mj-lt"/>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Textplatzhalter 6"/>
          <p:cNvSpPr>
            <a:spLocks noGrp="1"/>
          </p:cNvSpPr>
          <p:nvPr>
            <p:ph type="body" sz="quarter" idx="11"/>
          </p:nvPr>
        </p:nvSpPr>
        <p:spPr>
          <a:xfrm>
            <a:off x="1555200" y="3024000"/>
            <a:ext cx="6388800" cy="1032000"/>
          </a:xfrm>
        </p:spPr>
        <p:txBody>
          <a:bodyPr/>
          <a:lstStyle>
            <a:lvl1pPr algn="r">
              <a:lnSpc>
                <a:spcPct val="100000"/>
              </a:lnSpc>
              <a:spcAft>
                <a:spcPts val="0"/>
              </a:spcAft>
              <a:defRPr sz="3333">
                <a:solidFill>
                  <a:srgbClr val="FFFFFF"/>
                </a:solidFill>
              </a:defRPr>
            </a:lvl1pPr>
            <a:lvl2pPr algn="r">
              <a:lnSpc>
                <a:spcPct val="100000"/>
              </a:lnSpc>
              <a:spcAft>
                <a:spcPts val="0"/>
              </a:spcAft>
              <a:defRPr sz="3333">
                <a:solidFill>
                  <a:srgbClr val="FFFFFF"/>
                </a:solidFill>
              </a:defRPr>
            </a:lvl2pPr>
            <a:lvl3pPr algn="r">
              <a:lnSpc>
                <a:spcPct val="100000"/>
              </a:lnSpc>
              <a:spcAft>
                <a:spcPts val="0"/>
              </a:spcAft>
              <a:defRPr sz="3333">
                <a:solidFill>
                  <a:srgbClr val="FFFFFF"/>
                </a:solidFill>
              </a:defRPr>
            </a:lvl3pPr>
            <a:lvl4pPr algn="r">
              <a:lnSpc>
                <a:spcPct val="100000"/>
              </a:lnSpc>
              <a:spcAft>
                <a:spcPts val="0"/>
              </a:spcAft>
              <a:defRPr sz="3333">
                <a:solidFill>
                  <a:srgbClr val="FFFFFF"/>
                </a:solidFill>
              </a:defRPr>
            </a:lvl4pPr>
            <a:lvl5pPr algn="r">
              <a:lnSpc>
                <a:spcPct val="100000"/>
              </a:lnSpc>
              <a:spcAft>
                <a:spcPts val="0"/>
              </a:spcAft>
              <a:defRPr sz="3333">
                <a:solidFill>
                  <a:srgbClr val="FFFFFF"/>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3417233919"/>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012DAF-AF01-310E-EEE9-CC4AB4FEB25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a:p>
        </p:txBody>
      </p:sp>
      <p:sp>
        <p:nvSpPr>
          <p:cNvPr id="3" name="Untertitel 2">
            <a:extLst>
              <a:ext uri="{FF2B5EF4-FFF2-40B4-BE49-F238E27FC236}">
                <a16:creationId xmlns:a16="http://schemas.microsoft.com/office/drawing/2014/main" id="{1EC6F019-A669-B4F7-C744-0B7D4AE64E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sp>
        <p:nvSpPr>
          <p:cNvPr id="4" name="Datumsplatzhalter 3">
            <a:extLst>
              <a:ext uri="{FF2B5EF4-FFF2-40B4-BE49-F238E27FC236}">
                <a16:creationId xmlns:a16="http://schemas.microsoft.com/office/drawing/2014/main" id="{30A42AC9-09EF-E5A1-19C4-3F616D5A392D}"/>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5" name="Fußzeilenplatzhalter 4">
            <a:extLst>
              <a:ext uri="{FF2B5EF4-FFF2-40B4-BE49-F238E27FC236}">
                <a16:creationId xmlns:a16="http://schemas.microsoft.com/office/drawing/2014/main" id="{9C11EFF8-4403-F070-7176-EF02272E9E61}"/>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AB7A2DA9-A69E-D48B-6461-B8BC65EBC831}"/>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28835513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348589B-D7B8-DDB7-7330-FA844B8DE5D6}"/>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D3906996-E608-F6E8-D3C4-5C21781BC123}"/>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3729BB94-1E8A-1A6D-40A6-96A93AEFBC3F}"/>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5" name="Fußzeilenplatzhalter 4">
            <a:extLst>
              <a:ext uri="{FF2B5EF4-FFF2-40B4-BE49-F238E27FC236}">
                <a16:creationId xmlns:a16="http://schemas.microsoft.com/office/drawing/2014/main" id="{F0C8D20E-8032-0493-CACC-4DB1500C7740}"/>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74B07B7B-F32E-73F5-8269-E2524DC29C03}"/>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4894957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A22183-5676-FC14-1F79-85E63907AF88}"/>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a:p>
        </p:txBody>
      </p:sp>
      <p:sp>
        <p:nvSpPr>
          <p:cNvPr id="3" name="Textplatzhalter 2">
            <a:extLst>
              <a:ext uri="{FF2B5EF4-FFF2-40B4-BE49-F238E27FC236}">
                <a16:creationId xmlns:a16="http://schemas.microsoft.com/office/drawing/2014/main" id="{8F5145F9-A0A3-D286-EF07-E200E05C20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7F29C50B-8867-61F8-E608-20A6F11AB9F1}"/>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5" name="Fußzeilenplatzhalter 4">
            <a:extLst>
              <a:ext uri="{FF2B5EF4-FFF2-40B4-BE49-F238E27FC236}">
                <a16:creationId xmlns:a16="http://schemas.microsoft.com/office/drawing/2014/main" id="{D362BEFE-A01E-695E-98F7-C972BC3E37FF}"/>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A9B476EA-A45E-9BD9-1FD4-7BA8943D8CB4}"/>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29638849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C2D4E7-A405-E701-766A-FD3E258CDDC0}"/>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34F050B3-D7D9-4414-DCF5-E25D136607FA}"/>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Inhaltsplatzhalter 3">
            <a:extLst>
              <a:ext uri="{FF2B5EF4-FFF2-40B4-BE49-F238E27FC236}">
                <a16:creationId xmlns:a16="http://schemas.microsoft.com/office/drawing/2014/main" id="{14480749-B550-052A-395E-4071A510F117}"/>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umsplatzhalter 4">
            <a:extLst>
              <a:ext uri="{FF2B5EF4-FFF2-40B4-BE49-F238E27FC236}">
                <a16:creationId xmlns:a16="http://schemas.microsoft.com/office/drawing/2014/main" id="{D7740241-7D34-76ED-00D9-B989010BCD57}"/>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6" name="Fußzeilenplatzhalter 5">
            <a:extLst>
              <a:ext uri="{FF2B5EF4-FFF2-40B4-BE49-F238E27FC236}">
                <a16:creationId xmlns:a16="http://schemas.microsoft.com/office/drawing/2014/main" id="{B3320733-9309-4292-0983-A01E232BE833}"/>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938BF80C-4C3A-0EE3-02D7-AFD640CA4125}"/>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12042731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F4EA3B-15BC-5E96-621D-18BE06B437AD}"/>
              </a:ext>
            </a:extLst>
          </p:cNvPr>
          <p:cNvSpPr>
            <a:spLocks noGrp="1"/>
          </p:cNvSpPr>
          <p:nvPr>
            <p:ph type="title"/>
          </p:nvPr>
        </p:nvSpPr>
        <p:spPr>
          <a:xfrm>
            <a:off x="839788" y="365125"/>
            <a:ext cx="10515600" cy="1325563"/>
          </a:xfrm>
        </p:spPr>
        <p:txBody>
          <a:bodyPr/>
          <a:lstStyle/>
          <a:p>
            <a:r>
              <a:rPr lang="de-DE"/>
              <a:t>Mastertitelformat bearbeiten</a:t>
            </a:r>
            <a:endParaRPr lang="en-US"/>
          </a:p>
        </p:txBody>
      </p:sp>
      <p:sp>
        <p:nvSpPr>
          <p:cNvPr id="3" name="Textplatzhalter 2">
            <a:extLst>
              <a:ext uri="{FF2B5EF4-FFF2-40B4-BE49-F238E27FC236}">
                <a16:creationId xmlns:a16="http://schemas.microsoft.com/office/drawing/2014/main" id="{D4127C0B-BA6F-A7B0-1A56-E572C5F6E7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FEE855DE-1874-7D24-63E8-2590DF321A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platzhalter 4">
            <a:extLst>
              <a:ext uri="{FF2B5EF4-FFF2-40B4-BE49-F238E27FC236}">
                <a16:creationId xmlns:a16="http://schemas.microsoft.com/office/drawing/2014/main" id="{C8F0CB7B-14C1-AD61-D490-9073D49364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510201D8-A4A5-EE7E-5B84-D3507BCA46F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umsplatzhalter 6">
            <a:extLst>
              <a:ext uri="{FF2B5EF4-FFF2-40B4-BE49-F238E27FC236}">
                <a16:creationId xmlns:a16="http://schemas.microsoft.com/office/drawing/2014/main" id="{551D757C-DE0F-F31A-DCF9-1D2712172A34}"/>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8" name="Fußzeilenplatzhalter 7">
            <a:extLst>
              <a:ext uri="{FF2B5EF4-FFF2-40B4-BE49-F238E27FC236}">
                <a16:creationId xmlns:a16="http://schemas.microsoft.com/office/drawing/2014/main" id="{7CD762BB-8F9D-BF5F-5E26-9F65A3831A26}"/>
              </a:ext>
            </a:extLst>
          </p:cNvPr>
          <p:cNvSpPr>
            <a:spLocks noGrp="1"/>
          </p:cNvSpPr>
          <p:nvPr>
            <p:ph type="ftr" sz="quarter" idx="11"/>
          </p:nvPr>
        </p:nvSpPr>
        <p:spPr/>
        <p:txBody>
          <a:bodyPr/>
          <a:lstStyle/>
          <a:p>
            <a:endParaRPr lang="en-US"/>
          </a:p>
        </p:txBody>
      </p:sp>
      <p:sp>
        <p:nvSpPr>
          <p:cNvPr id="9" name="Foliennummernplatzhalter 8">
            <a:extLst>
              <a:ext uri="{FF2B5EF4-FFF2-40B4-BE49-F238E27FC236}">
                <a16:creationId xmlns:a16="http://schemas.microsoft.com/office/drawing/2014/main" id="{3BFBBCEB-7315-7D48-2580-38556BD9F3AA}"/>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2549192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D5B3E35-1C71-4CB8-7755-E12936ADFC2E}"/>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79606F7C-FCF9-420F-E45F-7CB4766B700F}"/>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4" name="Fußzeilenplatzhalter 3">
            <a:extLst>
              <a:ext uri="{FF2B5EF4-FFF2-40B4-BE49-F238E27FC236}">
                <a16:creationId xmlns:a16="http://schemas.microsoft.com/office/drawing/2014/main" id="{06052FBF-E36B-6B24-4990-DA725A2486A4}"/>
              </a:ext>
            </a:extLst>
          </p:cNvPr>
          <p:cNvSpPr>
            <a:spLocks noGrp="1"/>
          </p:cNvSpPr>
          <p:nvPr>
            <p:ph type="ftr" sz="quarter" idx="11"/>
          </p:nvPr>
        </p:nvSpPr>
        <p:spPr/>
        <p:txBody>
          <a:bodyPr/>
          <a:lstStyle/>
          <a:p>
            <a:endParaRPr lang="en-US"/>
          </a:p>
        </p:txBody>
      </p:sp>
      <p:sp>
        <p:nvSpPr>
          <p:cNvPr id="5" name="Foliennummernplatzhalter 4">
            <a:extLst>
              <a:ext uri="{FF2B5EF4-FFF2-40B4-BE49-F238E27FC236}">
                <a16:creationId xmlns:a16="http://schemas.microsoft.com/office/drawing/2014/main" id="{0A312885-BB08-5F35-B981-0BEA56D3D8E4}"/>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3116205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987704A-ED56-3201-946F-6FC3715DD8D9}"/>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3" name="Fußzeilenplatzhalter 2">
            <a:extLst>
              <a:ext uri="{FF2B5EF4-FFF2-40B4-BE49-F238E27FC236}">
                <a16:creationId xmlns:a16="http://schemas.microsoft.com/office/drawing/2014/main" id="{11013B30-5D9E-2FA0-1D0C-925987C9661A}"/>
              </a:ext>
            </a:extLst>
          </p:cNvPr>
          <p:cNvSpPr>
            <a:spLocks noGrp="1"/>
          </p:cNvSpPr>
          <p:nvPr>
            <p:ph type="ftr" sz="quarter" idx="11"/>
          </p:nvPr>
        </p:nvSpPr>
        <p:spPr/>
        <p:txBody>
          <a:bodyPr/>
          <a:lstStyle/>
          <a:p>
            <a:endParaRPr lang="en-US"/>
          </a:p>
        </p:txBody>
      </p:sp>
      <p:sp>
        <p:nvSpPr>
          <p:cNvPr id="4" name="Foliennummernplatzhalter 3">
            <a:extLst>
              <a:ext uri="{FF2B5EF4-FFF2-40B4-BE49-F238E27FC236}">
                <a16:creationId xmlns:a16="http://schemas.microsoft.com/office/drawing/2014/main" id="{2AC6FD12-36E3-8DF1-6366-F5AEE362A7DE}"/>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18289143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30119B-315D-B920-23B5-57758B0F2476}"/>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Inhaltsplatzhalter 2">
            <a:extLst>
              <a:ext uri="{FF2B5EF4-FFF2-40B4-BE49-F238E27FC236}">
                <a16:creationId xmlns:a16="http://schemas.microsoft.com/office/drawing/2014/main" id="{AF206147-CA8B-4F42-A9CC-D2E475F4726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platzhalter 3">
            <a:extLst>
              <a:ext uri="{FF2B5EF4-FFF2-40B4-BE49-F238E27FC236}">
                <a16:creationId xmlns:a16="http://schemas.microsoft.com/office/drawing/2014/main" id="{F68FB48C-1FF6-B816-B535-9C7D8A7D28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375AA089-6F12-9979-3FD2-583910D2C11F}"/>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6" name="Fußzeilenplatzhalter 5">
            <a:extLst>
              <a:ext uri="{FF2B5EF4-FFF2-40B4-BE49-F238E27FC236}">
                <a16:creationId xmlns:a16="http://schemas.microsoft.com/office/drawing/2014/main" id="{8DE48287-C351-6E27-F1CE-A0A7029CB485}"/>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CD500953-A6EB-560B-3F5D-13CA77EA663D}"/>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42303651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6C446D-9815-7A2D-8943-58EF70C3F6D0}"/>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Bildplatzhalter 2">
            <a:extLst>
              <a:ext uri="{FF2B5EF4-FFF2-40B4-BE49-F238E27FC236}">
                <a16:creationId xmlns:a16="http://schemas.microsoft.com/office/drawing/2014/main" id="{46C7C8F7-D6BB-BA0C-5F4B-202B9A7D21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platzhalter 3">
            <a:extLst>
              <a:ext uri="{FF2B5EF4-FFF2-40B4-BE49-F238E27FC236}">
                <a16:creationId xmlns:a16="http://schemas.microsoft.com/office/drawing/2014/main" id="{1D818899-8A37-28AC-6938-D2383CC79E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30D2B8E7-0FDC-4FF2-10B7-28634C432BD1}"/>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6" name="Fußzeilenplatzhalter 5">
            <a:extLst>
              <a:ext uri="{FF2B5EF4-FFF2-40B4-BE49-F238E27FC236}">
                <a16:creationId xmlns:a16="http://schemas.microsoft.com/office/drawing/2014/main" id="{AE066018-971C-3FEA-CB00-0833A256D33A}"/>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2E1D488B-F026-D3CE-EC16-19A75C2D9D5B}"/>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128478722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5AA9536-2732-44D0-F810-6E902E163522}"/>
              </a:ext>
            </a:extLst>
          </p:cNvPr>
          <p:cNvSpPr>
            <a:spLocks noGrp="1"/>
          </p:cNvSpPr>
          <p:nvPr>
            <p:ph type="title"/>
          </p:nvPr>
        </p:nvSpPr>
        <p:spPr/>
        <p:txBody>
          <a:bodyPr/>
          <a:lstStyle/>
          <a:p>
            <a:r>
              <a:rPr lang="de-DE"/>
              <a:t>Mastertitelformat bearbeiten</a:t>
            </a:r>
            <a:endParaRPr lang="en-US"/>
          </a:p>
        </p:txBody>
      </p:sp>
      <p:sp>
        <p:nvSpPr>
          <p:cNvPr id="3" name="Vertikaler Textplatzhalter 2">
            <a:extLst>
              <a:ext uri="{FF2B5EF4-FFF2-40B4-BE49-F238E27FC236}">
                <a16:creationId xmlns:a16="http://schemas.microsoft.com/office/drawing/2014/main" id="{5439A2CA-DF59-8AFB-BE61-B6CE091C8255}"/>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D73F8562-92F6-D108-5E69-D47B83177C0A}"/>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5" name="Fußzeilenplatzhalter 4">
            <a:extLst>
              <a:ext uri="{FF2B5EF4-FFF2-40B4-BE49-F238E27FC236}">
                <a16:creationId xmlns:a16="http://schemas.microsoft.com/office/drawing/2014/main" id="{377E111E-FBC7-FF28-7972-028EC11448A2}"/>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17E69FAA-C3D3-0E2E-9BC5-1E26BFD252B7}"/>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21089776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9C5BD3CD-FD7F-72DC-95B7-000EE99ACC27}"/>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US"/>
          </a:p>
        </p:txBody>
      </p:sp>
      <p:sp>
        <p:nvSpPr>
          <p:cNvPr id="3" name="Vertikaler Textplatzhalter 2">
            <a:extLst>
              <a:ext uri="{FF2B5EF4-FFF2-40B4-BE49-F238E27FC236}">
                <a16:creationId xmlns:a16="http://schemas.microsoft.com/office/drawing/2014/main" id="{3B366118-9C1C-285E-4FC6-6828F6A64C1F}"/>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5D3893E1-CEC1-1BCA-AFC6-7EFC778E42DC}"/>
              </a:ext>
            </a:extLst>
          </p:cNvPr>
          <p:cNvSpPr>
            <a:spLocks noGrp="1"/>
          </p:cNvSpPr>
          <p:nvPr>
            <p:ph type="dt" sz="half" idx="10"/>
          </p:nvPr>
        </p:nvSpPr>
        <p:spPr/>
        <p:txBody>
          <a:bodyPr/>
          <a:lstStyle/>
          <a:p>
            <a:fld id="{136F06B5-FD65-46B9-9D3A-99231A382F68}" type="datetimeFigureOut">
              <a:rPr lang="en-US" smtClean="0"/>
              <a:t>5/30/2026</a:t>
            </a:fld>
            <a:endParaRPr lang="en-US"/>
          </a:p>
        </p:txBody>
      </p:sp>
      <p:sp>
        <p:nvSpPr>
          <p:cNvPr id="5" name="Fußzeilenplatzhalter 4">
            <a:extLst>
              <a:ext uri="{FF2B5EF4-FFF2-40B4-BE49-F238E27FC236}">
                <a16:creationId xmlns:a16="http://schemas.microsoft.com/office/drawing/2014/main" id="{3137B140-89B1-24E8-A5C2-AF639C28937F}"/>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1AE67003-2354-0A0C-233A-D1F66415A363}"/>
              </a:ext>
            </a:extLst>
          </p:cNvPr>
          <p:cNvSpPr>
            <a:spLocks noGrp="1"/>
          </p:cNvSpPr>
          <p:nvPr>
            <p:ph type="sldNum" sz="quarter" idx="12"/>
          </p:nvPr>
        </p:nvSpPr>
        <p:spPr/>
        <p:txBody>
          <a:bodyPr/>
          <a:lstStyle/>
          <a:p>
            <a:fld id="{688B82BA-E438-4EB8-BDDD-511404FD82EC}" type="slidenum">
              <a:rPr lang="en-US" smtClean="0"/>
              <a:t>‹Nr.›</a:t>
            </a:fld>
            <a:endParaRPr lang="en-US"/>
          </a:p>
        </p:txBody>
      </p:sp>
    </p:spTree>
    <p:extLst>
      <p:ext uri="{BB962C8B-B14F-4D97-AF65-F5344CB8AC3E}">
        <p14:creationId xmlns:p14="http://schemas.microsoft.com/office/powerpoint/2010/main" val="313911949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itelfolie 01">
    <p:spTree>
      <p:nvGrpSpPr>
        <p:cNvPr id="1" name=""/>
        <p:cNvGrpSpPr/>
        <p:nvPr/>
      </p:nvGrpSpPr>
      <p:grpSpPr>
        <a:xfrm>
          <a:off x="0" y="0"/>
          <a:ext cx="0" cy="0"/>
          <a:chOff x="0" y="0"/>
          <a:chExt cx="0" cy="0"/>
        </a:xfrm>
      </p:grpSpPr>
      <p:sp>
        <p:nvSpPr>
          <p:cNvPr id="2" name="Titel 1"/>
          <p:cNvSpPr>
            <a:spLocks noGrp="1"/>
          </p:cNvSpPr>
          <p:nvPr>
            <p:ph type="ctrTitle" hasCustomPrompt="1"/>
          </p:nvPr>
        </p:nvSpPr>
        <p:spPr bwMode="blackWhite">
          <a:xfrm>
            <a:off x="768351" y="3095512"/>
            <a:ext cx="5325048" cy="3048435"/>
          </a:xfrm>
          <a:solidFill>
            <a:schemeClr val="accent2"/>
          </a:solidFill>
        </p:spPr>
        <p:txBody>
          <a:bodyPr lIns="396000" tIns="396000" rIns="396000" bIns="432000">
            <a:noAutofit/>
          </a:bodyPr>
          <a:lstStyle>
            <a:lvl1pPr>
              <a:defRPr sz="3200" b="0">
                <a:solidFill>
                  <a:schemeClr val="bg1"/>
                </a:solidFill>
              </a:defRPr>
            </a:lvl1pPr>
          </a:lstStyle>
          <a:p>
            <a:r>
              <a:rPr lang="de-DE" noProof="0" dirty="0"/>
              <a:t>Titel durch Klicken hinzufügen</a:t>
            </a:r>
          </a:p>
        </p:txBody>
      </p:sp>
      <p:sp>
        <p:nvSpPr>
          <p:cNvPr id="5" name="Fußzeilenplatzhalter 4"/>
          <p:cNvSpPr>
            <a:spLocks noGrp="1"/>
          </p:cNvSpPr>
          <p:nvPr>
            <p:ph type="ftr" sz="quarter" idx="11"/>
          </p:nvPr>
        </p:nvSpPr>
        <p:spPr bwMode="blackWhite">
          <a:xfrm>
            <a:off x="1295888" y="5370509"/>
            <a:ext cx="4224000" cy="205184"/>
          </a:xfrm>
        </p:spPr>
        <p:txBody>
          <a:bodyPr anchor="b" anchorCtr="0"/>
          <a:lstStyle>
            <a:lvl1pPr>
              <a:defRPr sz="1333">
                <a:solidFill>
                  <a:schemeClr val="bg1"/>
                </a:solidFill>
              </a:defRPr>
            </a:lvl1pPr>
          </a:lstStyle>
          <a:p>
            <a:r>
              <a:rPr lang="de-DE" dirty="0"/>
              <a:t>Westnetz GmbH · Name · TT Monat JJJJ</a:t>
            </a:r>
          </a:p>
        </p:txBody>
      </p:sp>
      <p:grpSp>
        <p:nvGrpSpPr>
          <p:cNvPr id="41" name="Gruppieren 40"/>
          <p:cNvGrpSpPr/>
          <p:nvPr userDrawn="1"/>
        </p:nvGrpSpPr>
        <p:grpSpPr>
          <a:xfrm>
            <a:off x="767408" y="-166621"/>
            <a:ext cx="9889099" cy="144000"/>
            <a:chOff x="575556" y="-124966"/>
            <a:chExt cx="7416824" cy="108000"/>
          </a:xfrm>
        </p:grpSpPr>
        <p:sp>
          <p:nvSpPr>
            <p:cNvPr id="42" name="Freihandform 41"/>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3" name="Freihandform 42"/>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4" name="Freihandform 43"/>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5" name="Freihandform 44"/>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46" name="Gruppieren 45"/>
          <p:cNvGrpSpPr/>
          <p:nvPr userDrawn="1"/>
        </p:nvGrpSpPr>
        <p:grpSpPr>
          <a:xfrm>
            <a:off x="767408" y="6880621"/>
            <a:ext cx="9889099" cy="144000"/>
            <a:chOff x="575556" y="5160466"/>
            <a:chExt cx="7416824" cy="108000"/>
          </a:xfrm>
        </p:grpSpPr>
        <p:sp>
          <p:nvSpPr>
            <p:cNvPr id="47" name="Freihandform 46"/>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8" name="Freihandform 47"/>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9" name="Freihandform 48"/>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0" name="Freihandform 49"/>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51" name="Gruppieren 50"/>
          <p:cNvGrpSpPr/>
          <p:nvPr userDrawn="1"/>
        </p:nvGrpSpPr>
        <p:grpSpPr>
          <a:xfrm>
            <a:off x="-221271" y="1930675"/>
            <a:ext cx="192000" cy="4234640"/>
            <a:chOff x="-165953" y="1448006"/>
            <a:chExt cx="144000" cy="3175980"/>
          </a:xfrm>
        </p:grpSpPr>
        <p:sp>
          <p:nvSpPr>
            <p:cNvPr id="52" name="Freihandform 51"/>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3" name="Freihandform 52"/>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54" name="Gruppieren 53"/>
          <p:cNvGrpSpPr/>
          <p:nvPr userDrawn="1"/>
        </p:nvGrpSpPr>
        <p:grpSpPr>
          <a:xfrm>
            <a:off x="12221656" y="1940836"/>
            <a:ext cx="192000" cy="4229040"/>
            <a:chOff x="9166242" y="1455627"/>
            <a:chExt cx="144000" cy="3171780"/>
          </a:xfrm>
        </p:grpSpPr>
        <p:sp>
          <p:nvSpPr>
            <p:cNvPr id="55" name="Freihandform 54"/>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6" name="Freihandform 55"/>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pic>
        <p:nvPicPr>
          <p:cNvPr id="23" name="Grafik 22">
            <a:extLst>
              <a:ext uri="{FF2B5EF4-FFF2-40B4-BE49-F238E27FC236}">
                <a16:creationId xmlns:a16="http://schemas.microsoft.com/office/drawing/2014/main" id="{B06A0E27-F6F3-4C73-AAF8-F99F6B325404}"/>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7" name="Grafik 6">
            <a:extLst>
              <a:ext uri="{FF2B5EF4-FFF2-40B4-BE49-F238E27FC236}">
                <a16:creationId xmlns:a16="http://schemas.microsoft.com/office/drawing/2014/main" id="{306A7367-67CE-4B73-AC1D-980111827A78}"/>
              </a:ext>
            </a:extLst>
          </p:cNvPr>
          <p:cNvPicPr>
            <a:picLocks noChangeAspect="1"/>
          </p:cNvPicPr>
          <p:nvPr userDrawn="1"/>
        </p:nvPicPr>
        <p:blipFill>
          <a:blip r:embed="rId3"/>
          <a:stretch>
            <a:fillRect/>
          </a:stretch>
        </p:blipFill>
        <p:spPr bwMode="black">
          <a:xfrm>
            <a:off x="440214" y="287999"/>
            <a:ext cx="2539977" cy="469208"/>
          </a:xfrm>
          <a:prstGeom prst="rect">
            <a:avLst/>
          </a:prstGeom>
        </p:spPr>
      </p:pic>
    </p:spTree>
    <p:extLst>
      <p:ext uri="{BB962C8B-B14F-4D97-AF65-F5344CB8AC3E}">
        <p14:creationId xmlns:p14="http://schemas.microsoft.com/office/powerpoint/2010/main" val="34782377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elfolie 02">
    <p:bg>
      <p:bgPr>
        <a:solidFill>
          <a:schemeClr val="accent4"/>
        </a:solidFill>
        <a:effectLst/>
      </p:bgPr>
    </p:bg>
    <p:spTree>
      <p:nvGrpSpPr>
        <p:cNvPr id="1" name=""/>
        <p:cNvGrpSpPr/>
        <p:nvPr/>
      </p:nvGrpSpPr>
      <p:grpSpPr>
        <a:xfrm>
          <a:off x="0" y="0"/>
          <a:ext cx="0" cy="0"/>
          <a:chOff x="0" y="0"/>
          <a:chExt cx="0" cy="0"/>
        </a:xfrm>
      </p:grpSpPr>
      <p:grpSp>
        <p:nvGrpSpPr>
          <p:cNvPr id="20" name="Gruppieren 19"/>
          <p:cNvGrpSpPr/>
          <p:nvPr userDrawn="1"/>
        </p:nvGrpSpPr>
        <p:grpSpPr>
          <a:xfrm>
            <a:off x="767408" y="-166621"/>
            <a:ext cx="9889099" cy="144000"/>
            <a:chOff x="575556" y="-124966"/>
            <a:chExt cx="7416824" cy="108000"/>
          </a:xfrm>
        </p:grpSpPr>
        <p:sp>
          <p:nvSpPr>
            <p:cNvPr id="21" name="Freihandform 20"/>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2" name="Freihandform 21"/>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3" name="Freihandform 22"/>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30" name="Freihandform 29"/>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31" name="Gruppieren 30"/>
          <p:cNvGrpSpPr/>
          <p:nvPr userDrawn="1"/>
        </p:nvGrpSpPr>
        <p:grpSpPr>
          <a:xfrm>
            <a:off x="767408" y="6880621"/>
            <a:ext cx="9889099" cy="144000"/>
            <a:chOff x="575556" y="5160466"/>
            <a:chExt cx="7416824" cy="108000"/>
          </a:xfrm>
        </p:grpSpPr>
        <p:sp>
          <p:nvSpPr>
            <p:cNvPr id="32" name="Freihandform 31"/>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3" name="Freihandform 32"/>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4" name="Freihandform 33"/>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5" name="Freihandform 34"/>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6" name="Gruppieren 35"/>
          <p:cNvGrpSpPr/>
          <p:nvPr userDrawn="1"/>
        </p:nvGrpSpPr>
        <p:grpSpPr>
          <a:xfrm>
            <a:off x="-221271" y="1930675"/>
            <a:ext cx="192000" cy="4234640"/>
            <a:chOff x="-165953" y="1448006"/>
            <a:chExt cx="144000" cy="3175980"/>
          </a:xfrm>
        </p:grpSpPr>
        <p:sp>
          <p:nvSpPr>
            <p:cNvPr id="37" name="Freihandform 36"/>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8" name="Freihandform 37"/>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9" name="Gruppieren 38"/>
          <p:cNvGrpSpPr/>
          <p:nvPr userDrawn="1"/>
        </p:nvGrpSpPr>
        <p:grpSpPr>
          <a:xfrm>
            <a:off x="12221656" y="1940836"/>
            <a:ext cx="192000" cy="4229040"/>
            <a:chOff x="9166242" y="1455627"/>
            <a:chExt cx="144000" cy="3171780"/>
          </a:xfrm>
        </p:grpSpPr>
        <p:sp>
          <p:nvSpPr>
            <p:cNvPr id="40" name="Freihandform 39"/>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1" name="Freihandform 40"/>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sp>
        <p:nvSpPr>
          <p:cNvPr id="26" name="Titel 1"/>
          <p:cNvSpPr>
            <a:spLocks noGrp="1"/>
          </p:cNvSpPr>
          <p:nvPr>
            <p:ph type="ctrTitle" hasCustomPrompt="1"/>
          </p:nvPr>
        </p:nvSpPr>
        <p:spPr bwMode="blackWhite">
          <a:xfrm>
            <a:off x="768351" y="3095512"/>
            <a:ext cx="5325048" cy="3048435"/>
          </a:xfrm>
          <a:solidFill>
            <a:schemeClr val="accent2"/>
          </a:solidFill>
        </p:spPr>
        <p:txBody>
          <a:bodyPr lIns="396000" tIns="396000" rIns="396000" bIns="432000">
            <a:noAutofit/>
          </a:bodyPr>
          <a:lstStyle>
            <a:lvl1pPr>
              <a:defRPr sz="3200" b="0">
                <a:solidFill>
                  <a:schemeClr val="bg1"/>
                </a:solidFill>
              </a:defRPr>
            </a:lvl1pPr>
          </a:lstStyle>
          <a:p>
            <a:r>
              <a:rPr lang="de-DE" noProof="0" dirty="0"/>
              <a:t>Titel durch Klicken hinzufügen</a:t>
            </a:r>
          </a:p>
        </p:txBody>
      </p:sp>
      <p:sp>
        <p:nvSpPr>
          <p:cNvPr id="27" name="Fußzeilenplatzhalter 4"/>
          <p:cNvSpPr>
            <a:spLocks noGrp="1"/>
          </p:cNvSpPr>
          <p:nvPr>
            <p:ph type="ftr" sz="quarter" idx="11"/>
          </p:nvPr>
        </p:nvSpPr>
        <p:spPr bwMode="blackWhite">
          <a:xfrm>
            <a:off x="1295888" y="5370509"/>
            <a:ext cx="4224000" cy="205184"/>
          </a:xfrm>
        </p:spPr>
        <p:txBody>
          <a:bodyPr anchor="b" anchorCtr="0"/>
          <a:lstStyle>
            <a:lvl1pPr>
              <a:defRPr sz="1333">
                <a:solidFill>
                  <a:schemeClr val="bg1"/>
                </a:solidFill>
              </a:defRPr>
            </a:lvl1pPr>
          </a:lstStyle>
          <a:p>
            <a:r>
              <a:rPr lang="de-DE" dirty="0"/>
              <a:t>Westnetz GmbH · Name · TT Monat JJJJ</a:t>
            </a:r>
          </a:p>
        </p:txBody>
      </p:sp>
      <p:pic>
        <p:nvPicPr>
          <p:cNvPr id="25" name="Grafik 24">
            <a:extLst>
              <a:ext uri="{FF2B5EF4-FFF2-40B4-BE49-F238E27FC236}">
                <a16:creationId xmlns:a16="http://schemas.microsoft.com/office/drawing/2014/main" id="{40E6AE41-F7C9-44BD-BBEC-AEE6947FFEC2}"/>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24" name="Grafik 23">
            <a:extLst>
              <a:ext uri="{FF2B5EF4-FFF2-40B4-BE49-F238E27FC236}">
                <a16:creationId xmlns:a16="http://schemas.microsoft.com/office/drawing/2014/main" id="{4485BC7C-5216-4A4B-898E-B4E4C736F7B4}"/>
              </a:ext>
            </a:extLst>
          </p:cNvPr>
          <p:cNvPicPr>
            <a:picLocks noChangeAspect="1"/>
          </p:cNvPicPr>
          <p:nvPr userDrawn="1"/>
        </p:nvPicPr>
        <p:blipFill>
          <a:blip r:embed="rId3"/>
          <a:stretch>
            <a:fillRect/>
          </a:stretch>
        </p:blipFill>
        <p:spPr bwMode="black">
          <a:xfrm>
            <a:off x="440214" y="287999"/>
            <a:ext cx="2539972" cy="469207"/>
          </a:xfrm>
          <a:prstGeom prst="rect">
            <a:avLst/>
          </a:prstGeom>
        </p:spPr>
      </p:pic>
    </p:spTree>
    <p:extLst>
      <p:ext uri="{BB962C8B-B14F-4D97-AF65-F5344CB8AC3E}">
        <p14:creationId xmlns:p14="http://schemas.microsoft.com/office/powerpoint/2010/main" val="160227162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itelfolie 03">
    <p:spTree>
      <p:nvGrpSpPr>
        <p:cNvPr id="1" name=""/>
        <p:cNvGrpSpPr/>
        <p:nvPr/>
      </p:nvGrpSpPr>
      <p:grpSpPr>
        <a:xfrm>
          <a:off x="0" y="0"/>
          <a:ext cx="0" cy="0"/>
          <a:chOff x="0" y="0"/>
          <a:chExt cx="0" cy="0"/>
        </a:xfrm>
      </p:grpSpPr>
      <p:sp>
        <p:nvSpPr>
          <p:cNvPr id="3" name="Bildplatzhalter 2"/>
          <p:cNvSpPr>
            <a:spLocks noGrp="1"/>
          </p:cNvSpPr>
          <p:nvPr>
            <p:ph type="pic" sz="quarter" idx="12"/>
          </p:nvPr>
        </p:nvSpPr>
        <p:spPr>
          <a:xfrm>
            <a:off x="0" y="-600"/>
            <a:ext cx="12192000" cy="6858600"/>
          </a:xfrm>
          <a:blipFill>
            <a:blip r:embed="rId2"/>
            <a:stretch>
              <a:fillRect/>
            </a:stretch>
          </a:blipFill>
        </p:spPr>
        <p:txBody>
          <a:bodyPr vert="horz" wrap="square" lIns="0" tIns="0" rIns="0" bIns="0" rtlCol="0">
            <a:noAutofit/>
          </a:bodyPr>
          <a:lstStyle>
            <a:lvl1pPr marL="0" indent="0" algn="ctr">
              <a:buNone/>
              <a:defRPr lang="de-DE" sz="1333" dirty="0"/>
            </a:lvl1pPr>
          </a:lstStyle>
          <a:p>
            <a:r>
              <a:rPr lang="de-DE"/>
              <a:t>Bild durch Klicken auf Symbol hinzufügen</a:t>
            </a:r>
            <a:endParaRPr lang="de-DE" dirty="0"/>
          </a:p>
        </p:txBody>
      </p:sp>
      <p:grpSp>
        <p:nvGrpSpPr>
          <p:cNvPr id="20" name="Gruppieren 19"/>
          <p:cNvGrpSpPr/>
          <p:nvPr userDrawn="1"/>
        </p:nvGrpSpPr>
        <p:grpSpPr>
          <a:xfrm>
            <a:off x="767408" y="-166621"/>
            <a:ext cx="9889099" cy="144000"/>
            <a:chOff x="575556" y="-124966"/>
            <a:chExt cx="7416824" cy="108000"/>
          </a:xfrm>
        </p:grpSpPr>
        <p:sp>
          <p:nvSpPr>
            <p:cNvPr id="21" name="Freihandform 20"/>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2" name="Freihandform 21"/>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3" name="Freihandform 22"/>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30" name="Freihandform 29"/>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31" name="Gruppieren 30"/>
          <p:cNvGrpSpPr/>
          <p:nvPr userDrawn="1"/>
        </p:nvGrpSpPr>
        <p:grpSpPr>
          <a:xfrm>
            <a:off x="767408" y="6880621"/>
            <a:ext cx="9889099" cy="144000"/>
            <a:chOff x="575556" y="5160466"/>
            <a:chExt cx="7416824" cy="108000"/>
          </a:xfrm>
        </p:grpSpPr>
        <p:sp>
          <p:nvSpPr>
            <p:cNvPr id="32" name="Freihandform 31"/>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3" name="Freihandform 32"/>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4" name="Freihandform 33"/>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5" name="Freihandform 34"/>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6" name="Gruppieren 35"/>
          <p:cNvGrpSpPr/>
          <p:nvPr userDrawn="1"/>
        </p:nvGrpSpPr>
        <p:grpSpPr>
          <a:xfrm>
            <a:off x="-221271" y="1930675"/>
            <a:ext cx="192000" cy="4234640"/>
            <a:chOff x="-165953" y="1448006"/>
            <a:chExt cx="144000" cy="3175980"/>
          </a:xfrm>
        </p:grpSpPr>
        <p:sp>
          <p:nvSpPr>
            <p:cNvPr id="37" name="Freihandform 36"/>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8" name="Freihandform 37"/>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9" name="Gruppieren 38"/>
          <p:cNvGrpSpPr/>
          <p:nvPr userDrawn="1"/>
        </p:nvGrpSpPr>
        <p:grpSpPr>
          <a:xfrm>
            <a:off x="12221656" y="1940836"/>
            <a:ext cx="192000" cy="4229040"/>
            <a:chOff x="9166242" y="1455627"/>
            <a:chExt cx="144000" cy="3171780"/>
          </a:xfrm>
        </p:grpSpPr>
        <p:sp>
          <p:nvSpPr>
            <p:cNvPr id="40" name="Freihandform 39"/>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1" name="Freihandform 40"/>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sp>
        <p:nvSpPr>
          <p:cNvPr id="42" name="Titel 1"/>
          <p:cNvSpPr>
            <a:spLocks noGrp="1"/>
          </p:cNvSpPr>
          <p:nvPr>
            <p:ph type="ctrTitle" hasCustomPrompt="1"/>
          </p:nvPr>
        </p:nvSpPr>
        <p:spPr bwMode="blackWhite">
          <a:xfrm>
            <a:off x="6672064" y="1604797"/>
            <a:ext cx="4608512" cy="2256251"/>
          </a:xfrm>
          <a:solidFill>
            <a:srgbClr val="EB4B0A"/>
          </a:solidFill>
        </p:spPr>
        <p:txBody>
          <a:bodyPr lIns="396000" tIns="396000" rIns="396000" bIns="432000">
            <a:noAutofit/>
          </a:bodyPr>
          <a:lstStyle>
            <a:lvl1pPr>
              <a:defRPr sz="3200" b="0">
                <a:solidFill>
                  <a:schemeClr val="bg1"/>
                </a:solidFill>
              </a:defRPr>
            </a:lvl1pPr>
          </a:lstStyle>
          <a:p>
            <a:r>
              <a:rPr lang="de-DE" noProof="0" dirty="0"/>
              <a:t>Titel durch Klicken hinzufügen</a:t>
            </a:r>
          </a:p>
        </p:txBody>
      </p:sp>
      <p:sp>
        <p:nvSpPr>
          <p:cNvPr id="43" name="Fußzeilenplatzhalter 4"/>
          <p:cNvSpPr>
            <a:spLocks noGrp="1"/>
          </p:cNvSpPr>
          <p:nvPr>
            <p:ph type="ftr" sz="quarter" idx="11"/>
          </p:nvPr>
        </p:nvSpPr>
        <p:spPr bwMode="blackWhite">
          <a:xfrm>
            <a:off x="7249312" y="3120056"/>
            <a:ext cx="3792000" cy="205184"/>
          </a:xfrm>
        </p:spPr>
        <p:txBody>
          <a:bodyPr anchor="b" anchorCtr="0"/>
          <a:lstStyle>
            <a:lvl1pPr>
              <a:defRPr sz="1333">
                <a:solidFill>
                  <a:schemeClr val="bg1"/>
                </a:solidFill>
              </a:defRPr>
            </a:lvl1pPr>
          </a:lstStyle>
          <a:p>
            <a:r>
              <a:rPr lang="de-DE" dirty="0"/>
              <a:t>Westnetz GmbH · Name · TT Monat JJJJ</a:t>
            </a:r>
          </a:p>
        </p:txBody>
      </p:sp>
    </p:spTree>
    <p:extLst>
      <p:ext uri="{BB962C8B-B14F-4D97-AF65-F5344CB8AC3E}">
        <p14:creationId xmlns:p14="http://schemas.microsoft.com/office/powerpoint/2010/main" val="33862262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elfolie 04">
    <p:spTree>
      <p:nvGrpSpPr>
        <p:cNvPr id="1" name=""/>
        <p:cNvGrpSpPr/>
        <p:nvPr/>
      </p:nvGrpSpPr>
      <p:grpSpPr>
        <a:xfrm>
          <a:off x="0" y="0"/>
          <a:ext cx="0" cy="0"/>
          <a:chOff x="0" y="0"/>
          <a:chExt cx="0" cy="0"/>
        </a:xfrm>
      </p:grpSpPr>
      <p:sp>
        <p:nvSpPr>
          <p:cNvPr id="3" name="Bildplatzhalter 2"/>
          <p:cNvSpPr>
            <a:spLocks noGrp="1"/>
          </p:cNvSpPr>
          <p:nvPr>
            <p:ph type="pic" sz="quarter" idx="12"/>
          </p:nvPr>
        </p:nvSpPr>
        <p:spPr>
          <a:xfrm>
            <a:off x="0" y="-600"/>
            <a:ext cx="12192000" cy="6858600"/>
          </a:xfrm>
          <a:blipFill>
            <a:blip r:embed="rId2"/>
            <a:stretch>
              <a:fillRect/>
            </a:stretch>
          </a:blipFill>
        </p:spPr>
        <p:txBody>
          <a:bodyPr vert="horz" wrap="square" lIns="0" tIns="0" rIns="0" bIns="0" rtlCol="0">
            <a:noAutofit/>
          </a:bodyPr>
          <a:lstStyle>
            <a:lvl1pPr marL="0" indent="0" algn="ctr">
              <a:buNone/>
              <a:defRPr lang="de-DE" sz="1333" dirty="0"/>
            </a:lvl1pPr>
          </a:lstStyle>
          <a:p>
            <a:r>
              <a:rPr lang="de-DE"/>
              <a:t>Bild durch Klicken auf Symbol hinzufügen</a:t>
            </a:r>
            <a:endParaRPr lang="de-DE" dirty="0"/>
          </a:p>
        </p:txBody>
      </p:sp>
      <p:grpSp>
        <p:nvGrpSpPr>
          <p:cNvPr id="20" name="Gruppieren 19"/>
          <p:cNvGrpSpPr/>
          <p:nvPr userDrawn="1"/>
        </p:nvGrpSpPr>
        <p:grpSpPr>
          <a:xfrm>
            <a:off x="767408" y="-166621"/>
            <a:ext cx="9889099" cy="144000"/>
            <a:chOff x="575556" y="-124966"/>
            <a:chExt cx="7416824" cy="108000"/>
          </a:xfrm>
        </p:grpSpPr>
        <p:sp>
          <p:nvSpPr>
            <p:cNvPr id="21" name="Freihandform 20"/>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2" name="Freihandform 21"/>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3" name="Freihandform 22"/>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30" name="Freihandform 29"/>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31" name="Gruppieren 30"/>
          <p:cNvGrpSpPr/>
          <p:nvPr userDrawn="1"/>
        </p:nvGrpSpPr>
        <p:grpSpPr>
          <a:xfrm>
            <a:off x="767408" y="6880621"/>
            <a:ext cx="9889099" cy="144000"/>
            <a:chOff x="575556" y="5160466"/>
            <a:chExt cx="7416824" cy="108000"/>
          </a:xfrm>
        </p:grpSpPr>
        <p:sp>
          <p:nvSpPr>
            <p:cNvPr id="32" name="Freihandform 31"/>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3" name="Freihandform 32"/>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4" name="Freihandform 33"/>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5" name="Freihandform 34"/>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6" name="Gruppieren 35"/>
          <p:cNvGrpSpPr/>
          <p:nvPr userDrawn="1"/>
        </p:nvGrpSpPr>
        <p:grpSpPr>
          <a:xfrm>
            <a:off x="-221271" y="1930675"/>
            <a:ext cx="192000" cy="4234640"/>
            <a:chOff x="-165953" y="1448006"/>
            <a:chExt cx="144000" cy="3175980"/>
          </a:xfrm>
        </p:grpSpPr>
        <p:sp>
          <p:nvSpPr>
            <p:cNvPr id="37" name="Freihandform 36"/>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8" name="Freihandform 37"/>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9" name="Gruppieren 38"/>
          <p:cNvGrpSpPr/>
          <p:nvPr userDrawn="1"/>
        </p:nvGrpSpPr>
        <p:grpSpPr>
          <a:xfrm>
            <a:off x="12221656" y="1940836"/>
            <a:ext cx="192000" cy="4229040"/>
            <a:chOff x="9166242" y="1455627"/>
            <a:chExt cx="144000" cy="3171780"/>
          </a:xfrm>
        </p:grpSpPr>
        <p:sp>
          <p:nvSpPr>
            <p:cNvPr id="40" name="Freihandform 39"/>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1" name="Freihandform 40"/>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sp>
        <p:nvSpPr>
          <p:cNvPr id="42" name="Titel 1"/>
          <p:cNvSpPr>
            <a:spLocks noGrp="1"/>
          </p:cNvSpPr>
          <p:nvPr>
            <p:ph type="ctrTitle" hasCustomPrompt="1"/>
          </p:nvPr>
        </p:nvSpPr>
        <p:spPr bwMode="blackWhite">
          <a:xfrm>
            <a:off x="1055440" y="1806979"/>
            <a:ext cx="4608512" cy="2256251"/>
          </a:xfrm>
          <a:solidFill>
            <a:srgbClr val="64B42D"/>
          </a:solidFill>
        </p:spPr>
        <p:txBody>
          <a:bodyPr lIns="396000" tIns="396000" rIns="396000" bIns="432000">
            <a:noAutofit/>
          </a:bodyPr>
          <a:lstStyle>
            <a:lvl1pPr>
              <a:defRPr sz="3200" b="0">
                <a:solidFill>
                  <a:schemeClr val="bg1"/>
                </a:solidFill>
              </a:defRPr>
            </a:lvl1pPr>
          </a:lstStyle>
          <a:p>
            <a:r>
              <a:rPr lang="de-DE" noProof="0" dirty="0"/>
              <a:t>Titel durch Klicken hinzufügen</a:t>
            </a:r>
          </a:p>
        </p:txBody>
      </p:sp>
      <p:sp>
        <p:nvSpPr>
          <p:cNvPr id="43" name="Fußzeilenplatzhalter 4"/>
          <p:cNvSpPr>
            <a:spLocks noGrp="1"/>
          </p:cNvSpPr>
          <p:nvPr>
            <p:ph type="ftr" sz="quarter" idx="11"/>
          </p:nvPr>
        </p:nvSpPr>
        <p:spPr bwMode="blackWhite">
          <a:xfrm>
            <a:off x="1632688" y="3322237"/>
            <a:ext cx="3792000" cy="205184"/>
          </a:xfrm>
        </p:spPr>
        <p:txBody>
          <a:bodyPr anchor="b" anchorCtr="0"/>
          <a:lstStyle>
            <a:lvl1pPr>
              <a:defRPr sz="1333">
                <a:solidFill>
                  <a:schemeClr val="bg1"/>
                </a:solidFill>
              </a:defRPr>
            </a:lvl1pPr>
          </a:lstStyle>
          <a:p>
            <a:r>
              <a:rPr lang="de-DE" dirty="0"/>
              <a:t>Westnetz GmbH · Name · TT Monat JJJJ</a:t>
            </a:r>
          </a:p>
        </p:txBody>
      </p:sp>
    </p:spTree>
    <p:extLst>
      <p:ext uri="{BB962C8B-B14F-4D97-AF65-F5344CB8AC3E}">
        <p14:creationId xmlns:p14="http://schemas.microsoft.com/office/powerpoint/2010/main" val="811174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elfolie 05">
    <p:spTree>
      <p:nvGrpSpPr>
        <p:cNvPr id="1" name=""/>
        <p:cNvGrpSpPr/>
        <p:nvPr/>
      </p:nvGrpSpPr>
      <p:grpSpPr>
        <a:xfrm>
          <a:off x="0" y="0"/>
          <a:ext cx="0" cy="0"/>
          <a:chOff x="0" y="0"/>
          <a:chExt cx="0" cy="0"/>
        </a:xfrm>
      </p:grpSpPr>
      <p:grpSp>
        <p:nvGrpSpPr>
          <p:cNvPr id="20" name="Gruppieren 19"/>
          <p:cNvGrpSpPr/>
          <p:nvPr userDrawn="1"/>
        </p:nvGrpSpPr>
        <p:grpSpPr>
          <a:xfrm>
            <a:off x="767408" y="-166621"/>
            <a:ext cx="9889099" cy="144000"/>
            <a:chOff x="575556" y="-124966"/>
            <a:chExt cx="7416824" cy="108000"/>
          </a:xfrm>
        </p:grpSpPr>
        <p:sp>
          <p:nvSpPr>
            <p:cNvPr id="21" name="Freihandform 20"/>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2" name="Freihandform 21"/>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23" name="Freihandform 22"/>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30" name="Freihandform 29"/>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31" name="Gruppieren 30"/>
          <p:cNvGrpSpPr/>
          <p:nvPr userDrawn="1"/>
        </p:nvGrpSpPr>
        <p:grpSpPr>
          <a:xfrm>
            <a:off x="767408" y="6880621"/>
            <a:ext cx="9889099" cy="144000"/>
            <a:chOff x="575556" y="5160466"/>
            <a:chExt cx="7416824" cy="108000"/>
          </a:xfrm>
        </p:grpSpPr>
        <p:sp>
          <p:nvSpPr>
            <p:cNvPr id="32" name="Freihandform 31"/>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3" name="Freihandform 32"/>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4" name="Freihandform 33"/>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5" name="Freihandform 34"/>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6" name="Gruppieren 35"/>
          <p:cNvGrpSpPr/>
          <p:nvPr userDrawn="1"/>
        </p:nvGrpSpPr>
        <p:grpSpPr>
          <a:xfrm>
            <a:off x="-221271" y="1930675"/>
            <a:ext cx="192000" cy="4234640"/>
            <a:chOff x="-165953" y="1448006"/>
            <a:chExt cx="144000" cy="3175980"/>
          </a:xfrm>
        </p:grpSpPr>
        <p:sp>
          <p:nvSpPr>
            <p:cNvPr id="37" name="Freihandform 36"/>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38" name="Freihandform 37"/>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39" name="Gruppieren 38"/>
          <p:cNvGrpSpPr/>
          <p:nvPr userDrawn="1"/>
        </p:nvGrpSpPr>
        <p:grpSpPr>
          <a:xfrm>
            <a:off x="12221656" y="1940836"/>
            <a:ext cx="192000" cy="4229040"/>
            <a:chOff x="9166242" y="1455627"/>
            <a:chExt cx="144000" cy="3171780"/>
          </a:xfrm>
        </p:grpSpPr>
        <p:sp>
          <p:nvSpPr>
            <p:cNvPr id="40" name="Freihandform 39"/>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1" name="Freihandform 40"/>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sp>
        <p:nvSpPr>
          <p:cNvPr id="42" name="Titel 1"/>
          <p:cNvSpPr>
            <a:spLocks noGrp="1"/>
          </p:cNvSpPr>
          <p:nvPr>
            <p:ph type="ctrTitle" hasCustomPrompt="1"/>
          </p:nvPr>
        </p:nvSpPr>
        <p:spPr bwMode="gray">
          <a:xfrm>
            <a:off x="4752000" y="3380317"/>
            <a:ext cx="6384560" cy="1611683"/>
          </a:xfrm>
          <a:noFill/>
        </p:spPr>
        <p:txBody>
          <a:bodyPr vert="horz" wrap="square" lIns="0" tIns="0" rIns="0" bIns="0" rtlCol="0" anchor="b" anchorCtr="0">
            <a:noAutofit/>
          </a:bodyPr>
          <a:lstStyle>
            <a:lvl1pPr>
              <a:defRPr lang="en-GB" sz="3733" b="0" noProof="0" dirty="0">
                <a:solidFill>
                  <a:schemeClr val="tx1"/>
                </a:solidFill>
              </a:defRPr>
            </a:lvl1pPr>
          </a:lstStyle>
          <a:p>
            <a:pPr lvl="0"/>
            <a:r>
              <a:rPr lang="de-DE" noProof="0" dirty="0"/>
              <a:t>Titel durch Klicken hinzufügen</a:t>
            </a:r>
          </a:p>
        </p:txBody>
      </p:sp>
      <p:sp>
        <p:nvSpPr>
          <p:cNvPr id="43" name="Fußzeilenplatzhalter 4"/>
          <p:cNvSpPr>
            <a:spLocks noGrp="1"/>
          </p:cNvSpPr>
          <p:nvPr>
            <p:ph type="ftr" sz="quarter" idx="11"/>
          </p:nvPr>
        </p:nvSpPr>
        <p:spPr bwMode="gray">
          <a:xfrm>
            <a:off x="4752000" y="5218548"/>
            <a:ext cx="5904507" cy="205184"/>
          </a:xfrm>
        </p:spPr>
        <p:txBody>
          <a:bodyPr anchor="t" anchorCtr="0"/>
          <a:lstStyle>
            <a:lvl1pPr>
              <a:defRPr sz="1333">
                <a:solidFill>
                  <a:schemeClr val="tx1"/>
                </a:solidFill>
              </a:defRPr>
            </a:lvl1pPr>
          </a:lstStyle>
          <a:p>
            <a:r>
              <a:rPr lang="de-DE" dirty="0"/>
              <a:t>Westnetz GmbH · Name · TT Monat JJJJ</a:t>
            </a:r>
          </a:p>
        </p:txBody>
      </p:sp>
      <p:pic>
        <p:nvPicPr>
          <p:cNvPr id="26" name="Grafik 25">
            <a:extLst>
              <a:ext uri="{FF2B5EF4-FFF2-40B4-BE49-F238E27FC236}">
                <a16:creationId xmlns:a16="http://schemas.microsoft.com/office/drawing/2014/main" id="{1598A5CF-04FB-4037-8ED7-24AA7B2CD5CF}"/>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27" name="Grafik 26">
            <a:extLst>
              <a:ext uri="{FF2B5EF4-FFF2-40B4-BE49-F238E27FC236}">
                <a16:creationId xmlns:a16="http://schemas.microsoft.com/office/drawing/2014/main" id="{F8470F7A-9A73-4FA3-B7A2-4821678CC227}"/>
              </a:ext>
            </a:extLst>
          </p:cNvPr>
          <p:cNvPicPr>
            <a:picLocks noChangeAspect="1"/>
          </p:cNvPicPr>
          <p:nvPr userDrawn="1"/>
        </p:nvPicPr>
        <p:blipFill>
          <a:blip r:embed="rId3"/>
          <a:stretch>
            <a:fillRect/>
          </a:stretch>
        </p:blipFill>
        <p:spPr bwMode="black">
          <a:xfrm>
            <a:off x="440214" y="287999"/>
            <a:ext cx="2539977" cy="469208"/>
          </a:xfrm>
          <a:prstGeom prst="rect">
            <a:avLst/>
          </a:prstGeom>
        </p:spPr>
      </p:pic>
    </p:spTree>
    <p:extLst>
      <p:ext uri="{BB962C8B-B14F-4D97-AF65-F5344CB8AC3E}">
        <p14:creationId xmlns:p14="http://schemas.microsoft.com/office/powerpoint/2010/main" val="10815835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elfolie 06">
    <p:bg>
      <p:bgPr>
        <a:solidFill>
          <a:schemeClr val="accent4"/>
        </a:solidFill>
        <a:effectLst/>
      </p:bgPr>
    </p:bg>
    <p:spTree>
      <p:nvGrpSpPr>
        <p:cNvPr id="1" name=""/>
        <p:cNvGrpSpPr/>
        <p:nvPr/>
      </p:nvGrpSpPr>
      <p:grpSpPr>
        <a:xfrm>
          <a:off x="0" y="0"/>
          <a:ext cx="0" cy="0"/>
          <a:chOff x="0" y="0"/>
          <a:chExt cx="0" cy="0"/>
        </a:xfrm>
      </p:grpSpPr>
      <p:grpSp>
        <p:nvGrpSpPr>
          <p:cNvPr id="20" name="Gruppieren 19"/>
          <p:cNvGrpSpPr/>
          <p:nvPr userDrawn="1"/>
        </p:nvGrpSpPr>
        <p:grpSpPr>
          <a:xfrm>
            <a:off x="767408" y="-166621"/>
            <a:ext cx="9889099" cy="144000"/>
            <a:chOff x="575556" y="-124966"/>
            <a:chExt cx="7416824" cy="108000"/>
          </a:xfrm>
        </p:grpSpPr>
        <p:sp>
          <p:nvSpPr>
            <p:cNvPr id="21" name="Freihandform 20"/>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22" name="Freihandform 21"/>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23" name="Freihandform 22"/>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0" name="Freihandform 29"/>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1" name="Gruppieren 30"/>
          <p:cNvGrpSpPr/>
          <p:nvPr userDrawn="1"/>
        </p:nvGrpSpPr>
        <p:grpSpPr>
          <a:xfrm>
            <a:off x="767408" y="6880621"/>
            <a:ext cx="9889099" cy="144000"/>
            <a:chOff x="575556" y="5160466"/>
            <a:chExt cx="7416824" cy="108000"/>
          </a:xfrm>
        </p:grpSpPr>
        <p:sp>
          <p:nvSpPr>
            <p:cNvPr id="32" name="Freihandform 31"/>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3" name="Freihandform 32"/>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4" name="Freihandform 33"/>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5" name="Freihandform 34"/>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6" name="Gruppieren 35"/>
          <p:cNvGrpSpPr/>
          <p:nvPr userDrawn="1"/>
        </p:nvGrpSpPr>
        <p:grpSpPr>
          <a:xfrm>
            <a:off x="-221271" y="1930675"/>
            <a:ext cx="192000" cy="4234640"/>
            <a:chOff x="-165953" y="1448006"/>
            <a:chExt cx="144000" cy="3175980"/>
          </a:xfrm>
        </p:grpSpPr>
        <p:sp>
          <p:nvSpPr>
            <p:cNvPr id="37" name="Freihandform 36"/>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8" name="Freihandform 37"/>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9" name="Gruppieren 38"/>
          <p:cNvGrpSpPr/>
          <p:nvPr userDrawn="1"/>
        </p:nvGrpSpPr>
        <p:grpSpPr>
          <a:xfrm>
            <a:off x="12221656" y="1940836"/>
            <a:ext cx="192000" cy="4229040"/>
            <a:chOff x="9166242" y="1455627"/>
            <a:chExt cx="144000" cy="3171780"/>
          </a:xfrm>
        </p:grpSpPr>
        <p:sp>
          <p:nvSpPr>
            <p:cNvPr id="40" name="Freihandform 39"/>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1" name="Freihandform 40"/>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sp>
        <p:nvSpPr>
          <p:cNvPr id="42" name="Titel 1"/>
          <p:cNvSpPr>
            <a:spLocks noGrp="1"/>
          </p:cNvSpPr>
          <p:nvPr>
            <p:ph type="ctrTitle" hasCustomPrompt="1"/>
          </p:nvPr>
        </p:nvSpPr>
        <p:spPr bwMode="blackWhite">
          <a:xfrm>
            <a:off x="4751851" y="3380317"/>
            <a:ext cx="6384000" cy="1611816"/>
          </a:xfrm>
          <a:noFill/>
        </p:spPr>
        <p:txBody>
          <a:bodyPr lIns="0" tIns="0" rIns="0" bIns="0" anchor="b" anchorCtr="0">
            <a:noAutofit/>
          </a:bodyPr>
          <a:lstStyle>
            <a:lvl1pPr>
              <a:defRPr sz="3733" b="0">
                <a:solidFill>
                  <a:schemeClr val="bg1"/>
                </a:solidFill>
              </a:defRPr>
            </a:lvl1pPr>
          </a:lstStyle>
          <a:p>
            <a:r>
              <a:rPr lang="de-DE" noProof="0" dirty="0"/>
              <a:t>Titel durch Klicken hinzufügen</a:t>
            </a:r>
          </a:p>
        </p:txBody>
      </p:sp>
      <p:sp>
        <p:nvSpPr>
          <p:cNvPr id="43" name="Fußzeilenplatzhalter 4"/>
          <p:cNvSpPr>
            <a:spLocks noGrp="1"/>
          </p:cNvSpPr>
          <p:nvPr>
            <p:ph type="ftr" sz="quarter" idx="11"/>
          </p:nvPr>
        </p:nvSpPr>
        <p:spPr bwMode="blackWhite">
          <a:xfrm>
            <a:off x="4752000" y="5218548"/>
            <a:ext cx="5904507" cy="205184"/>
          </a:xfrm>
        </p:spPr>
        <p:txBody>
          <a:bodyPr anchor="t" anchorCtr="0"/>
          <a:lstStyle>
            <a:lvl1pPr>
              <a:defRPr sz="1333">
                <a:solidFill>
                  <a:schemeClr val="bg1"/>
                </a:solidFill>
              </a:defRPr>
            </a:lvl1pPr>
          </a:lstStyle>
          <a:p>
            <a:r>
              <a:rPr lang="de-DE" dirty="0"/>
              <a:t>Westnetz GmbH · Name · TT Monat JJJJ</a:t>
            </a:r>
          </a:p>
        </p:txBody>
      </p:sp>
      <p:pic>
        <p:nvPicPr>
          <p:cNvPr id="24" name="Grafik 23">
            <a:extLst>
              <a:ext uri="{FF2B5EF4-FFF2-40B4-BE49-F238E27FC236}">
                <a16:creationId xmlns:a16="http://schemas.microsoft.com/office/drawing/2014/main" id="{F6FDA8EC-6F7D-472D-AF01-8FC1A2CE3A14}"/>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25" name="Grafik 24">
            <a:extLst>
              <a:ext uri="{FF2B5EF4-FFF2-40B4-BE49-F238E27FC236}">
                <a16:creationId xmlns:a16="http://schemas.microsoft.com/office/drawing/2014/main" id="{B3ED9B74-CA29-41AF-B071-78A8AF5600CB}"/>
              </a:ext>
            </a:extLst>
          </p:cNvPr>
          <p:cNvPicPr>
            <a:picLocks noChangeAspect="1"/>
          </p:cNvPicPr>
          <p:nvPr userDrawn="1"/>
        </p:nvPicPr>
        <p:blipFill>
          <a:blip r:embed="rId3"/>
          <a:stretch>
            <a:fillRect/>
          </a:stretch>
        </p:blipFill>
        <p:spPr bwMode="black">
          <a:xfrm>
            <a:off x="440214" y="287999"/>
            <a:ext cx="2539972" cy="469207"/>
          </a:xfrm>
          <a:prstGeom prst="rect">
            <a:avLst/>
          </a:prstGeom>
        </p:spPr>
      </p:pic>
    </p:spTree>
    <p:extLst>
      <p:ext uri="{BB962C8B-B14F-4D97-AF65-F5344CB8AC3E}">
        <p14:creationId xmlns:p14="http://schemas.microsoft.com/office/powerpoint/2010/main" val="173817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genda Druck">
    <p:bg bwMode="gray">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8749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Agenda Bildschirm">
    <p:bg>
      <p:bgPr>
        <a:solidFill>
          <a:schemeClr val="accent2"/>
        </a:solid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767408" y="-166621"/>
            <a:ext cx="9889099" cy="144000"/>
            <a:chOff x="575556" y="-124966"/>
            <a:chExt cx="7416824" cy="108000"/>
          </a:xfrm>
        </p:grpSpPr>
        <p:sp>
          <p:nvSpPr>
            <p:cNvPr id="25" name="Freihandform 24"/>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26" name="Freihandform 25"/>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27" name="Freihandform 26"/>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28" name="Freihandform 27"/>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grpSp>
      <p:grpSp>
        <p:nvGrpSpPr>
          <p:cNvPr id="29" name="Gruppieren 28"/>
          <p:cNvGrpSpPr/>
          <p:nvPr userDrawn="1"/>
        </p:nvGrpSpPr>
        <p:grpSpPr>
          <a:xfrm>
            <a:off x="767408" y="6880621"/>
            <a:ext cx="9889099" cy="144000"/>
            <a:chOff x="575556" y="5160466"/>
            <a:chExt cx="7416824" cy="108000"/>
          </a:xfrm>
        </p:grpSpPr>
        <p:sp>
          <p:nvSpPr>
            <p:cNvPr id="30" name="Freihandform 29"/>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1" name="Freihandform 30"/>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2" name="Freihandform 31"/>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3" name="Freihandform 32"/>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4" name="Gruppieren 33"/>
          <p:cNvGrpSpPr/>
          <p:nvPr userDrawn="1"/>
        </p:nvGrpSpPr>
        <p:grpSpPr>
          <a:xfrm>
            <a:off x="-221271" y="1930675"/>
            <a:ext cx="192000" cy="4234640"/>
            <a:chOff x="-165953" y="1448006"/>
            <a:chExt cx="144000" cy="3175980"/>
          </a:xfrm>
        </p:grpSpPr>
        <p:sp>
          <p:nvSpPr>
            <p:cNvPr id="35" name="Freihandform 34"/>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6" name="Freihandform 35"/>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7" name="Gruppieren 36"/>
          <p:cNvGrpSpPr/>
          <p:nvPr userDrawn="1"/>
        </p:nvGrpSpPr>
        <p:grpSpPr>
          <a:xfrm>
            <a:off x="12221656" y="1940836"/>
            <a:ext cx="192000" cy="4229040"/>
            <a:chOff x="9166242" y="1455627"/>
            <a:chExt cx="144000" cy="3171780"/>
          </a:xfrm>
        </p:grpSpPr>
        <p:sp>
          <p:nvSpPr>
            <p:cNvPr id="38" name="Freihandform 37"/>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9" name="Freihandform 38"/>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pic>
        <p:nvPicPr>
          <p:cNvPr id="20" name="Grafik 19">
            <a:extLst>
              <a:ext uri="{FF2B5EF4-FFF2-40B4-BE49-F238E27FC236}">
                <a16:creationId xmlns:a16="http://schemas.microsoft.com/office/drawing/2014/main" id="{16A1D19D-783E-487C-AC22-90958F3768D6}"/>
              </a:ext>
            </a:extLst>
          </p:cNvPr>
          <p:cNvPicPr>
            <a:picLocks noChangeAspect="1"/>
          </p:cNvPicPr>
          <p:nvPr userDrawn="1"/>
        </p:nvPicPr>
        <p:blipFill>
          <a:blip r:embed="rId2"/>
          <a:stretch>
            <a:fillRect/>
          </a:stretch>
        </p:blipFill>
        <p:spPr bwMode="black">
          <a:xfrm>
            <a:off x="10780800" y="364590"/>
            <a:ext cx="1147200" cy="200903"/>
          </a:xfrm>
          <a:prstGeom prst="rect">
            <a:avLst/>
          </a:prstGeom>
        </p:spPr>
      </p:pic>
      <p:pic>
        <p:nvPicPr>
          <p:cNvPr id="21" name="Grafik 20">
            <a:extLst>
              <a:ext uri="{FF2B5EF4-FFF2-40B4-BE49-F238E27FC236}">
                <a16:creationId xmlns:a16="http://schemas.microsoft.com/office/drawing/2014/main" id="{116F5688-64D6-4270-871E-C395B83F6071}"/>
              </a:ext>
            </a:extLst>
          </p:cNvPr>
          <p:cNvPicPr>
            <a:picLocks noChangeAspect="1"/>
          </p:cNvPicPr>
          <p:nvPr userDrawn="1"/>
        </p:nvPicPr>
        <p:blipFill>
          <a:blip r:embed="rId3"/>
          <a:stretch>
            <a:fillRect/>
          </a:stretch>
        </p:blipFill>
        <p:spPr bwMode="black">
          <a:xfrm>
            <a:off x="10778772" y="6280361"/>
            <a:ext cx="1149227" cy="212296"/>
          </a:xfrm>
          <a:prstGeom prst="rect">
            <a:avLst/>
          </a:prstGeom>
        </p:spPr>
      </p:pic>
    </p:spTree>
    <p:extLst>
      <p:ext uri="{BB962C8B-B14F-4D97-AF65-F5344CB8AC3E}">
        <p14:creationId xmlns:p14="http://schemas.microsoft.com/office/powerpoint/2010/main" val="371702364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rennchart Druck">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365EF8B5-AEF8-468F-AD7D-1AB905AE7CAF}"/>
              </a:ext>
            </a:extLst>
          </p:cNvPr>
          <p:cNvGraphicFramePr>
            <a:graphicFrameLocks noChangeAspect="1"/>
          </p:cNvGraphicFramePr>
          <p:nvPr userDrawn="1">
            <p:custDataLst>
              <p:tags r:id="rId1"/>
            </p:custDataLst>
            <p:extLst>
              <p:ext uri="{D42A27DB-BD31-4B8C-83A1-F6EECF244321}">
                <p14:modId xmlns:p14="http://schemas.microsoft.com/office/powerpoint/2010/main" val="1529354559"/>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3" imgW="344" imgH="345" progId="TCLayout.ActiveDocument.1">
                  <p:embed/>
                </p:oleObj>
              </mc:Choice>
              <mc:Fallback>
                <p:oleObj name="think-cell Folie" r:id="rId3" imgW="344" imgH="345" progId="TCLayout.ActiveDocument.1">
                  <p:embed/>
                  <p:pic>
                    <p:nvPicPr>
                      <p:cNvPr id="3" name="Objekt 2" hidden="1">
                        <a:extLst>
                          <a:ext uri="{FF2B5EF4-FFF2-40B4-BE49-F238E27FC236}">
                            <a16:creationId xmlns:a16="http://schemas.microsoft.com/office/drawing/2014/main" id="{365EF8B5-AEF8-468F-AD7D-1AB905AE7CAF}"/>
                          </a:ext>
                        </a:extLst>
                      </p:cNvPr>
                      <p:cNvPicPr/>
                      <p:nvPr/>
                    </p:nvPicPr>
                    <p:blipFill>
                      <a:blip r:embed="rId4"/>
                      <a:stretch>
                        <a:fillRect/>
                      </a:stretch>
                    </p:blipFill>
                    <p:spPr>
                      <a:xfrm>
                        <a:off x="2118" y="2118"/>
                        <a:ext cx="2117" cy="2117"/>
                      </a:xfrm>
                      <a:prstGeom prst="rect">
                        <a:avLst/>
                      </a:prstGeom>
                    </p:spPr>
                  </p:pic>
                </p:oleObj>
              </mc:Fallback>
            </mc:AlternateContent>
          </a:graphicData>
        </a:graphic>
      </p:graphicFrame>
      <p:sp>
        <p:nvSpPr>
          <p:cNvPr id="2" name="Titel 1"/>
          <p:cNvSpPr>
            <a:spLocks noGrp="1"/>
          </p:cNvSpPr>
          <p:nvPr>
            <p:ph type="title" hasCustomPrompt="1"/>
          </p:nvPr>
        </p:nvSpPr>
        <p:spPr bwMode="black">
          <a:xfrm>
            <a:off x="4037953" y="2503382"/>
            <a:ext cx="6619465" cy="886396"/>
          </a:xfrm>
        </p:spPr>
        <p:txBody>
          <a:bodyPr anchor="b"/>
          <a:lstStyle>
            <a:lvl1pPr>
              <a:defRPr sz="6400" b="0" cap="all" baseline="0">
                <a:solidFill>
                  <a:srgbClr val="E60055"/>
                </a:solidFill>
              </a:defRPr>
            </a:lvl1pPr>
          </a:lstStyle>
          <a:p>
            <a:r>
              <a:rPr lang="de-DE" noProof="0" dirty="0" err="1"/>
              <a:t>trennfolie</a:t>
            </a:r>
            <a:endParaRPr lang="de-DE" noProof="0" dirty="0"/>
          </a:p>
        </p:txBody>
      </p:sp>
      <p:sp>
        <p:nvSpPr>
          <p:cNvPr id="10" name="Textplatzhalter 9"/>
          <p:cNvSpPr>
            <a:spLocks noGrp="1"/>
          </p:cNvSpPr>
          <p:nvPr>
            <p:ph type="body" sz="quarter" idx="10"/>
          </p:nvPr>
        </p:nvSpPr>
        <p:spPr>
          <a:xfrm>
            <a:off x="4037289" y="3424735"/>
            <a:ext cx="6617673" cy="574453"/>
          </a:xfrm>
        </p:spPr>
        <p:txBody>
          <a:bodyPr vert="horz" wrap="square" lIns="0" tIns="0" rIns="0" bIns="0" rtlCol="0" anchor="t" anchorCtr="0">
            <a:spAutoFit/>
          </a:bodyPr>
          <a:lstStyle>
            <a:lvl1pPr marL="0" indent="0">
              <a:buNone/>
              <a:defRPr lang="de-DE" sz="3733" b="0" cap="none" baseline="0" smtClean="0">
                <a:latin typeface="+mj-lt"/>
                <a:ea typeface="+mj-ea"/>
                <a:cs typeface="+mj-cs"/>
              </a:defRPr>
            </a:lvl1pPr>
            <a:lvl2pPr>
              <a:defRPr lang="de-DE" sz="2400" smtClean="0"/>
            </a:lvl2pPr>
            <a:lvl3pPr>
              <a:defRPr lang="de-DE" sz="2400" smtClean="0"/>
            </a:lvl3pPr>
            <a:lvl4pPr>
              <a:defRPr lang="de-DE" sz="2400" smtClean="0"/>
            </a:lvl4pPr>
            <a:lvl5pPr>
              <a:defRPr lang="de-DE" sz="2400"/>
            </a:lvl5pPr>
          </a:lstStyle>
          <a:p>
            <a:pPr lvl="0"/>
            <a:r>
              <a:rPr lang="de-DE" sz="3733" cap="none" baseline="0" noProof="0">
                <a:solidFill>
                  <a:schemeClr val="tx1"/>
                </a:solidFill>
              </a:rPr>
              <a:t>Mastertextformat bearbeiten</a:t>
            </a:r>
          </a:p>
        </p:txBody>
      </p:sp>
    </p:spTree>
    <p:extLst>
      <p:ext uri="{BB962C8B-B14F-4D97-AF65-F5344CB8AC3E}">
        <p14:creationId xmlns:p14="http://schemas.microsoft.com/office/powerpoint/2010/main" val="269997950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Trennchart Bildschirm">
    <p:bg>
      <p:bgPr>
        <a:solidFill>
          <a:srgbClr val="005F69"/>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bwMode="black">
          <a:xfrm>
            <a:off x="4037953" y="2503382"/>
            <a:ext cx="6619465" cy="886396"/>
          </a:xfrm>
        </p:spPr>
        <p:txBody>
          <a:bodyPr anchor="b"/>
          <a:lstStyle>
            <a:lvl1pPr>
              <a:defRPr sz="6400" b="0" cap="all" baseline="0">
                <a:solidFill>
                  <a:srgbClr val="E60055"/>
                </a:solidFill>
              </a:defRPr>
            </a:lvl1pPr>
          </a:lstStyle>
          <a:p>
            <a:r>
              <a:rPr lang="de-DE" noProof="0" dirty="0"/>
              <a:t>Trennfolie</a:t>
            </a:r>
          </a:p>
        </p:txBody>
      </p:sp>
      <p:sp>
        <p:nvSpPr>
          <p:cNvPr id="10" name="Textplatzhalter 9"/>
          <p:cNvSpPr>
            <a:spLocks noGrp="1"/>
          </p:cNvSpPr>
          <p:nvPr>
            <p:ph type="body" sz="quarter" idx="10"/>
          </p:nvPr>
        </p:nvSpPr>
        <p:spPr>
          <a:xfrm>
            <a:off x="4037289" y="3424735"/>
            <a:ext cx="6617673" cy="574453"/>
          </a:xfrm>
        </p:spPr>
        <p:txBody>
          <a:bodyPr vert="horz" wrap="square" lIns="0" tIns="0" rIns="0" bIns="0" rtlCol="0" anchor="t" anchorCtr="0">
            <a:spAutoFit/>
          </a:bodyPr>
          <a:lstStyle>
            <a:lvl1pPr marL="0" indent="0">
              <a:buNone/>
              <a:defRPr lang="de-DE" sz="3733" b="0" cap="none" baseline="0" smtClean="0">
                <a:latin typeface="+mj-lt"/>
                <a:ea typeface="+mj-ea"/>
                <a:cs typeface="+mj-cs"/>
              </a:defRPr>
            </a:lvl1pPr>
            <a:lvl2pPr>
              <a:defRPr lang="de-DE" sz="2400" smtClean="0"/>
            </a:lvl2pPr>
            <a:lvl3pPr>
              <a:defRPr lang="de-DE" sz="2400" smtClean="0"/>
            </a:lvl3pPr>
            <a:lvl4pPr>
              <a:defRPr lang="de-DE" sz="2400" smtClean="0"/>
            </a:lvl4pPr>
            <a:lvl5pPr>
              <a:defRPr lang="de-DE" sz="2400"/>
            </a:lvl5pPr>
          </a:lstStyle>
          <a:p>
            <a:pPr lvl="0"/>
            <a:r>
              <a:rPr lang="de-DE" sz="3733" cap="none" baseline="0" noProof="0">
                <a:solidFill>
                  <a:schemeClr val="tx1"/>
                </a:solidFill>
              </a:rPr>
              <a:t>Mastertextformat bearbeiten</a:t>
            </a:r>
          </a:p>
        </p:txBody>
      </p:sp>
      <p:grpSp>
        <p:nvGrpSpPr>
          <p:cNvPr id="28" name="Gruppieren 27"/>
          <p:cNvGrpSpPr/>
          <p:nvPr userDrawn="1"/>
        </p:nvGrpSpPr>
        <p:grpSpPr>
          <a:xfrm>
            <a:off x="767408" y="-166621"/>
            <a:ext cx="9889099" cy="144000"/>
            <a:chOff x="575556" y="-124966"/>
            <a:chExt cx="7416824" cy="108000"/>
          </a:xfrm>
        </p:grpSpPr>
        <p:sp>
          <p:nvSpPr>
            <p:cNvPr id="29" name="Freihandform 28"/>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0" name="Freihandform 29"/>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1" name="Freihandform 30"/>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2" name="Freihandform 31"/>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grpSp>
      <p:grpSp>
        <p:nvGrpSpPr>
          <p:cNvPr id="33" name="Gruppieren 32"/>
          <p:cNvGrpSpPr/>
          <p:nvPr userDrawn="1"/>
        </p:nvGrpSpPr>
        <p:grpSpPr>
          <a:xfrm>
            <a:off x="767408" y="6880621"/>
            <a:ext cx="9889099" cy="144000"/>
            <a:chOff x="575556" y="5160466"/>
            <a:chExt cx="7416824" cy="108000"/>
          </a:xfrm>
        </p:grpSpPr>
        <p:sp>
          <p:nvSpPr>
            <p:cNvPr id="34" name="Freihandform 33"/>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5" name="Freihandform 34"/>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6" name="Freihandform 35"/>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7" name="Freihandform 36"/>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8" name="Gruppieren 37"/>
          <p:cNvGrpSpPr/>
          <p:nvPr userDrawn="1"/>
        </p:nvGrpSpPr>
        <p:grpSpPr>
          <a:xfrm>
            <a:off x="-221271" y="1930675"/>
            <a:ext cx="192000" cy="4234640"/>
            <a:chOff x="-165953" y="1448006"/>
            <a:chExt cx="144000" cy="3175980"/>
          </a:xfrm>
        </p:grpSpPr>
        <p:sp>
          <p:nvSpPr>
            <p:cNvPr id="39" name="Freihandform 38"/>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0" name="Freihandform 39"/>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41" name="Gruppieren 40"/>
          <p:cNvGrpSpPr/>
          <p:nvPr userDrawn="1"/>
        </p:nvGrpSpPr>
        <p:grpSpPr>
          <a:xfrm>
            <a:off x="12221656" y="1940836"/>
            <a:ext cx="192000" cy="4229040"/>
            <a:chOff x="9166242" y="1455627"/>
            <a:chExt cx="144000" cy="3171780"/>
          </a:xfrm>
        </p:grpSpPr>
        <p:sp>
          <p:nvSpPr>
            <p:cNvPr id="42" name="Freihandform 41"/>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3" name="Freihandform 42"/>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pic>
        <p:nvPicPr>
          <p:cNvPr id="22" name="Grafik 21">
            <a:extLst>
              <a:ext uri="{FF2B5EF4-FFF2-40B4-BE49-F238E27FC236}">
                <a16:creationId xmlns:a16="http://schemas.microsoft.com/office/drawing/2014/main" id="{F53463B1-F665-4466-9B2A-C859B565C885}"/>
              </a:ext>
            </a:extLst>
          </p:cNvPr>
          <p:cNvPicPr>
            <a:picLocks noChangeAspect="1"/>
          </p:cNvPicPr>
          <p:nvPr userDrawn="1"/>
        </p:nvPicPr>
        <p:blipFill>
          <a:blip r:embed="rId2"/>
          <a:stretch>
            <a:fillRect/>
          </a:stretch>
        </p:blipFill>
        <p:spPr bwMode="black">
          <a:xfrm>
            <a:off x="10780800" y="364590"/>
            <a:ext cx="1147200" cy="200903"/>
          </a:xfrm>
          <a:prstGeom prst="rect">
            <a:avLst/>
          </a:prstGeom>
        </p:spPr>
      </p:pic>
      <p:pic>
        <p:nvPicPr>
          <p:cNvPr id="23" name="Grafik 22">
            <a:extLst>
              <a:ext uri="{FF2B5EF4-FFF2-40B4-BE49-F238E27FC236}">
                <a16:creationId xmlns:a16="http://schemas.microsoft.com/office/drawing/2014/main" id="{024F050C-ADB9-48C7-81E4-D6F411525426}"/>
              </a:ext>
            </a:extLst>
          </p:cNvPr>
          <p:cNvPicPr>
            <a:picLocks noChangeAspect="1"/>
          </p:cNvPicPr>
          <p:nvPr userDrawn="1"/>
        </p:nvPicPr>
        <p:blipFill>
          <a:blip r:embed="rId3"/>
          <a:stretch>
            <a:fillRect/>
          </a:stretch>
        </p:blipFill>
        <p:spPr bwMode="black">
          <a:xfrm>
            <a:off x="10778772" y="6280361"/>
            <a:ext cx="1149227" cy="212296"/>
          </a:xfrm>
          <a:prstGeom prst="rect">
            <a:avLst/>
          </a:prstGeom>
        </p:spPr>
      </p:pic>
    </p:spTree>
    <p:extLst>
      <p:ext uri="{BB962C8B-B14F-4D97-AF65-F5344CB8AC3E}">
        <p14:creationId xmlns:p14="http://schemas.microsoft.com/office/powerpoint/2010/main" val="260689880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el und Text">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DB20AECB-6C66-4FA9-A95E-2611405C4B93}"/>
              </a:ext>
            </a:extLst>
          </p:cNvPr>
          <p:cNvGraphicFramePr>
            <a:graphicFrameLocks noChangeAspect="1"/>
          </p:cNvGraphicFramePr>
          <p:nvPr userDrawn="1">
            <p:custDataLst>
              <p:tags r:id="rId1"/>
            </p:custDataLst>
            <p:extLst>
              <p:ext uri="{D42A27DB-BD31-4B8C-83A1-F6EECF244321}">
                <p14:modId xmlns:p14="http://schemas.microsoft.com/office/powerpoint/2010/main" val="2363708737"/>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7" name="Objekt 6" hidden="1">
                        <a:extLst>
                          <a:ext uri="{FF2B5EF4-FFF2-40B4-BE49-F238E27FC236}">
                            <a16:creationId xmlns:a16="http://schemas.microsoft.com/office/drawing/2014/main" id="{DB20AECB-6C66-4FA9-A95E-2611405C4B93}"/>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5" name="Rechteck 4" hidden="1">
            <a:extLst>
              <a:ext uri="{FF2B5EF4-FFF2-40B4-BE49-F238E27FC236}">
                <a16:creationId xmlns:a16="http://schemas.microsoft.com/office/drawing/2014/main" id="{3F8E83C3-C999-4914-94BA-C50E0EDCF59B}"/>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13"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
        <p:nvSpPr>
          <p:cNvPr id="6" name="Textplatzhalter 5"/>
          <p:cNvSpPr>
            <a:spLocks noGrp="1"/>
          </p:cNvSpPr>
          <p:nvPr>
            <p:ph type="body" sz="quarter" idx="15" hasCustomPrompt="1"/>
          </p:nvPr>
        </p:nvSpPr>
        <p:spPr>
          <a:xfrm>
            <a:off x="768351" y="1872000"/>
            <a:ext cx="9889067" cy="4293851"/>
          </a:xfrm>
        </p:spPr>
        <p:txBody>
          <a:bodyPr/>
          <a:lstStyle>
            <a:lvl1pPr>
              <a:defRPr/>
            </a:lvl1pPr>
            <a:lvl2pPr>
              <a:defRPr/>
            </a:lvl2pPr>
            <a:lvl3pPr>
              <a:defRPr/>
            </a:lvl3pPr>
            <a:lvl4pPr>
              <a:defRPr/>
            </a:lvl4pPr>
            <a:lvl5pPr>
              <a:defRPr/>
            </a:lvl5pPr>
          </a:lstStyle>
          <a:p>
            <a:pPr lvl="0"/>
            <a:r>
              <a:rPr lang="de-DE" noProof="0" dirty="0"/>
              <a:t>Text durch klicken bearbeiten</a:t>
            </a:r>
          </a:p>
          <a:p>
            <a:pPr lvl="1"/>
            <a:r>
              <a:rPr lang="de-DE" noProof="0" dirty="0"/>
              <a:t>Vierte Ebene</a:t>
            </a:r>
          </a:p>
          <a:p>
            <a:pPr lvl="2"/>
            <a:r>
              <a:rPr lang="de-DE" noProof="0" dirty="0"/>
              <a:t>Fünfte Ebene</a:t>
            </a:r>
          </a:p>
          <a:p>
            <a:pPr lvl="3"/>
            <a:r>
              <a:rPr lang="de-DE" noProof="0" dirty="0"/>
              <a:t>Erste Ebene</a:t>
            </a:r>
          </a:p>
          <a:p>
            <a:pPr lvl="4"/>
            <a:r>
              <a:rPr lang="de-DE" noProof="0" dirty="0"/>
              <a:t>Zweite Ebene</a:t>
            </a:r>
          </a:p>
        </p:txBody>
      </p:sp>
    </p:spTree>
    <p:extLst>
      <p:ext uri="{BB962C8B-B14F-4D97-AF65-F5344CB8AC3E}">
        <p14:creationId xmlns:p14="http://schemas.microsoft.com/office/powerpoint/2010/main" val="335695849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0D0A2B70-5DDD-46C0-B676-B52EA2E722A8}"/>
              </a:ext>
            </a:extLst>
          </p:cNvPr>
          <p:cNvGraphicFramePr>
            <a:graphicFrameLocks noChangeAspect="1"/>
          </p:cNvGraphicFramePr>
          <p:nvPr userDrawn="1">
            <p:custDataLst>
              <p:tags r:id="rId1"/>
            </p:custDataLst>
            <p:extLst>
              <p:ext uri="{D42A27DB-BD31-4B8C-83A1-F6EECF244321}">
                <p14:modId xmlns:p14="http://schemas.microsoft.com/office/powerpoint/2010/main" val="3569667111"/>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6" name="Objekt 5" hidden="1">
                        <a:extLst>
                          <a:ext uri="{FF2B5EF4-FFF2-40B4-BE49-F238E27FC236}">
                            <a16:creationId xmlns:a16="http://schemas.microsoft.com/office/drawing/2014/main" id="{0D0A2B70-5DDD-46C0-B676-B52EA2E722A8}"/>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5" name="Rechteck 4" hidden="1">
            <a:extLst>
              <a:ext uri="{FF2B5EF4-FFF2-40B4-BE49-F238E27FC236}">
                <a16:creationId xmlns:a16="http://schemas.microsoft.com/office/drawing/2014/main" id="{878923E8-D18F-493D-BAF7-4177C8507649}"/>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13"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Tree>
    <p:extLst>
      <p:ext uri="{BB962C8B-B14F-4D97-AF65-F5344CB8AC3E}">
        <p14:creationId xmlns:p14="http://schemas.microsoft.com/office/powerpoint/2010/main" val="290865036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el, Bild links, Text rechts">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4C54A1DB-7F27-46FA-9306-37D13DBCEA9A}"/>
              </a:ext>
            </a:extLst>
          </p:cNvPr>
          <p:cNvGraphicFramePr>
            <a:graphicFrameLocks noChangeAspect="1"/>
          </p:cNvGraphicFramePr>
          <p:nvPr userDrawn="1">
            <p:custDataLst>
              <p:tags r:id="rId1"/>
            </p:custDataLst>
            <p:extLst>
              <p:ext uri="{D42A27DB-BD31-4B8C-83A1-F6EECF244321}">
                <p14:modId xmlns:p14="http://schemas.microsoft.com/office/powerpoint/2010/main" val="78406831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6" name="Objekt 5" hidden="1">
                        <a:extLst>
                          <a:ext uri="{FF2B5EF4-FFF2-40B4-BE49-F238E27FC236}">
                            <a16:creationId xmlns:a16="http://schemas.microsoft.com/office/drawing/2014/main" id="{4C54A1DB-7F27-46FA-9306-37D13DBCEA9A}"/>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5" name="Rechteck 4" hidden="1">
            <a:extLst>
              <a:ext uri="{FF2B5EF4-FFF2-40B4-BE49-F238E27FC236}">
                <a16:creationId xmlns:a16="http://schemas.microsoft.com/office/drawing/2014/main" id="{3F4FDF2C-5DBA-4006-92B2-482E75F1DD46}"/>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9" name="Bildplatzhalter 8"/>
          <p:cNvSpPr>
            <a:spLocks noGrp="1"/>
          </p:cNvSpPr>
          <p:nvPr>
            <p:ph type="pic" sz="quarter" idx="12"/>
          </p:nvPr>
        </p:nvSpPr>
        <p:spPr>
          <a:xfrm>
            <a:off x="768351" y="1940984"/>
            <a:ext cx="4751916" cy="3936000"/>
          </a:xfrm>
          <a:blipFill>
            <a:blip r:embed="rId6"/>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12" name="Textplatzhalter 2"/>
          <p:cNvSpPr>
            <a:spLocks noGrp="1"/>
          </p:cNvSpPr>
          <p:nvPr>
            <p:ph idx="13" hasCustomPrompt="1"/>
          </p:nvPr>
        </p:nvSpPr>
        <p:spPr bwMode="gray">
          <a:xfrm>
            <a:off x="767409" y="5966987"/>
            <a:ext cx="4754033" cy="246221"/>
          </a:xfrm>
          <a:prstGeom prst="rect">
            <a:avLst/>
          </a:prstGeom>
        </p:spPr>
        <p:txBody>
          <a:bodyPr vert="horz" wrap="square" lIns="0" tIns="0" rIns="0" bIns="0" rtlCol="0">
            <a:spAutoFit/>
          </a:bodyPr>
          <a:lstStyle>
            <a:lvl1pPr marL="0" indent="0">
              <a:buNone/>
              <a:defRPr sz="1600"/>
            </a:lvl1pPr>
          </a:lstStyle>
          <a:p>
            <a:pPr lvl="0"/>
            <a:r>
              <a:rPr lang="de-DE" noProof="0" dirty="0"/>
              <a:t>Optionale Bildunterschrift in Schwarz oder in Farbe</a:t>
            </a:r>
          </a:p>
        </p:txBody>
      </p:sp>
      <p:sp>
        <p:nvSpPr>
          <p:cNvPr id="13"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
        <p:nvSpPr>
          <p:cNvPr id="14" name="Textplatzhalter 13"/>
          <p:cNvSpPr>
            <a:spLocks noGrp="1"/>
          </p:cNvSpPr>
          <p:nvPr>
            <p:ph type="body" sz="quarter" idx="15" hasCustomPrompt="1"/>
          </p:nvPr>
        </p:nvSpPr>
        <p:spPr>
          <a:xfrm>
            <a:off x="5903385" y="1872000"/>
            <a:ext cx="4754033" cy="4293851"/>
          </a:xfrm>
        </p:spPr>
        <p:txBody>
          <a:bodyPr/>
          <a:lstStyle>
            <a:lvl1pPr>
              <a:defRPr/>
            </a:lvl1pPr>
            <a:lvl2pPr>
              <a:defRPr/>
            </a:lvl2pPr>
            <a:lvl3pPr>
              <a:defRPr/>
            </a:lvl3pPr>
            <a:lvl4pPr>
              <a:defRPr/>
            </a:lvl4pPr>
            <a:lvl5pPr>
              <a:defRPr/>
            </a:lvl5pPr>
          </a:lstStyle>
          <a:p>
            <a:pPr lvl="0"/>
            <a:r>
              <a:rPr lang="de-DE" noProof="0" dirty="0"/>
              <a:t>Text durch klicken bearbeiten</a:t>
            </a:r>
          </a:p>
          <a:p>
            <a:pPr lvl="1"/>
            <a:r>
              <a:rPr lang="de-DE" noProof="0" dirty="0"/>
              <a:t>Vierte Ebene</a:t>
            </a:r>
          </a:p>
          <a:p>
            <a:pPr lvl="2"/>
            <a:r>
              <a:rPr lang="de-DE" noProof="0" dirty="0"/>
              <a:t>Fünfte Ebene</a:t>
            </a:r>
          </a:p>
          <a:p>
            <a:pPr lvl="3"/>
            <a:r>
              <a:rPr lang="de-DE" noProof="0" dirty="0"/>
              <a:t>Erste Ebene</a:t>
            </a:r>
          </a:p>
          <a:p>
            <a:pPr lvl="4"/>
            <a:r>
              <a:rPr lang="de-DE" noProof="0" dirty="0"/>
              <a:t>Zweite Ebene</a:t>
            </a:r>
          </a:p>
        </p:txBody>
      </p:sp>
    </p:spTree>
    <p:extLst>
      <p:ext uri="{BB962C8B-B14F-4D97-AF65-F5344CB8AC3E}">
        <p14:creationId xmlns:p14="http://schemas.microsoft.com/office/powerpoint/2010/main" val="110349268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el, 2/3 Bild und 1/3 Text">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65C404D7-E007-4334-A0E0-B33D1FFEBC55}"/>
              </a:ext>
            </a:extLst>
          </p:cNvPr>
          <p:cNvGraphicFramePr>
            <a:graphicFrameLocks noChangeAspect="1"/>
          </p:cNvGraphicFramePr>
          <p:nvPr userDrawn="1">
            <p:custDataLst>
              <p:tags r:id="rId1"/>
            </p:custDataLst>
            <p:extLst>
              <p:ext uri="{D42A27DB-BD31-4B8C-83A1-F6EECF244321}">
                <p14:modId xmlns:p14="http://schemas.microsoft.com/office/powerpoint/2010/main" val="806425273"/>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6" name="Objekt 5" hidden="1">
                        <a:extLst>
                          <a:ext uri="{FF2B5EF4-FFF2-40B4-BE49-F238E27FC236}">
                            <a16:creationId xmlns:a16="http://schemas.microsoft.com/office/drawing/2014/main" id="{65C404D7-E007-4334-A0E0-B33D1FFEBC55}"/>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5" name="Rechteck 4" hidden="1">
            <a:extLst>
              <a:ext uri="{FF2B5EF4-FFF2-40B4-BE49-F238E27FC236}">
                <a16:creationId xmlns:a16="http://schemas.microsoft.com/office/drawing/2014/main" id="{7A9924E8-1AD4-4298-8609-F13EB107A2C0}"/>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9" name="Bildplatzhalter 8"/>
          <p:cNvSpPr>
            <a:spLocks noGrp="1"/>
          </p:cNvSpPr>
          <p:nvPr>
            <p:ph type="pic" sz="quarter" idx="12"/>
          </p:nvPr>
        </p:nvSpPr>
        <p:spPr>
          <a:xfrm>
            <a:off x="768352" y="1940984"/>
            <a:ext cx="6335761" cy="3936000"/>
          </a:xfrm>
          <a:blipFill>
            <a:blip r:embed="rId6"/>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12" name="Textplatzhalter 2"/>
          <p:cNvSpPr>
            <a:spLocks noGrp="1"/>
          </p:cNvSpPr>
          <p:nvPr>
            <p:ph idx="13" hasCustomPrompt="1"/>
          </p:nvPr>
        </p:nvSpPr>
        <p:spPr bwMode="gray">
          <a:xfrm>
            <a:off x="767407" y="5966987"/>
            <a:ext cx="6336000" cy="246221"/>
          </a:xfrm>
          <a:prstGeom prst="rect">
            <a:avLst/>
          </a:prstGeom>
        </p:spPr>
        <p:txBody>
          <a:bodyPr vert="horz" wrap="square" lIns="0" tIns="0" rIns="0" bIns="0" rtlCol="0">
            <a:spAutoFit/>
          </a:bodyPr>
          <a:lstStyle>
            <a:lvl1pPr marL="0" indent="0">
              <a:buNone/>
              <a:defRPr sz="1600"/>
            </a:lvl1pPr>
          </a:lstStyle>
          <a:p>
            <a:pPr lvl="0"/>
            <a:r>
              <a:rPr lang="de-DE" noProof="0" dirty="0"/>
              <a:t>Optionale Bildunterschrift in Schwarz oder in Farbe</a:t>
            </a:r>
          </a:p>
        </p:txBody>
      </p:sp>
      <p:sp>
        <p:nvSpPr>
          <p:cNvPr id="13"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
        <p:nvSpPr>
          <p:cNvPr id="14" name="Textplatzhalter 13"/>
          <p:cNvSpPr>
            <a:spLocks noGrp="1"/>
          </p:cNvSpPr>
          <p:nvPr>
            <p:ph type="body" sz="quarter" idx="15" hasCustomPrompt="1"/>
          </p:nvPr>
        </p:nvSpPr>
        <p:spPr>
          <a:xfrm>
            <a:off x="7488155" y="1872000"/>
            <a:ext cx="3169263" cy="4293851"/>
          </a:xfrm>
        </p:spPr>
        <p:txBody>
          <a:bodyPr/>
          <a:lstStyle>
            <a:lvl1pPr>
              <a:defRPr/>
            </a:lvl1pPr>
            <a:lvl2pPr>
              <a:defRPr/>
            </a:lvl2pPr>
            <a:lvl3pPr>
              <a:defRPr/>
            </a:lvl3pPr>
            <a:lvl4pPr>
              <a:defRPr/>
            </a:lvl4pPr>
            <a:lvl5pPr>
              <a:defRPr/>
            </a:lvl5pPr>
          </a:lstStyle>
          <a:p>
            <a:pPr lvl="0"/>
            <a:r>
              <a:rPr lang="de-DE" noProof="0" dirty="0"/>
              <a:t>Text durch klicken bearbeiten</a:t>
            </a:r>
          </a:p>
          <a:p>
            <a:pPr lvl="1"/>
            <a:r>
              <a:rPr lang="de-DE" noProof="0" dirty="0"/>
              <a:t>Vierte Ebene</a:t>
            </a:r>
          </a:p>
          <a:p>
            <a:pPr lvl="2"/>
            <a:r>
              <a:rPr lang="de-DE" noProof="0" dirty="0"/>
              <a:t>Fünfte Ebene</a:t>
            </a:r>
          </a:p>
          <a:p>
            <a:pPr lvl="3"/>
            <a:r>
              <a:rPr lang="de-DE" noProof="0" dirty="0"/>
              <a:t>Erste Ebene</a:t>
            </a:r>
          </a:p>
          <a:p>
            <a:pPr lvl="4"/>
            <a:r>
              <a:rPr lang="de-DE" noProof="0" dirty="0"/>
              <a:t>Zweite Ebene</a:t>
            </a:r>
          </a:p>
        </p:txBody>
      </p:sp>
    </p:spTree>
    <p:extLst>
      <p:ext uri="{BB962C8B-B14F-4D97-AF65-F5344CB8AC3E}">
        <p14:creationId xmlns:p14="http://schemas.microsoft.com/office/powerpoint/2010/main" val="147663587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FD83A4F3-4D74-46C9-9FFD-369708F3D69C}"/>
              </a:ext>
            </a:extLst>
          </p:cNvPr>
          <p:cNvGraphicFramePr>
            <a:graphicFrameLocks noChangeAspect="1"/>
          </p:cNvGraphicFramePr>
          <p:nvPr userDrawn="1">
            <p:custDataLst>
              <p:tags r:id="rId1"/>
            </p:custDataLst>
            <p:extLst>
              <p:ext uri="{D42A27DB-BD31-4B8C-83A1-F6EECF244321}">
                <p14:modId xmlns:p14="http://schemas.microsoft.com/office/powerpoint/2010/main" val="55993523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6" name="Objekt 5" hidden="1">
                        <a:extLst>
                          <a:ext uri="{FF2B5EF4-FFF2-40B4-BE49-F238E27FC236}">
                            <a16:creationId xmlns:a16="http://schemas.microsoft.com/office/drawing/2014/main" id="{FD83A4F3-4D74-46C9-9FFD-369708F3D69C}"/>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5" name="Rechteck 4" hidden="1">
            <a:extLst>
              <a:ext uri="{FF2B5EF4-FFF2-40B4-BE49-F238E27FC236}">
                <a16:creationId xmlns:a16="http://schemas.microsoft.com/office/drawing/2014/main" id="{0182E95A-2D87-4C56-9166-14A394C57A02}"/>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9" name="Bildplatzhalter 8"/>
          <p:cNvSpPr>
            <a:spLocks noGrp="1"/>
          </p:cNvSpPr>
          <p:nvPr>
            <p:ph type="pic" sz="quarter" idx="12"/>
          </p:nvPr>
        </p:nvSpPr>
        <p:spPr>
          <a:xfrm>
            <a:off x="768351" y="1940984"/>
            <a:ext cx="9889067" cy="3936000"/>
          </a:xfrm>
          <a:blipFill>
            <a:blip r:embed="rId6"/>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12" name="Textplatzhalter 2"/>
          <p:cNvSpPr>
            <a:spLocks noGrp="1"/>
          </p:cNvSpPr>
          <p:nvPr>
            <p:ph idx="13" hasCustomPrompt="1"/>
          </p:nvPr>
        </p:nvSpPr>
        <p:spPr bwMode="gray">
          <a:xfrm>
            <a:off x="767407" y="5966987"/>
            <a:ext cx="9888000" cy="246221"/>
          </a:xfrm>
          <a:prstGeom prst="rect">
            <a:avLst/>
          </a:prstGeom>
        </p:spPr>
        <p:txBody>
          <a:bodyPr vert="horz" wrap="square" lIns="0" tIns="0" rIns="0" bIns="0" rtlCol="0">
            <a:spAutoFit/>
          </a:bodyPr>
          <a:lstStyle>
            <a:lvl1pPr marL="0" indent="0">
              <a:buNone/>
              <a:defRPr sz="1600"/>
            </a:lvl1pPr>
          </a:lstStyle>
          <a:p>
            <a:pPr lvl="0"/>
            <a:r>
              <a:rPr lang="de-DE" noProof="0" dirty="0"/>
              <a:t>Optionale Bildunterschrift in Schwarz oder in Farbe</a:t>
            </a:r>
          </a:p>
        </p:txBody>
      </p:sp>
      <p:sp>
        <p:nvSpPr>
          <p:cNvPr id="13"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Tree>
    <p:extLst>
      <p:ext uri="{BB962C8B-B14F-4D97-AF65-F5344CB8AC3E}">
        <p14:creationId xmlns:p14="http://schemas.microsoft.com/office/powerpoint/2010/main" val="38995258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itel und 2 Bilder">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3394BB13-371F-4715-8E40-FC0CDDFBCDE8}"/>
              </a:ext>
            </a:extLst>
          </p:cNvPr>
          <p:cNvGraphicFramePr>
            <a:graphicFrameLocks noChangeAspect="1"/>
          </p:cNvGraphicFramePr>
          <p:nvPr userDrawn="1">
            <p:custDataLst>
              <p:tags r:id="rId1"/>
            </p:custDataLst>
            <p:extLst>
              <p:ext uri="{D42A27DB-BD31-4B8C-83A1-F6EECF244321}">
                <p14:modId xmlns:p14="http://schemas.microsoft.com/office/powerpoint/2010/main" val="1948873747"/>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6" name="Objekt 5" hidden="1">
                        <a:extLst>
                          <a:ext uri="{FF2B5EF4-FFF2-40B4-BE49-F238E27FC236}">
                            <a16:creationId xmlns:a16="http://schemas.microsoft.com/office/drawing/2014/main" id="{3394BB13-371F-4715-8E40-FC0CDDFBCDE8}"/>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5" name="Rechteck 4" hidden="1">
            <a:extLst>
              <a:ext uri="{FF2B5EF4-FFF2-40B4-BE49-F238E27FC236}">
                <a16:creationId xmlns:a16="http://schemas.microsoft.com/office/drawing/2014/main" id="{029AAA88-0EDB-4B32-8B38-813B5C6234FF}"/>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9" name="Bildplatzhalter 8"/>
          <p:cNvSpPr>
            <a:spLocks noGrp="1"/>
          </p:cNvSpPr>
          <p:nvPr>
            <p:ph type="pic" sz="quarter" idx="12"/>
          </p:nvPr>
        </p:nvSpPr>
        <p:spPr>
          <a:xfrm>
            <a:off x="768351" y="1940984"/>
            <a:ext cx="4751916" cy="3936000"/>
          </a:xfrm>
          <a:blipFill>
            <a:blip r:embed="rId6"/>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12" name="Textplatzhalter 2"/>
          <p:cNvSpPr>
            <a:spLocks noGrp="1"/>
          </p:cNvSpPr>
          <p:nvPr>
            <p:ph idx="13" hasCustomPrompt="1"/>
          </p:nvPr>
        </p:nvSpPr>
        <p:spPr bwMode="gray">
          <a:xfrm>
            <a:off x="767409" y="5966987"/>
            <a:ext cx="4754033" cy="246221"/>
          </a:xfrm>
          <a:prstGeom prst="rect">
            <a:avLst/>
          </a:prstGeom>
        </p:spPr>
        <p:txBody>
          <a:bodyPr vert="horz" wrap="square" lIns="0" tIns="0" rIns="0" bIns="0" rtlCol="0">
            <a:spAutoFit/>
          </a:bodyPr>
          <a:lstStyle>
            <a:lvl1pPr marL="0" indent="0">
              <a:buNone/>
              <a:defRPr sz="1600"/>
            </a:lvl1pPr>
          </a:lstStyle>
          <a:p>
            <a:pPr lvl="0"/>
            <a:r>
              <a:rPr lang="de-DE" noProof="0" dirty="0"/>
              <a:t>Optionale Bildunterschrift in Schwarz oder in Farbe</a:t>
            </a:r>
          </a:p>
        </p:txBody>
      </p:sp>
      <p:sp>
        <p:nvSpPr>
          <p:cNvPr id="13"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
        <p:nvSpPr>
          <p:cNvPr id="11" name="Bildplatzhalter 8"/>
          <p:cNvSpPr>
            <a:spLocks noGrp="1"/>
          </p:cNvSpPr>
          <p:nvPr>
            <p:ph type="pic" sz="quarter" idx="15"/>
          </p:nvPr>
        </p:nvSpPr>
        <p:spPr>
          <a:xfrm>
            <a:off x="5904443" y="1940984"/>
            <a:ext cx="4751916" cy="3936000"/>
          </a:xfrm>
          <a:blipFill>
            <a:blip r:embed="rId6"/>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15" name="Textplatzhalter 2"/>
          <p:cNvSpPr>
            <a:spLocks noGrp="1"/>
          </p:cNvSpPr>
          <p:nvPr>
            <p:ph idx="16" hasCustomPrompt="1"/>
          </p:nvPr>
        </p:nvSpPr>
        <p:spPr bwMode="gray">
          <a:xfrm>
            <a:off x="5904444" y="5966987"/>
            <a:ext cx="4754033" cy="246221"/>
          </a:xfrm>
          <a:prstGeom prst="rect">
            <a:avLst/>
          </a:prstGeom>
        </p:spPr>
        <p:txBody>
          <a:bodyPr vert="horz" wrap="square" lIns="0" tIns="0" rIns="0" bIns="0" rtlCol="0">
            <a:spAutoFit/>
          </a:bodyPr>
          <a:lstStyle>
            <a:lvl1pPr marL="0" indent="0">
              <a:buNone/>
              <a:defRPr sz="1600"/>
            </a:lvl1pPr>
          </a:lstStyle>
          <a:p>
            <a:pPr lvl="0"/>
            <a:r>
              <a:rPr lang="de-DE" noProof="0" dirty="0"/>
              <a:t>Optionale Bildunterschrift in Schwarz oder in Farbe</a:t>
            </a:r>
          </a:p>
        </p:txBody>
      </p:sp>
    </p:spTree>
    <p:extLst>
      <p:ext uri="{BB962C8B-B14F-4D97-AF65-F5344CB8AC3E}">
        <p14:creationId xmlns:p14="http://schemas.microsoft.com/office/powerpoint/2010/main" val="150758807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Vollbild hell">
    <p:spTree>
      <p:nvGrpSpPr>
        <p:cNvPr id="1" name=""/>
        <p:cNvGrpSpPr/>
        <p:nvPr/>
      </p:nvGrpSpPr>
      <p:grpSpPr>
        <a:xfrm>
          <a:off x="0" y="0"/>
          <a:ext cx="0" cy="0"/>
          <a:chOff x="0" y="0"/>
          <a:chExt cx="0" cy="0"/>
        </a:xfrm>
      </p:grpSpPr>
      <p:sp>
        <p:nvSpPr>
          <p:cNvPr id="5" name="Bildplatzhalter 8"/>
          <p:cNvSpPr>
            <a:spLocks noGrp="1"/>
          </p:cNvSpPr>
          <p:nvPr>
            <p:ph type="pic" sz="quarter" idx="12"/>
          </p:nvPr>
        </p:nvSpPr>
        <p:spPr>
          <a:xfrm>
            <a:off x="0" y="0"/>
            <a:ext cx="12192000" cy="6858000"/>
          </a:xfrm>
          <a:blipFill>
            <a:blip r:embed="rId2"/>
            <a:stretch>
              <a:fillRect/>
            </a:stretch>
          </a:blipFill>
        </p:spPr>
        <p:txBody>
          <a:bodyPr vert="horz" wrap="square" lIns="0" tIns="0" rIns="0" bIns="0" rtlCol="0">
            <a:noAutofit/>
          </a:bodyPr>
          <a:lstStyle>
            <a:lvl1pPr marL="0" indent="0" algn="ctr">
              <a:buFont typeface="Arial" panose="020B0604020202020204" pitchFamily="34" charset="0"/>
              <a:buNone/>
              <a:defRPr lang="de-DE" sz="1333"/>
            </a:lvl1pPr>
          </a:lstStyle>
          <a:p>
            <a:r>
              <a:rPr lang="de-DE"/>
              <a:t>Bild durch Klicken auf Symbol hinzufügen</a:t>
            </a:r>
            <a:endParaRPr lang="de-DE" dirty="0"/>
          </a:p>
        </p:txBody>
      </p:sp>
      <p:sp>
        <p:nvSpPr>
          <p:cNvPr id="8" name="Titel 1"/>
          <p:cNvSpPr>
            <a:spLocks noGrp="1"/>
          </p:cNvSpPr>
          <p:nvPr>
            <p:ph type="ctrTitle"/>
          </p:nvPr>
        </p:nvSpPr>
        <p:spPr bwMode="blackWhite">
          <a:xfrm>
            <a:off x="768349" y="3429000"/>
            <a:ext cx="4608000" cy="1920000"/>
          </a:xfrm>
          <a:solidFill>
            <a:srgbClr val="64B42D"/>
          </a:solidFill>
        </p:spPr>
        <p:txBody>
          <a:bodyPr lIns="216000" tIns="201600" rIns="180000" bIns="230400">
            <a:noAutofit/>
          </a:bodyPr>
          <a:lstStyle>
            <a:lvl1pPr>
              <a:defRPr sz="2667" b="0">
                <a:solidFill>
                  <a:schemeClr val="bg1"/>
                </a:solidFill>
              </a:defRPr>
            </a:lvl1pPr>
          </a:lstStyle>
          <a:p>
            <a:r>
              <a:rPr lang="de-DE" noProof="0"/>
              <a:t>Mastertitelformat bearbeiten</a:t>
            </a:r>
            <a:endParaRPr lang="de-DE" noProof="0" dirty="0"/>
          </a:p>
        </p:txBody>
      </p:sp>
    </p:spTree>
    <p:extLst>
      <p:ext uri="{BB962C8B-B14F-4D97-AF65-F5344CB8AC3E}">
        <p14:creationId xmlns:p14="http://schemas.microsoft.com/office/powerpoint/2010/main" val="69521653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ollbild dunkel">
    <p:spTree>
      <p:nvGrpSpPr>
        <p:cNvPr id="1" name=""/>
        <p:cNvGrpSpPr/>
        <p:nvPr/>
      </p:nvGrpSpPr>
      <p:grpSpPr>
        <a:xfrm>
          <a:off x="0" y="0"/>
          <a:ext cx="0" cy="0"/>
          <a:chOff x="0" y="0"/>
          <a:chExt cx="0" cy="0"/>
        </a:xfrm>
      </p:grpSpPr>
      <p:sp>
        <p:nvSpPr>
          <p:cNvPr id="5" name="Bildplatzhalter 8"/>
          <p:cNvSpPr>
            <a:spLocks noGrp="1"/>
          </p:cNvSpPr>
          <p:nvPr>
            <p:ph type="pic" sz="quarter" idx="12"/>
          </p:nvPr>
        </p:nvSpPr>
        <p:spPr>
          <a:xfrm>
            <a:off x="0" y="0"/>
            <a:ext cx="12192000" cy="6858000"/>
          </a:xfrm>
          <a:blipFill>
            <a:blip r:embed="rId2"/>
            <a:stretch>
              <a:fillRect/>
            </a:stretch>
          </a:blipFill>
        </p:spPr>
        <p:txBody>
          <a:bodyPr vert="horz" wrap="square" lIns="0" tIns="0" rIns="0" bIns="0" rtlCol="0">
            <a:noAutofit/>
          </a:bodyPr>
          <a:lstStyle>
            <a:lvl1pPr marL="228594" indent="-228594" algn="ctr">
              <a:buFont typeface="Arial" panose="020B0604020202020204" pitchFamily="34" charset="0"/>
              <a:buNone/>
              <a:defRPr lang="de-DE" sz="1333"/>
            </a:lvl1pPr>
          </a:lstStyle>
          <a:p>
            <a:r>
              <a:rPr lang="de-DE"/>
              <a:t>Bild durch Klicken auf Symbol hinzufügen</a:t>
            </a:r>
            <a:endParaRPr lang="de-DE" dirty="0"/>
          </a:p>
        </p:txBody>
      </p:sp>
      <p:sp>
        <p:nvSpPr>
          <p:cNvPr id="8" name="Titel 1"/>
          <p:cNvSpPr>
            <a:spLocks noGrp="1"/>
          </p:cNvSpPr>
          <p:nvPr>
            <p:ph type="ctrTitle"/>
          </p:nvPr>
        </p:nvSpPr>
        <p:spPr bwMode="blackWhite">
          <a:xfrm>
            <a:off x="1506539" y="1115219"/>
            <a:ext cx="3456000" cy="1920000"/>
          </a:xfrm>
          <a:solidFill>
            <a:srgbClr val="E60055"/>
          </a:solidFill>
        </p:spPr>
        <p:txBody>
          <a:bodyPr lIns="216000" tIns="201600" rIns="180000" bIns="230400">
            <a:noAutofit/>
          </a:bodyPr>
          <a:lstStyle>
            <a:lvl1pPr>
              <a:defRPr sz="2267" b="0">
                <a:solidFill>
                  <a:schemeClr val="bg1"/>
                </a:solidFill>
              </a:defRPr>
            </a:lvl1pPr>
          </a:lstStyle>
          <a:p>
            <a:r>
              <a:rPr lang="de-DE" noProof="0"/>
              <a:t>Mastertitelformat bearbeiten</a:t>
            </a:r>
            <a:endParaRPr lang="de-DE" noProof="0" dirty="0"/>
          </a:p>
        </p:txBody>
      </p:sp>
    </p:spTree>
    <p:extLst>
      <p:ext uri="{BB962C8B-B14F-4D97-AF65-F5344CB8AC3E}">
        <p14:creationId xmlns:p14="http://schemas.microsoft.com/office/powerpoint/2010/main" val="12666060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 Bilder mit 3 Textboxen">
    <p:spTree>
      <p:nvGrpSpPr>
        <p:cNvPr id="1" name=""/>
        <p:cNvGrpSpPr/>
        <p:nvPr/>
      </p:nvGrpSpPr>
      <p:grpSpPr>
        <a:xfrm>
          <a:off x="0" y="0"/>
          <a:ext cx="0" cy="0"/>
          <a:chOff x="0" y="0"/>
          <a:chExt cx="0" cy="0"/>
        </a:xfrm>
      </p:grpSpPr>
      <p:sp>
        <p:nvSpPr>
          <p:cNvPr id="5" name="Bildplatzhalter 8"/>
          <p:cNvSpPr>
            <a:spLocks noGrp="1"/>
          </p:cNvSpPr>
          <p:nvPr>
            <p:ph type="pic" sz="quarter" idx="12"/>
          </p:nvPr>
        </p:nvSpPr>
        <p:spPr>
          <a:xfrm>
            <a:off x="-6581" y="0"/>
            <a:ext cx="4080000" cy="6859200"/>
          </a:xfrm>
          <a:blipFill>
            <a:blip r:embed="rId2"/>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6" name="Bildplatzhalter 8"/>
          <p:cNvSpPr>
            <a:spLocks noGrp="1"/>
          </p:cNvSpPr>
          <p:nvPr>
            <p:ph type="pic" sz="quarter" idx="13"/>
          </p:nvPr>
        </p:nvSpPr>
        <p:spPr>
          <a:xfrm>
            <a:off x="4056000" y="0"/>
            <a:ext cx="4080000" cy="6859200"/>
          </a:xfrm>
          <a:blipFill>
            <a:blip r:embed="rId2"/>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7" name="Bildplatzhalter 8"/>
          <p:cNvSpPr>
            <a:spLocks noGrp="1"/>
          </p:cNvSpPr>
          <p:nvPr>
            <p:ph type="pic" sz="quarter" idx="14"/>
          </p:nvPr>
        </p:nvSpPr>
        <p:spPr>
          <a:xfrm>
            <a:off x="8112000" y="0"/>
            <a:ext cx="4080000" cy="6859200"/>
          </a:xfrm>
          <a:blipFill>
            <a:blip r:embed="rId2"/>
            <a:stretch>
              <a:fillRect/>
            </a:stretch>
          </a:blipFill>
        </p:spPr>
        <p:txBody>
          <a:bodyPr vert="horz" wrap="square" lIns="0" tIns="0" rIns="0" bIns="0" rtlCol="0">
            <a:noAutofit/>
          </a:bodyPr>
          <a:lstStyle>
            <a:lvl1pPr marL="0" indent="0" algn="ctr">
              <a:buNone/>
              <a:defRPr lang="de-DE" sz="1333"/>
            </a:lvl1pPr>
          </a:lstStyle>
          <a:p>
            <a:r>
              <a:rPr lang="de-DE"/>
              <a:t>Bild durch Klicken auf Symbol hinzufügen</a:t>
            </a:r>
            <a:endParaRPr lang="de-DE" dirty="0"/>
          </a:p>
        </p:txBody>
      </p:sp>
      <p:sp>
        <p:nvSpPr>
          <p:cNvPr id="10" name="Textplatzhalter 5"/>
          <p:cNvSpPr>
            <a:spLocks noGrp="1"/>
          </p:cNvSpPr>
          <p:nvPr>
            <p:ph type="body" sz="quarter" idx="15"/>
          </p:nvPr>
        </p:nvSpPr>
        <p:spPr bwMode="blackWhite">
          <a:xfrm>
            <a:off x="503675" y="4625747"/>
            <a:ext cx="3072000" cy="1536000"/>
          </a:xfrm>
          <a:solidFill>
            <a:schemeClr val="accent1"/>
          </a:solidFill>
        </p:spPr>
        <p:txBody>
          <a:bodyPr lIns="216000" tIns="144000" rIns="180000" bIns="230400">
            <a:noAutofit/>
          </a:bodyPr>
          <a:lstStyle>
            <a:lvl1pPr>
              <a:defRPr sz="1600" b="0">
                <a:solidFill>
                  <a:schemeClr val="bg1"/>
                </a:solidFill>
              </a:defRPr>
            </a:lvl1pPr>
            <a:lvl4pPr>
              <a:defRPr>
                <a:solidFill>
                  <a:schemeClr val="bg1"/>
                </a:solidFill>
              </a:defRPr>
            </a:lvl4pPr>
          </a:lstStyle>
          <a:p>
            <a:pPr lvl="0"/>
            <a:r>
              <a:rPr lang="de-DE" noProof="0"/>
              <a:t>Mastertextformat bearbeiten</a:t>
            </a:r>
          </a:p>
        </p:txBody>
      </p:sp>
      <p:sp>
        <p:nvSpPr>
          <p:cNvPr id="13" name="Textplatzhalter 5"/>
          <p:cNvSpPr>
            <a:spLocks noGrp="1"/>
          </p:cNvSpPr>
          <p:nvPr>
            <p:ph type="body" sz="quarter" idx="17"/>
          </p:nvPr>
        </p:nvSpPr>
        <p:spPr bwMode="blackWhite">
          <a:xfrm>
            <a:off x="4560000" y="4625747"/>
            <a:ext cx="3072000" cy="1536000"/>
          </a:xfrm>
          <a:solidFill>
            <a:schemeClr val="accent6"/>
          </a:solidFill>
        </p:spPr>
        <p:txBody>
          <a:bodyPr lIns="216000" tIns="144000" rIns="180000" bIns="230400">
            <a:noAutofit/>
          </a:bodyPr>
          <a:lstStyle>
            <a:lvl1pPr>
              <a:defRPr sz="1600" b="0">
                <a:solidFill>
                  <a:schemeClr val="bg1"/>
                </a:solidFill>
              </a:defRPr>
            </a:lvl1pPr>
            <a:lvl4pPr>
              <a:defRPr>
                <a:solidFill>
                  <a:schemeClr val="bg1"/>
                </a:solidFill>
              </a:defRPr>
            </a:lvl4pPr>
          </a:lstStyle>
          <a:p>
            <a:pPr lvl="0"/>
            <a:r>
              <a:rPr lang="de-DE" noProof="0"/>
              <a:t>Mastertextformat bearbeiten</a:t>
            </a:r>
          </a:p>
        </p:txBody>
      </p:sp>
      <p:sp>
        <p:nvSpPr>
          <p:cNvPr id="15" name="Textplatzhalter 5"/>
          <p:cNvSpPr>
            <a:spLocks noGrp="1"/>
          </p:cNvSpPr>
          <p:nvPr>
            <p:ph type="body" sz="quarter" idx="18"/>
          </p:nvPr>
        </p:nvSpPr>
        <p:spPr bwMode="blackWhite">
          <a:xfrm>
            <a:off x="8616000" y="4625747"/>
            <a:ext cx="3072000" cy="1536000"/>
          </a:xfrm>
          <a:solidFill>
            <a:srgbClr val="64B42D"/>
          </a:solidFill>
        </p:spPr>
        <p:txBody>
          <a:bodyPr lIns="216000" tIns="144000" rIns="180000" bIns="230400">
            <a:noAutofit/>
          </a:bodyPr>
          <a:lstStyle>
            <a:lvl1pPr>
              <a:defRPr sz="1600" b="0">
                <a:solidFill>
                  <a:schemeClr val="bg1"/>
                </a:solidFill>
              </a:defRPr>
            </a:lvl1pPr>
            <a:lvl4pPr>
              <a:defRPr>
                <a:solidFill>
                  <a:schemeClr val="bg1"/>
                </a:solidFill>
              </a:defRPr>
            </a:lvl4pPr>
          </a:lstStyle>
          <a:p>
            <a:pPr lvl="0"/>
            <a:r>
              <a:rPr lang="de-DE" noProof="0"/>
              <a:t>Mastertextformat bearbeiten</a:t>
            </a:r>
          </a:p>
        </p:txBody>
      </p:sp>
    </p:spTree>
    <p:extLst>
      <p:ext uri="{BB962C8B-B14F-4D97-AF65-F5344CB8AC3E}">
        <p14:creationId xmlns:p14="http://schemas.microsoft.com/office/powerpoint/2010/main" val="51859926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Zusammenfassung Druck">
    <p:spTree>
      <p:nvGrpSpPr>
        <p:cNvPr id="1" name=""/>
        <p:cNvGrpSpPr/>
        <p:nvPr/>
      </p:nvGrpSpPr>
      <p:grpSpPr>
        <a:xfrm>
          <a:off x="0" y="0"/>
          <a:ext cx="0" cy="0"/>
          <a:chOff x="0" y="0"/>
          <a:chExt cx="0" cy="0"/>
        </a:xfrm>
      </p:grpSpPr>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6" name="Textplatzhalter 5"/>
          <p:cNvSpPr>
            <a:spLocks noGrp="1"/>
          </p:cNvSpPr>
          <p:nvPr>
            <p:ph type="body" sz="quarter" idx="12"/>
          </p:nvPr>
        </p:nvSpPr>
        <p:spPr bwMode="blackWhite">
          <a:xfrm>
            <a:off x="1666556" y="1316765"/>
            <a:ext cx="3840000" cy="1920000"/>
          </a:xfrm>
          <a:solidFill>
            <a:schemeClr val="accent1"/>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
        <p:nvSpPr>
          <p:cNvPr id="11" name="Textplatzhalter 5"/>
          <p:cNvSpPr>
            <a:spLocks noGrp="1"/>
          </p:cNvSpPr>
          <p:nvPr>
            <p:ph type="body" sz="quarter" idx="13"/>
          </p:nvPr>
        </p:nvSpPr>
        <p:spPr bwMode="blackWhite">
          <a:xfrm>
            <a:off x="514556" y="3573016"/>
            <a:ext cx="4992000" cy="1920000"/>
          </a:xfrm>
          <a:solidFill>
            <a:schemeClr val="accent3"/>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
        <p:nvSpPr>
          <p:cNvPr id="12" name="Textplatzhalter 5"/>
          <p:cNvSpPr>
            <a:spLocks noGrp="1"/>
          </p:cNvSpPr>
          <p:nvPr>
            <p:ph type="body" sz="quarter" idx="14"/>
          </p:nvPr>
        </p:nvSpPr>
        <p:spPr bwMode="blackWhite">
          <a:xfrm>
            <a:off x="5902649" y="1943951"/>
            <a:ext cx="3840000" cy="1920000"/>
          </a:xfrm>
          <a:solidFill>
            <a:schemeClr val="accent5"/>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
        <p:nvSpPr>
          <p:cNvPr id="13" name="Textplatzhalter 5"/>
          <p:cNvSpPr>
            <a:spLocks noGrp="1"/>
          </p:cNvSpPr>
          <p:nvPr>
            <p:ph type="body" sz="quarter" idx="15"/>
          </p:nvPr>
        </p:nvSpPr>
        <p:spPr bwMode="blackWhite">
          <a:xfrm>
            <a:off x="5902649" y="4232136"/>
            <a:ext cx="4992000" cy="1920000"/>
          </a:xfrm>
          <a:solidFill>
            <a:srgbClr val="64B42D"/>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Tree>
    <p:extLst>
      <p:ext uri="{BB962C8B-B14F-4D97-AF65-F5344CB8AC3E}">
        <p14:creationId xmlns:p14="http://schemas.microsoft.com/office/powerpoint/2010/main" val="54045169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Zusammenfassung Bildschirm">
    <p:bg>
      <p:bgPr>
        <a:solidFill>
          <a:schemeClr val="tx2"/>
        </a:solidFill>
        <a:effectLst/>
      </p:bgPr>
    </p:bg>
    <p:spTree>
      <p:nvGrpSpPr>
        <p:cNvPr id="1" name=""/>
        <p:cNvGrpSpPr/>
        <p:nvPr/>
      </p:nvGrpSpPr>
      <p:grpSpPr>
        <a:xfrm>
          <a:off x="0" y="0"/>
          <a:ext cx="0" cy="0"/>
          <a:chOff x="0" y="0"/>
          <a:chExt cx="0" cy="0"/>
        </a:xfrm>
      </p:grpSpPr>
      <p:sp>
        <p:nvSpPr>
          <p:cNvPr id="3" name="Fußzeilenplatzhalter 2"/>
          <p:cNvSpPr>
            <a:spLocks noGrp="1"/>
          </p:cNvSpPr>
          <p:nvPr>
            <p:ph type="ftr" sz="quarter" idx="10"/>
          </p:nvPr>
        </p:nvSpPr>
        <p:spPr bwMode="blackWhite"/>
        <p:txBody>
          <a:bodyPr/>
          <a:lstStyle>
            <a:lvl1pPr>
              <a:defRPr>
                <a:solidFill>
                  <a:schemeClr val="bg1"/>
                </a:solidFill>
              </a:defRPr>
            </a:lvl1pPr>
          </a:lstStyle>
          <a:p>
            <a:r>
              <a:rPr lang="de-DE" noProof="0" dirty="0"/>
              <a:t>Westnetz GmbH · Name · TT Monat JJJJ</a:t>
            </a:r>
          </a:p>
        </p:txBody>
      </p:sp>
      <p:sp>
        <p:nvSpPr>
          <p:cNvPr id="4" name="Foliennummernplatzhalter 3"/>
          <p:cNvSpPr>
            <a:spLocks noGrp="1"/>
          </p:cNvSpPr>
          <p:nvPr>
            <p:ph type="sldNum" sz="quarter" idx="11"/>
          </p:nvPr>
        </p:nvSpPr>
        <p:spPr bwMode="blackWhite"/>
        <p:txBody>
          <a:bodyPr/>
          <a:lstStyle>
            <a:lvl1pPr>
              <a:defRPr>
                <a:solidFill>
                  <a:schemeClr val="bg1"/>
                </a:solidFill>
              </a:defRPr>
            </a:lvl1pPr>
          </a:lstStyle>
          <a:p>
            <a:fld id="{F05F51B1-EF07-4A0A-8ED6-43388CBBB34F}" type="slidenum">
              <a:rPr lang="de-DE" noProof="0" smtClean="0"/>
              <a:pPr/>
              <a:t>‹Nr.›</a:t>
            </a:fld>
            <a:endParaRPr lang="de-DE" noProof="0" dirty="0"/>
          </a:p>
        </p:txBody>
      </p:sp>
      <p:sp>
        <p:nvSpPr>
          <p:cNvPr id="10" name="Textplatzhalter 5"/>
          <p:cNvSpPr>
            <a:spLocks noGrp="1"/>
          </p:cNvSpPr>
          <p:nvPr>
            <p:ph type="body" sz="quarter" idx="12"/>
          </p:nvPr>
        </p:nvSpPr>
        <p:spPr bwMode="blackWhite">
          <a:xfrm>
            <a:off x="1666556" y="1316765"/>
            <a:ext cx="3840000" cy="1920000"/>
          </a:xfrm>
          <a:solidFill>
            <a:schemeClr val="accent1"/>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
        <p:nvSpPr>
          <p:cNvPr id="14" name="Textplatzhalter 5"/>
          <p:cNvSpPr>
            <a:spLocks noGrp="1"/>
          </p:cNvSpPr>
          <p:nvPr>
            <p:ph type="body" sz="quarter" idx="13"/>
          </p:nvPr>
        </p:nvSpPr>
        <p:spPr bwMode="blackWhite">
          <a:xfrm>
            <a:off x="514556" y="3573016"/>
            <a:ext cx="4992000" cy="1920000"/>
          </a:xfrm>
          <a:solidFill>
            <a:schemeClr val="accent3"/>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
        <p:nvSpPr>
          <p:cNvPr id="15" name="Textplatzhalter 5"/>
          <p:cNvSpPr>
            <a:spLocks noGrp="1"/>
          </p:cNvSpPr>
          <p:nvPr>
            <p:ph type="body" sz="quarter" idx="14"/>
          </p:nvPr>
        </p:nvSpPr>
        <p:spPr bwMode="blackWhite">
          <a:xfrm>
            <a:off x="5902649" y="1943951"/>
            <a:ext cx="3840000" cy="1920000"/>
          </a:xfrm>
          <a:solidFill>
            <a:schemeClr val="accent5"/>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sp>
        <p:nvSpPr>
          <p:cNvPr id="16" name="Textplatzhalter 5"/>
          <p:cNvSpPr>
            <a:spLocks noGrp="1"/>
          </p:cNvSpPr>
          <p:nvPr>
            <p:ph type="body" sz="quarter" idx="15"/>
          </p:nvPr>
        </p:nvSpPr>
        <p:spPr bwMode="blackWhite">
          <a:xfrm>
            <a:off x="5902649" y="4232136"/>
            <a:ext cx="4992000" cy="1920000"/>
          </a:xfrm>
          <a:solidFill>
            <a:srgbClr val="64B42D"/>
          </a:solidFill>
        </p:spPr>
        <p:txBody>
          <a:bodyPr lIns="216000" tIns="201600" rIns="180000" bIns="230400">
            <a:noAutofit/>
          </a:bodyPr>
          <a:lstStyle>
            <a:lvl1pPr>
              <a:defRPr>
                <a:solidFill>
                  <a:schemeClr val="bg1"/>
                </a:solidFill>
              </a:defRPr>
            </a:lvl1pPr>
            <a:lvl4pPr>
              <a:defRPr>
                <a:solidFill>
                  <a:schemeClr val="bg1"/>
                </a:solidFill>
              </a:defRPr>
            </a:lvl4pPr>
          </a:lstStyle>
          <a:p>
            <a:pPr lvl="0"/>
            <a:r>
              <a:rPr lang="de-DE" noProof="0"/>
              <a:t>Mastertextformat bearbeiten</a:t>
            </a:r>
          </a:p>
        </p:txBody>
      </p:sp>
      <p:grpSp>
        <p:nvGrpSpPr>
          <p:cNvPr id="34" name="Gruppieren 33"/>
          <p:cNvGrpSpPr/>
          <p:nvPr userDrawn="1"/>
        </p:nvGrpSpPr>
        <p:grpSpPr>
          <a:xfrm>
            <a:off x="767408" y="-166621"/>
            <a:ext cx="9889099" cy="144000"/>
            <a:chOff x="575556" y="-124966"/>
            <a:chExt cx="7416824" cy="108000"/>
          </a:xfrm>
        </p:grpSpPr>
        <p:sp>
          <p:nvSpPr>
            <p:cNvPr id="35" name="Freihandform 34"/>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6" name="Freihandform 35"/>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7" name="Freihandform 36"/>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8" name="Freihandform 37"/>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grpSp>
      <p:grpSp>
        <p:nvGrpSpPr>
          <p:cNvPr id="39" name="Gruppieren 38"/>
          <p:cNvGrpSpPr/>
          <p:nvPr userDrawn="1"/>
        </p:nvGrpSpPr>
        <p:grpSpPr>
          <a:xfrm>
            <a:off x="767408" y="6880621"/>
            <a:ext cx="9889099" cy="144000"/>
            <a:chOff x="575556" y="5160466"/>
            <a:chExt cx="7416824" cy="108000"/>
          </a:xfrm>
        </p:grpSpPr>
        <p:sp>
          <p:nvSpPr>
            <p:cNvPr id="40" name="Freihandform 39"/>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1" name="Freihandform 40"/>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2" name="Freihandform 41"/>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3" name="Freihandform 42"/>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44" name="Gruppieren 43"/>
          <p:cNvGrpSpPr/>
          <p:nvPr userDrawn="1"/>
        </p:nvGrpSpPr>
        <p:grpSpPr bwMode="blackWhite">
          <a:xfrm>
            <a:off x="-221271" y="1930675"/>
            <a:ext cx="192000" cy="4234640"/>
            <a:chOff x="-165953" y="1448006"/>
            <a:chExt cx="144000" cy="3175980"/>
          </a:xfrm>
        </p:grpSpPr>
        <p:sp>
          <p:nvSpPr>
            <p:cNvPr id="45" name="Freihandform 44"/>
            <p:cNvSpPr/>
            <p:nvPr/>
          </p:nvSpPr>
          <p:spPr bwMode="blackWhite">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6" name="Freihandform 45"/>
            <p:cNvSpPr/>
            <p:nvPr/>
          </p:nvSpPr>
          <p:spPr bwMode="blackWhite">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47" name="Gruppieren 46"/>
          <p:cNvGrpSpPr/>
          <p:nvPr userDrawn="1"/>
        </p:nvGrpSpPr>
        <p:grpSpPr>
          <a:xfrm>
            <a:off x="12221656" y="1940836"/>
            <a:ext cx="192000" cy="4229040"/>
            <a:chOff x="9166242" y="1455627"/>
            <a:chExt cx="144000" cy="3171780"/>
          </a:xfrm>
        </p:grpSpPr>
        <p:sp>
          <p:nvSpPr>
            <p:cNvPr id="48" name="Freihandform 47"/>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9" name="Freihandform 48"/>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pic>
        <p:nvPicPr>
          <p:cNvPr id="26" name="Grafik 25">
            <a:extLst>
              <a:ext uri="{FF2B5EF4-FFF2-40B4-BE49-F238E27FC236}">
                <a16:creationId xmlns:a16="http://schemas.microsoft.com/office/drawing/2014/main" id="{57091C12-D512-4D31-BF5C-FAB6387B135C}"/>
              </a:ext>
            </a:extLst>
          </p:cNvPr>
          <p:cNvPicPr>
            <a:picLocks noChangeAspect="1"/>
          </p:cNvPicPr>
          <p:nvPr userDrawn="1"/>
        </p:nvPicPr>
        <p:blipFill>
          <a:blip r:embed="rId2"/>
          <a:stretch>
            <a:fillRect/>
          </a:stretch>
        </p:blipFill>
        <p:spPr bwMode="black">
          <a:xfrm>
            <a:off x="10780800" y="364590"/>
            <a:ext cx="1147200" cy="200903"/>
          </a:xfrm>
          <a:prstGeom prst="rect">
            <a:avLst/>
          </a:prstGeom>
        </p:spPr>
      </p:pic>
      <p:pic>
        <p:nvPicPr>
          <p:cNvPr id="27" name="Grafik 26">
            <a:extLst>
              <a:ext uri="{FF2B5EF4-FFF2-40B4-BE49-F238E27FC236}">
                <a16:creationId xmlns:a16="http://schemas.microsoft.com/office/drawing/2014/main" id="{69EBB871-412E-4D52-A473-3B2E72739F3F}"/>
              </a:ext>
            </a:extLst>
          </p:cNvPr>
          <p:cNvPicPr>
            <a:picLocks noChangeAspect="1"/>
          </p:cNvPicPr>
          <p:nvPr userDrawn="1"/>
        </p:nvPicPr>
        <p:blipFill>
          <a:blip r:embed="rId3"/>
          <a:stretch>
            <a:fillRect/>
          </a:stretch>
        </p:blipFill>
        <p:spPr bwMode="black">
          <a:xfrm>
            <a:off x="10778772" y="6280361"/>
            <a:ext cx="1149227" cy="212296"/>
          </a:xfrm>
          <a:prstGeom prst="rect">
            <a:avLst/>
          </a:prstGeom>
        </p:spPr>
      </p:pic>
    </p:spTree>
    <p:extLst>
      <p:ext uri="{BB962C8B-B14F-4D97-AF65-F5344CB8AC3E}">
        <p14:creationId xmlns:p14="http://schemas.microsoft.com/office/powerpoint/2010/main" val="420060982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80B13D5C-5FA9-452E-94F5-DA1D0D802E8E}"/>
              </a:ext>
            </a:extLst>
          </p:cNvPr>
          <p:cNvGraphicFramePr>
            <a:graphicFrameLocks noChangeAspect="1"/>
          </p:cNvGraphicFramePr>
          <p:nvPr userDrawn="1">
            <p:custDataLst>
              <p:tags r:id="rId1"/>
            </p:custDataLst>
            <p:extLst>
              <p:ext uri="{D42A27DB-BD31-4B8C-83A1-F6EECF244321}">
                <p14:modId xmlns:p14="http://schemas.microsoft.com/office/powerpoint/2010/main" val="409099232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7" name="Objekt 6" hidden="1">
                        <a:extLst>
                          <a:ext uri="{FF2B5EF4-FFF2-40B4-BE49-F238E27FC236}">
                            <a16:creationId xmlns:a16="http://schemas.microsoft.com/office/drawing/2014/main" id="{80B13D5C-5FA9-452E-94F5-DA1D0D802E8E}"/>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6" name="Rechteck 5" hidden="1">
            <a:extLst>
              <a:ext uri="{FF2B5EF4-FFF2-40B4-BE49-F238E27FC236}">
                <a16:creationId xmlns:a16="http://schemas.microsoft.com/office/drawing/2014/main" id="{B4F6D46A-358A-462E-8ED8-8C586107351C}"/>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a:xfrm>
            <a:off x="767408" y="708639"/>
            <a:ext cx="9120000" cy="480132"/>
          </a:xfrm>
        </p:spPr>
        <p:txBody>
          <a:bodyPr/>
          <a:lstStyle/>
          <a:p>
            <a:r>
              <a:rPr lang="de-DE" noProof="0"/>
              <a:t>Mastertitelformat bearbeiten</a:t>
            </a:r>
            <a:endParaRPr lang="de-DE" noProof="0" dirty="0"/>
          </a:p>
        </p:txBody>
      </p:sp>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
        <p:nvSpPr>
          <p:cNvPr id="5" name="Textplatzhalter 8"/>
          <p:cNvSpPr>
            <a:spLocks noGrp="1"/>
          </p:cNvSpPr>
          <p:nvPr>
            <p:ph type="body" sz="quarter" idx="14" hasCustomPrompt="1"/>
          </p:nvPr>
        </p:nvSpPr>
        <p:spPr>
          <a:xfrm>
            <a:off x="767999" y="336000"/>
            <a:ext cx="9120000" cy="287259"/>
          </a:xfrm>
        </p:spPr>
        <p:txBody>
          <a:bodyPr anchor="ctr" anchorCtr="0"/>
          <a:lstStyle>
            <a:lvl1pPr marL="0" indent="0">
              <a:spcBef>
                <a:spcPts val="0"/>
              </a:spcBef>
              <a:buNone/>
              <a:defRPr sz="1867">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Kapitelname</a:t>
            </a:r>
          </a:p>
        </p:txBody>
      </p:sp>
      <p:sp>
        <p:nvSpPr>
          <p:cNvPr id="8" name="Textplatzhalter 5"/>
          <p:cNvSpPr>
            <a:spLocks noGrp="1"/>
          </p:cNvSpPr>
          <p:nvPr>
            <p:ph type="body" sz="quarter" idx="13"/>
          </p:nvPr>
        </p:nvSpPr>
        <p:spPr bwMode="blackWhite">
          <a:xfrm>
            <a:off x="765268" y="1939195"/>
            <a:ext cx="6144000" cy="805551"/>
          </a:xfrm>
          <a:solidFill>
            <a:schemeClr val="accent3"/>
          </a:solidFill>
        </p:spPr>
        <p:txBody>
          <a:bodyPr lIns="216000" tIns="201600" rIns="180000" bIns="230400">
            <a:spAutoFit/>
          </a:bodyPr>
          <a:lstStyle>
            <a:lvl1pPr marL="0" indent="0">
              <a:buNone/>
              <a:defRPr sz="2400">
                <a:solidFill>
                  <a:schemeClr val="bg1"/>
                </a:solidFill>
              </a:defRPr>
            </a:lvl1pPr>
            <a:lvl4pPr>
              <a:defRPr>
                <a:solidFill>
                  <a:schemeClr val="bg1"/>
                </a:solidFill>
              </a:defRPr>
            </a:lvl4pPr>
          </a:lstStyle>
          <a:p>
            <a:pPr lvl="0"/>
            <a:r>
              <a:rPr lang="de-DE" noProof="0"/>
              <a:t>Mastertextformat bearbeiten</a:t>
            </a:r>
          </a:p>
        </p:txBody>
      </p:sp>
    </p:spTree>
    <p:extLst>
      <p:ext uri="{BB962C8B-B14F-4D97-AF65-F5344CB8AC3E}">
        <p14:creationId xmlns:p14="http://schemas.microsoft.com/office/powerpoint/2010/main" val="61189760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Leer">
    <p:bg bwMode="gray">
      <p:bgRef idx="1001">
        <a:schemeClr val="bg1"/>
      </p:bgRef>
    </p:bg>
    <p:spTree>
      <p:nvGrpSpPr>
        <p:cNvPr id="1" name=""/>
        <p:cNvGrpSpPr/>
        <p:nvPr/>
      </p:nvGrpSpPr>
      <p:grpSpPr>
        <a:xfrm>
          <a:off x="0" y="0"/>
          <a:ext cx="0" cy="0"/>
          <a:chOff x="0" y="0"/>
          <a:chExt cx="0" cy="0"/>
        </a:xfrm>
      </p:grpSpPr>
      <p:sp>
        <p:nvSpPr>
          <p:cNvPr id="3" name="Fußzeilenplatzhalter 2"/>
          <p:cNvSpPr>
            <a:spLocks noGrp="1"/>
          </p:cNvSpPr>
          <p:nvPr>
            <p:ph type="ftr" sz="quarter" idx="10"/>
          </p:nvPr>
        </p:nvSpPr>
        <p:spPr/>
        <p:txBody>
          <a:bodyPr/>
          <a:lstStyle/>
          <a:p>
            <a:r>
              <a:rPr lang="de-DE" noProof="0" dirty="0"/>
              <a:t>Westnetz GmbH · Name · TT Monat JJJJ</a:t>
            </a:r>
          </a:p>
        </p:txBody>
      </p:sp>
      <p:sp>
        <p:nvSpPr>
          <p:cNvPr id="4" name="Foliennummernplatzhalter 3"/>
          <p:cNvSpPr>
            <a:spLocks noGrp="1"/>
          </p:cNvSpPr>
          <p:nvPr>
            <p:ph type="sldNum" sz="quarter" idx="11"/>
          </p:nvPr>
        </p:nvSpPr>
        <p:spPr/>
        <p:txBody>
          <a:bodyPr/>
          <a:lstStyle/>
          <a:p>
            <a:fld id="{F05F51B1-EF07-4A0A-8ED6-43388CBBB34F}" type="slidenum">
              <a:rPr lang="de-DE" noProof="0" smtClean="0"/>
              <a:pPr/>
              <a:t>‹Nr.›</a:t>
            </a:fld>
            <a:endParaRPr lang="de-DE" noProof="0" dirty="0"/>
          </a:p>
        </p:txBody>
      </p:sp>
    </p:spTree>
    <p:extLst>
      <p:ext uri="{BB962C8B-B14F-4D97-AF65-F5344CB8AC3E}">
        <p14:creationId xmlns:p14="http://schemas.microsoft.com/office/powerpoint/2010/main" val="397092367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Schlagwort Druck">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6502C428-00E1-4787-A39D-08AF6A1D9E97}"/>
              </a:ext>
            </a:extLst>
          </p:cNvPr>
          <p:cNvGraphicFramePr>
            <a:graphicFrameLocks noChangeAspect="1"/>
          </p:cNvGraphicFramePr>
          <p:nvPr userDrawn="1">
            <p:custDataLst>
              <p:tags r:id="rId1"/>
            </p:custDataLst>
            <p:extLst>
              <p:ext uri="{D42A27DB-BD31-4B8C-83A1-F6EECF244321}">
                <p14:modId xmlns:p14="http://schemas.microsoft.com/office/powerpoint/2010/main" val="1538032587"/>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3" imgW="344" imgH="345" progId="TCLayout.ActiveDocument.1">
                  <p:embed/>
                </p:oleObj>
              </mc:Choice>
              <mc:Fallback>
                <p:oleObj name="think-cell Folie" r:id="rId3" imgW="344" imgH="345" progId="TCLayout.ActiveDocument.1">
                  <p:embed/>
                  <p:pic>
                    <p:nvPicPr>
                      <p:cNvPr id="3" name="Objekt 2" hidden="1">
                        <a:extLst>
                          <a:ext uri="{FF2B5EF4-FFF2-40B4-BE49-F238E27FC236}">
                            <a16:creationId xmlns:a16="http://schemas.microsoft.com/office/drawing/2014/main" id="{6502C428-00E1-4787-A39D-08AF6A1D9E97}"/>
                          </a:ext>
                        </a:extLst>
                      </p:cNvPr>
                      <p:cNvPicPr/>
                      <p:nvPr/>
                    </p:nvPicPr>
                    <p:blipFill>
                      <a:blip r:embed="rId4"/>
                      <a:stretch>
                        <a:fillRect/>
                      </a:stretch>
                    </p:blipFill>
                    <p:spPr>
                      <a:xfrm>
                        <a:off x="2118" y="2118"/>
                        <a:ext cx="2117" cy="2117"/>
                      </a:xfrm>
                      <a:prstGeom prst="rect">
                        <a:avLst/>
                      </a:prstGeom>
                    </p:spPr>
                  </p:pic>
                </p:oleObj>
              </mc:Fallback>
            </mc:AlternateContent>
          </a:graphicData>
        </a:graphic>
      </p:graphicFrame>
      <p:sp>
        <p:nvSpPr>
          <p:cNvPr id="2" name="Titel 1"/>
          <p:cNvSpPr>
            <a:spLocks noGrp="1"/>
          </p:cNvSpPr>
          <p:nvPr>
            <p:ph type="title" hasCustomPrompt="1"/>
          </p:nvPr>
        </p:nvSpPr>
        <p:spPr bwMode="black">
          <a:xfrm>
            <a:off x="1534585" y="2364499"/>
            <a:ext cx="9122833" cy="1588127"/>
          </a:xfrm>
        </p:spPr>
        <p:txBody>
          <a:bodyPr vert="horz" wrap="square" lIns="0" tIns="0" rIns="0" bIns="0" rtlCol="0" anchor="t" anchorCtr="0">
            <a:spAutoFit/>
          </a:bodyPr>
          <a:lstStyle>
            <a:lvl1pPr algn="ctr">
              <a:defRPr lang="de-DE" sz="11466" b="0" cap="all" spc="400" baseline="0" dirty="0">
                <a:solidFill>
                  <a:srgbClr val="C81E82"/>
                </a:solidFill>
              </a:defRPr>
            </a:lvl1pPr>
          </a:lstStyle>
          <a:p>
            <a:pPr lvl="0" algn="ctr"/>
            <a:r>
              <a:rPr lang="de-DE" noProof="0" dirty="0"/>
              <a:t>Schlagwort</a:t>
            </a:r>
          </a:p>
        </p:txBody>
      </p:sp>
    </p:spTree>
    <p:extLst>
      <p:ext uri="{BB962C8B-B14F-4D97-AF65-F5344CB8AC3E}">
        <p14:creationId xmlns:p14="http://schemas.microsoft.com/office/powerpoint/2010/main" val="361580239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Schlagwort Bildschirm">
    <p:bg>
      <p:bgPr>
        <a:solidFill>
          <a:schemeClr val="accent4"/>
        </a:solidFill>
        <a:effectLst/>
      </p:bgPr>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94504158-525D-482E-9607-7E29CE4DF41A}"/>
              </a:ext>
            </a:extLst>
          </p:cNvPr>
          <p:cNvGraphicFramePr>
            <a:graphicFrameLocks noChangeAspect="1"/>
          </p:cNvGraphicFramePr>
          <p:nvPr userDrawn="1">
            <p:custDataLst>
              <p:tags r:id="rId1"/>
            </p:custDataLst>
            <p:extLst>
              <p:ext uri="{D42A27DB-BD31-4B8C-83A1-F6EECF244321}">
                <p14:modId xmlns:p14="http://schemas.microsoft.com/office/powerpoint/2010/main" val="150232125"/>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3" imgW="344" imgH="345" progId="TCLayout.ActiveDocument.1">
                  <p:embed/>
                </p:oleObj>
              </mc:Choice>
              <mc:Fallback>
                <p:oleObj name="think-cell Folie" r:id="rId3" imgW="344" imgH="345" progId="TCLayout.ActiveDocument.1">
                  <p:embed/>
                  <p:pic>
                    <p:nvPicPr>
                      <p:cNvPr id="3" name="Objekt 2" hidden="1">
                        <a:extLst>
                          <a:ext uri="{FF2B5EF4-FFF2-40B4-BE49-F238E27FC236}">
                            <a16:creationId xmlns:a16="http://schemas.microsoft.com/office/drawing/2014/main" id="{94504158-525D-482E-9607-7E29CE4DF41A}"/>
                          </a:ext>
                        </a:extLst>
                      </p:cNvPr>
                      <p:cNvPicPr/>
                      <p:nvPr/>
                    </p:nvPicPr>
                    <p:blipFill>
                      <a:blip r:embed="rId4"/>
                      <a:stretch>
                        <a:fillRect/>
                      </a:stretch>
                    </p:blipFill>
                    <p:spPr>
                      <a:xfrm>
                        <a:off x="2118" y="2118"/>
                        <a:ext cx="2117" cy="2117"/>
                      </a:xfrm>
                      <a:prstGeom prst="rect">
                        <a:avLst/>
                      </a:prstGeom>
                    </p:spPr>
                  </p:pic>
                </p:oleObj>
              </mc:Fallback>
            </mc:AlternateContent>
          </a:graphicData>
        </a:graphic>
      </p:graphicFrame>
      <p:sp>
        <p:nvSpPr>
          <p:cNvPr id="2" name="Titel 1"/>
          <p:cNvSpPr>
            <a:spLocks noGrp="1"/>
          </p:cNvSpPr>
          <p:nvPr>
            <p:ph type="title" hasCustomPrompt="1"/>
          </p:nvPr>
        </p:nvSpPr>
        <p:spPr bwMode="black">
          <a:xfrm>
            <a:off x="1534585" y="2364499"/>
            <a:ext cx="9122833" cy="1588127"/>
          </a:xfrm>
        </p:spPr>
        <p:txBody>
          <a:bodyPr/>
          <a:lstStyle>
            <a:lvl1pPr algn="ctr">
              <a:defRPr sz="11466" b="0" cap="all" spc="400" baseline="0">
                <a:solidFill>
                  <a:schemeClr val="bg1"/>
                </a:solidFill>
              </a:defRPr>
            </a:lvl1pPr>
          </a:lstStyle>
          <a:p>
            <a:r>
              <a:rPr lang="de-DE" noProof="0" dirty="0"/>
              <a:t>Schlagwort</a:t>
            </a:r>
          </a:p>
        </p:txBody>
      </p:sp>
      <p:grpSp>
        <p:nvGrpSpPr>
          <p:cNvPr id="26" name="Gruppieren 25"/>
          <p:cNvGrpSpPr/>
          <p:nvPr userDrawn="1"/>
        </p:nvGrpSpPr>
        <p:grpSpPr>
          <a:xfrm>
            <a:off x="767408" y="-166621"/>
            <a:ext cx="9889099" cy="144000"/>
            <a:chOff x="575556" y="-124966"/>
            <a:chExt cx="7416824" cy="108000"/>
          </a:xfrm>
        </p:grpSpPr>
        <p:sp>
          <p:nvSpPr>
            <p:cNvPr id="27" name="Freihandform 26"/>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28" name="Freihandform 27"/>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29" name="Freihandform 28"/>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30" name="Freihandform 29"/>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grpSp>
      <p:grpSp>
        <p:nvGrpSpPr>
          <p:cNvPr id="31" name="Gruppieren 30"/>
          <p:cNvGrpSpPr/>
          <p:nvPr userDrawn="1"/>
        </p:nvGrpSpPr>
        <p:grpSpPr>
          <a:xfrm>
            <a:off x="767408" y="6880621"/>
            <a:ext cx="9889099" cy="144000"/>
            <a:chOff x="575556" y="5160466"/>
            <a:chExt cx="7416824" cy="108000"/>
          </a:xfrm>
        </p:grpSpPr>
        <p:sp>
          <p:nvSpPr>
            <p:cNvPr id="32" name="Freihandform 31"/>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3" name="Freihandform 32"/>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4" name="Freihandform 33"/>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5" name="Freihandform 34"/>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6" name="Gruppieren 35"/>
          <p:cNvGrpSpPr/>
          <p:nvPr userDrawn="1"/>
        </p:nvGrpSpPr>
        <p:grpSpPr>
          <a:xfrm>
            <a:off x="-221271" y="1930675"/>
            <a:ext cx="192000" cy="4234640"/>
            <a:chOff x="-165953" y="1448006"/>
            <a:chExt cx="144000" cy="3175980"/>
          </a:xfrm>
        </p:grpSpPr>
        <p:sp>
          <p:nvSpPr>
            <p:cNvPr id="37" name="Freihandform 36"/>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38" name="Freihandform 37"/>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39" name="Gruppieren 38"/>
          <p:cNvGrpSpPr/>
          <p:nvPr userDrawn="1"/>
        </p:nvGrpSpPr>
        <p:grpSpPr>
          <a:xfrm>
            <a:off x="12221656" y="1940836"/>
            <a:ext cx="192000" cy="4229040"/>
            <a:chOff x="9166242" y="1455627"/>
            <a:chExt cx="144000" cy="3171780"/>
          </a:xfrm>
        </p:grpSpPr>
        <p:sp>
          <p:nvSpPr>
            <p:cNvPr id="40" name="Freihandform 39"/>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1" name="Freihandform 40"/>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pic>
        <p:nvPicPr>
          <p:cNvPr id="24" name="Grafik 23">
            <a:extLst>
              <a:ext uri="{FF2B5EF4-FFF2-40B4-BE49-F238E27FC236}">
                <a16:creationId xmlns:a16="http://schemas.microsoft.com/office/drawing/2014/main" id="{26329762-5928-4C0F-8311-48E56311E3B2}"/>
              </a:ext>
            </a:extLst>
          </p:cNvPr>
          <p:cNvPicPr>
            <a:picLocks noChangeAspect="1"/>
          </p:cNvPicPr>
          <p:nvPr userDrawn="1"/>
        </p:nvPicPr>
        <p:blipFill>
          <a:blip r:embed="rId5"/>
          <a:stretch>
            <a:fillRect/>
          </a:stretch>
        </p:blipFill>
        <p:spPr bwMode="black">
          <a:xfrm>
            <a:off x="10780800" y="364590"/>
            <a:ext cx="1147200" cy="200903"/>
          </a:xfrm>
          <a:prstGeom prst="rect">
            <a:avLst/>
          </a:prstGeom>
        </p:spPr>
      </p:pic>
      <p:pic>
        <p:nvPicPr>
          <p:cNvPr id="22" name="Grafik 21">
            <a:extLst>
              <a:ext uri="{FF2B5EF4-FFF2-40B4-BE49-F238E27FC236}">
                <a16:creationId xmlns:a16="http://schemas.microsoft.com/office/drawing/2014/main" id="{4A589DF0-2D67-4331-81EF-3E46E537CD68}"/>
              </a:ext>
            </a:extLst>
          </p:cNvPr>
          <p:cNvPicPr>
            <a:picLocks noChangeAspect="1"/>
          </p:cNvPicPr>
          <p:nvPr userDrawn="1"/>
        </p:nvPicPr>
        <p:blipFill>
          <a:blip r:embed="rId6"/>
          <a:stretch>
            <a:fillRect/>
          </a:stretch>
        </p:blipFill>
        <p:spPr bwMode="black">
          <a:xfrm>
            <a:off x="10778772" y="6280361"/>
            <a:ext cx="1149227" cy="212296"/>
          </a:xfrm>
          <a:prstGeom prst="rect">
            <a:avLst/>
          </a:prstGeom>
        </p:spPr>
      </p:pic>
    </p:spTree>
    <p:extLst>
      <p:ext uri="{BB962C8B-B14F-4D97-AF65-F5344CB8AC3E}">
        <p14:creationId xmlns:p14="http://schemas.microsoft.com/office/powerpoint/2010/main" val="176712660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Schlussfolie">
    <p:bg bwMode="gray">
      <p:bgRef idx="1001">
        <a:schemeClr val="bg1"/>
      </p:bgRef>
    </p:bg>
    <p:spTree>
      <p:nvGrpSpPr>
        <p:cNvPr id="1" name=""/>
        <p:cNvGrpSpPr/>
        <p:nvPr/>
      </p:nvGrpSpPr>
      <p:grpSpPr>
        <a:xfrm>
          <a:off x="0" y="0"/>
          <a:ext cx="0" cy="0"/>
          <a:chOff x="0" y="0"/>
          <a:chExt cx="0" cy="0"/>
        </a:xfrm>
      </p:grpSpPr>
      <p:sp>
        <p:nvSpPr>
          <p:cNvPr id="2" name="Titel 1"/>
          <p:cNvSpPr>
            <a:spLocks noGrp="1"/>
          </p:cNvSpPr>
          <p:nvPr>
            <p:ph type="ctrTitle"/>
          </p:nvPr>
        </p:nvSpPr>
        <p:spPr bwMode="blackWhite">
          <a:xfrm>
            <a:off x="758191" y="3176792"/>
            <a:ext cx="4608000" cy="2304000"/>
          </a:xfrm>
          <a:solidFill>
            <a:schemeClr val="accent3"/>
          </a:solidFill>
        </p:spPr>
        <p:txBody>
          <a:bodyPr lIns="396000" tIns="396000" rIns="396000" bIns="432000">
            <a:noAutofit/>
          </a:bodyPr>
          <a:lstStyle>
            <a:lvl1pPr>
              <a:defRPr sz="3333" b="0">
                <a:solidFill>
                  <a:schemeClr val="bg1"/>
                </a:solidFill>
              </a:defRPr>
            </a:lvl1pPr>
          </a:lstStyle>
          <a:p>
            <a:r>
              <a:rPr lang="de-DE" noProof="0"/>
              <a:t>Mastertitelformat bearbeiten</a:t>
            </a:r>
            <a:endParaRPr lang="de-DE" noProof="0" dirty="0"/>
          </a:p>
        </p:txBody>
      </p:sp>
      <p:grpSp>
        <p:nvGrpSpPr>
          <p:cNvPr id="41" name="Gruppieren 40"/>
          <p:cNvGrpSpPr/>
          <p:nvPr userDrawn="1"/>
        </p:nvGrpSpPr>
        <p:grpSpPr>
          <a:xfrm>
            <a:off x="767408" y="-166621"/>
            <a:ext cx="9889099" cy="144000"/>
            <a:chOff x="575556" y="-124966"/>
            <a:chExt cx="7416824" cy="108000"/>
          </a:xfrm>
        </p:grpSpPr>
        <p:sp>
          <p:nvSpPr>
            <p:cNvPr id="42" name="Freihandform 41"/>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3" name="Freihandform 42"/>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4" name="Freihandform 43"/>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5" name="Freihandform 44"/>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46" name="Gruppieren 45"/>
          <p:cNvGrpSpPr/>
          <p:nvPr userDrawn="1"/>
        </p:nvGrpSpPr>
        <p:grpSpPr>
          <a:xfrm>
            <a:off x="767408" y="6880621"/>
            <a:ext cx="9889099" cy="144000"/>
            <a:chOff x="575556" y="5160466"/>
            <a:chExt cx="7416824" cy="108000"/>
          </a:xfrm>
        </p:grpSpPr>
        <p:sp>
          <p:nvSpPr>
            <p:cNvPr id="47" name="Freihandform 46"/>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8" name="Freihandform 47"/>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9" name="Freihandform 48"/>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0" name="Freihandform 49"/>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1" name="Gruppieren 50"/>
          <p:cNvGrpSpPr/>
          <p:nvPr userDrawn="1"/>
        </p:nvGrpSpPr>
        <p:grpSpPr>
          <a:xfrm>
            <a:off x="-221271" y="1930675"/>
            <a:ext cx="192000" cy="4234640"/>
            <a:chOff x="-165953" y="1448006"/>
            <a:chExt cx="144000" cy="3175980"/>
          </a:xfrm>
        </p:grpSpPr>
        <p:sp>
          <p:nvSpPr>
            <p:cNvPr id="52" name="Freihandform 51"/>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3" name="Freihandform 52"/>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4" name="Gruppieren 53"/>
          <p:cNvGrpSpPr/>
          <p:nvPr userDrawn="1"/>
        </p:nvGrpSpPr>
        <p:grpSpPr>
          <a:xfrm>
            <a:off x="12221656" y="1940836"/>
            <a:ext cx="192000" cy="4229040"/>
            <a:chOff x="9166242" y="1455627"/>
            <a:chExt cx="144000" cy="3171780"/>
          </a:xfrm>
        </p:grpSpPr>
        <p:sp>
          <p:nvSpPr>
            <p:cNvPr id="55" name="Freihandform 54"/>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6" name="Freihandform 55"/>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pic>
        <p:nvPicPr>
          <p:cNvPr id="25" name="Grafik 24">
            <a:extLst>
              <a:ext uri="{FF2B5EF4-FFF2-40B4-BE49-F238E27FC236}">
                <a16:creationId xmlns:a16="http://schemas.microsoft.com/office/drawing/2014/main" id="{B3463DD9-AA5C-407F-8B5B-0DD8886DC60D}"/>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23" name="Grafik 22">
            <a:extLst>
              <a:ext uri="{FF2B5EF4-FFF2-40B4-BE49-F238E27FC236}">
                <a16:creationId xmlns:a16="http://schemas.microsoft.com/office/drawing/2014/main" id="{9825F513-2116-47C9-8AF9-EF390D6B126D}"/>
              </a:ext>
            </a:extLst>
          </p:cNvPr>
          <p:cNvPicPr>
            <a:picLocks noChangeAspect="1"/>
          </p:cNvPicPr>
          <p:nvPr userDrawn="1"/>
        </p:nvPicPr>
        <p:blipFill>
          <a:blip r:embed="rId3"/>
          <a:stretch>
            <a:fillRect/>
          </a:stretch>
        </p:blipFill>
        <p:spPr bwMode="black">
          <a:xfrm>
            <a:off x="440214" y="287999"/>
            <a:ext cx="2539977" cy="469208"/>
          </a:xfrm>
          <a:prstGeom prst="rect">
            <a:avLst/>
          </a:prstGeom>
        </p:spPr>
      </p:pic>
    </p:spTree>
    <p:extLst>
      <p:ext uri="{BB962C8B-B14F-4D97-AF65-F5344CB8AC3E}">
        <p14:creationId xmlns:p14="http://schemas.microsoft.com/office/powerpoint/2010/main" val="309817398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Ansprechpartner Druck">
    <p:bg bwMode="gray">
      <p:bgRef idx="1001">
        <a:schemeClr val="bg1"/>
      </p:bgRef>
    </p:bg>
    <p:spTree>
      <p:nvGrpSpPr>
        <p:cNvPr id="1" name=""/>
        <p:cNvGrpSpPr/>
        <p:nvPr/>
      </p:nvGrpSpPr>
      <p:grpSpPr>
        <a:xfrm>
          <a:off x="0" y="0"/>
          <a:ext cx="0" cy="0"/>
          <a:chOff x="0" y="0"/>
          <a:chExt cx="0" cy="0"/>
        </a:xfrm>
      </p:grpSpPr>
      <p:grpSp>
        <p:nvGrpSpPr>
          <p:cNvPr id="41" name="Gruppieren 40"/>
          <p:cNvGrpSpPr/>
          <p:nvPr userDrawn="1"/>
        </p:nvGrpSpPr>
        <p:grpSpPr>
          <a:xfrm>
            <a:off x="767408" y="-166621"/>
            <a:ext cx="9889099" cy="144000"/>
            <a:chOff x="575556" y="-124966"/>
            <a:chExt cx="7416824" cy="108000"/>
          </a:xfrm>
        </p:grpSpPr>
        <p:sp>
          <p:nvSpPr>
            <p:cNvPr id="42" name="Freihandform 41"/>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3" name="Freihandform 42"/>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4" name="Freihandform 43"/>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5" name="Freihandform 44"/>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46" name="Gruppieren 45"/>
          <p:cNvGrpSpPr/>
          <p:nvPr userDrawn="1"/>
        </p:nvGrpSpPr>
        <p:grpSpPr>
          <a:xfrm>
            <a:off x="767408" y="6880621"/>
            <a:ext cx="9889099" cy="144000"/>
            <a:chOff x="575556" y="5160466"/>
            <a:chExt cx="7416824" cy="108000"/>
          </a:xfrm>
        </p:grpSpPr>
        <p:sp>
          <p:nvSpPr>
            <p:cNvPr id="47" name="Freihandform 46"/>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8" name="Freihandform 47"/>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9" name="Freihandform 48"/>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0" name="Freihandform 49"/>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51" name="Gruppieren 50"/>
          <p:cNvGrpSpPr/>
          <p:nvPr userDrawn="1"/>
        </p:nvGrpSpPr>
        <p:grpSpPr bwMode="blackWhite">
          <a:xfrm>
            <a:off x="-221271" y="1930675"/>
            <a:ext cx="192000" cy="4234640"/>
            <a:chOff x="-165953" y="1448006"/>
            <a:chExt cx="144000" cy="3175980"/>
          </a:xfrm>
        </p:grpSpPr>
        <p:sp>
          <p:nvSpPr>
            <p:cNvPr id="52" name="Freihandform 51"/>
            <p:cNvSpPr/>
            <p:nvPr/>
          </p:nvSpPr>
          <p:spPr bwMode="blackWhite">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3" name="Freihandform 52"/>
            <p:cNvSpPr/>
            <p:nvPr/>
          </p:nvSpPr>
          <p:spPr bwMode="blackWhite">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4" name="Gruppieren 53"/>
          <p:cNvGrpSpPr/>
          <p:nvPr userDrawn="1"/>
        </p:nvGrpSpPr>
        <p:grpSpPr>
          <a:xfrm>
            <a:off x="12221656" y="1940836"/>
            <a:ext cx="192000" cy="4229040"/>
            <a:chOff x="9166242" y="1455627"/>
            <a:chExt cx="144000" cy="3171780"/>
          </a:xfrm>
        </p:grpSpPr>
        <p:sp>
          <p:nvSpPr>
            <p:cNvPr id="55" name="Freihandform 54"/>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6" name="Freihandform 55"/>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sp>
        <p:nvSpPr>
          <p:cNvPr id="23" name="Titel 1"/>
          <p:cNvSpPr>
            <a:spLocks noGrp="1"/>
          </p:cNvSpPr>
          <p:nvPr>
            <p:ph type="ctrTitle" hasCustomPrompt="1"/>
          </p:nvPr>
        </p:nvSpPr>
        <p:spPr bwMode="blackWhite">
          <a:xfrm>
            <a:off x="758789" y="1909557"/>
            <a:ext cx="4608000" cy="4224000"/>
          </a:xfrm>
          <a:solidFill>
            <a:schemeClr val="accent3"/>
          </a:solidFill>
        </p:spPr>
        <p:txBody>
          <a:bodyPr lIns="360000" tIns="360000" rIns="270000" bIns="270000">
            <a:noAutofit/>
          </a:bodyPr>
          <a:lstStyle>
            <a:lvl1pPr>
              <a:defRPr sz="3200">
                <a:solidFill>
                  <a:schemeClr val="bg1"/>
                </a:solidFill>
              </a:defRPr>
            </a:lvl1pPr>
          </a:lstStyle>
          <a:p>
            <a:r>
              <a:rPr lang="de-DE" noProof="0" dirty="0"/>
              <a:t>Ansprechpartner</a:t>
            </a:r>
          </a:p>
        </p:txBody>
      </p:sp>
      <p:sp>
        <p:nvSpPr>
          <p:cNvPr id="24" name="Textplatzhalter 8"/>
          <p:cNvSpPr>
            <a:spLocks noGrp="1"/>
          </p:cNvSpPr>
          <p:nvPr>
            <p:ph type="body" sz="quarter" idx="13" hasCustomPrompt="1"/>
          </p:nvPr>
        </p:nvSpPr>
        <p:spPr bwMode="blackWhite">
          <a:xfrm>
            <a:off x="758789" y="3055118"/>
            <a:ext cx="4560000" cy="246221"/>
          </a:xfrm>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25" name="Textplatzhalter 8"/>
          <p:cNvSpPr>
            <a:spLocks noGrp="1"/>
          </p:cNvSpPr>
          <p:nvPr>
            <p:ph type="body" sz="quarter" idx="14" hasCustomPrompt="1"/>
          </p:nvPr>
        </p:nvSpPr>
        <p:spPr bwMode="blackWhite">
          <a:xfrm>
            <a:off x="758789" y="4215971"/>
            <a:ext cx="4560000" cy="246221"/>
          </a:xfrm>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26" name="Textplatzhalter 8"/>
          <p:cNvSpPr>
            <a:spLocks noGrp="1"/>
          </p:cNvSpPr>
          <p:nvPr>
            <p:ph type="body" sz="quarter" idx="15" hasCustomPrompt="1"/>
          </p:nvPr>
        </p:nvSpPr>
        <p:spPr bwMode="blackWhite">
          <a:xfrm>
            <a:off x="758789" y="3318788"/>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27" name="Textplatzhalter 8"/>
          <p:cNvSpPr>
            <a:spLocks noGrp="1"/>
          </p:cNvSpPr>
          <p:nvPr>
            <p:ph type="body" sz="quarter" idx="16" hasCustomPrompt="1"/>
          </p:nvPr>
        </p:nvSpPr>
        <p:spPr bwMode="blackWhite">
          <a:xfrm>
            <a:off x="758789" y="3582459"/>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28" name="Textplatzhalter 8"/>
          <p:cNvSpPr>
            <a:spLocks noGrp="1"/>
          </p:cNvSpPr>
          <p:nvPr>
            <p:ph type="body" sz="quarter" idx="17" hasCustomPrompt="1"/>
          </p:nvPr>
        </p:nvSpPr>
        <p:spPr bwMode="blackWhite">
          <a:xfrm>
            <a:off x="758789" y="3846130"/>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sp>
        <p:nvSpPr>
          <p:cNvPr id="29" name="Textplatzhalter 8"/>
          <p:cNvSpPr>
            <a:spLocks noGrp="1"/>
          </p:cNvSpPr>
          <p:nvPr>
            <p:ph type="body" sz="quarter" idx="18" hasCustomPrompt="1"/>
          </p:nvPr>
        </p:nvSpPr>
        <p:spPr bwMode="blackWhite">
          <a:xfrm>
            <a:off x="758789" y="4479642"/>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30" name="Textplatzhalter 8"/>
          <p:cNvSpPr>
            <a:spLocks noGrp="1"/>
          </p:cNvSpPr>
          <p:nvPr>
            <p:ph type="body" sz="quarter" idx="19" hasCustomPrompt="1"/>
          </p:nvPr>
        </p:nvSpPr>
        <p:spPr bwMode="blackWhite">
          <a:xfrm>
            <a:off x="758789" y="4743312"/>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31" name="Textplatzhalter 8"/>
          <p:cNvSpPr>
            <a:spLocks noGrp="1"/>
          </p:cNvSpPr>
          <p:nvPr>
            <p:ph type="body" sz="quarter" idx="20" hasCustomPrompt="1"/>
          </p:nvPr>
        </p:nvSpPr>
        <p:spPr bwMode="blackWhite">
          <a:xfrm>
            <a:off x="758789" y="5006982"/>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pic>
        <p:nvPicPr>
          <p:cNvPr id="35" name="Grafik 34">
            <a:extLst>
              <a:ext uri="{FF2B5EF4-FFF2-40B4-BE49-F238E27FC236}">
                <a16:creationId xmlns:a16="http://schemas.microsoft.com/office/drawing/2014/main" id="{62C33251-DF7C-431F-BB8E-A79F5D0C1FBA}"/>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32" name="Grafik 31">
            <a:extLst>
              <a:ext uri="{FF2B5EF4-FFF2-40B4-BE49-F238E27FC236}">
                <a16:creationId xmlns:a16="http://schemas.microsoft.com/office/drawing/2014/main" id="{052E9553-3D94-49CF-87CF-EEA839906EED}"/>
              </a:ext>
            </a:extLst>
          </p:cNvPr>
          <p:cNvPicPr>
            <a:picLocks noChangeAspect="1"/>
          </p:cNvPicPr>
          <p:nvPr userDrawn="1"/>
        </p:nvPicPr>
        <p:blipFill>
          <a:blip r:embed="rId3"/>
          <a:stretch>
            <a:fillRect/>
          </a:stretch>
        </p:blipFill>
        <p:spPr bwMode="black">
          <a:xfrm>
            <a:off x="440214" y="287999"/>
            <a:ext cx="2539977" cy="469208"/>
          </a:xfrm>
          <a:prstGeom prst="rect">
            <a:avLst/>
          </a:prstGeom>
        </p:spPr>
      </p:pic>
    </p:spTree>
    <p:extLst>
      <p:ext uri="{BB962C8B-B14F-4D97-AF65-F5344CB8AC3E}">
        <p14:creationId xmlns:p14="http://schemas.microsoft.com/office/powerpoint/2010/main" val="309922192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Schlussfolie Bildschirm">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ctrTitle"/>
          </p:nvPr>
        </p:nvSpPr>
        <p:spPr bwMode="blackWhite">
          <a:xfrm>
            <a:off x="758191" y="3176792"/>
            <a:ext cx="4608000" cy="2304000"/>
          </a:xfrm>
          <a:solidFill>
            <a:srgbClr val="E60055"/>
          </a:solidFill>
        </p:spPr>
        <p:txBody>
          <a:bodyPr lIns="396000" tIns="396000" rIns="396000" bIns="432000">
            <a:noAutofit/>
          </a:bodyPr>
          <a:lstStyle>
            <a:lvl1pPr>
              <a:defRPr sz="3200" b="0">
                <a:solidFill>
                  <a:schemeClr val="bg1"/>
                </a:solidFill>
              </a:defRPr>
            </a:lvl1pPr>
          </a:lstStyle>
          <a:p>
            <a:r>
              <a:rPr lang="de-DE" noProof="0"/>
              <a:t>Mastertitelformat bearbeiten</a:t>
            </a:r>
            <a:endParaRPr lang="de-DE" noProof="0" dirty="0"/>
          </a:p>
        </p:txBody>
      </p:sp>
      <p:grpSp>
        <p:nvGrpSpPr>
          <p:cNvPr id="41" name="Gruppieren 40"/>
          <p:cNvGrpSpPr/>
          <p:nvPr userDrawn="1"/>
        </p:nvGrpSpPr>
        <p:grpSpPr>
          <a:xfrm>
            <a:off x="767408" y="-166621"/>
            <a:ext cx="9889099" cy="144000"/>
            <a:chOff x="575556" y="-124966"/>
            <a:chExt cx="7416824" cy="108000"/>
          </a:xfrm>
        </p:grpSpPr>
        <p:sp>
          <p:nvSpPr>
            <p:cNvPr id="42" name="Freihandform 41"/>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3" name="Freihandform 42"/>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4" name="Freihandform 43"/>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5" name="Freihandform 44"/>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46" name="Gruppieren 45"/>
          <p:cNvGrpSpPr/>
          <p:nvPr userDrawn="1"/>
        </p:nvGrpSpPr>
        <p:grpSpPr>
          <a:xfrm>
            <a:off x="767408" y="6880621"/>
            <a:ext cx="9889099" cy="144000"/>
            <a:chOff x="575556" y="5160466"/>
            <a:chExt cx="7416824" cy="108000"/>
          </a:xfrm>
        </p:grpSpPr>
        <p:sp>
          <p:nvSpPr>
            <p:cNvPr id="47" name="Freihandform 46"/>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8" name="Freihandform 47"/>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9" name="Freihandform 48"/>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0" name="Freihandform 49"/>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1" name="Gruppieren 50"/>
          <p:cNvGrpSpPr/>
          <p:nvPr userDrawn="1"/>
        </p:nvGrpSpPr>
        <p:grpSpPr bwMode="blackWhite">
          <a:xfrm>
            <a:off x="-221271" y="1930675"/>
            <a:ext cx="192000" cy="4234640"/>
            <a:chOff x="-165953" y="1448006"/>
            <a:chExt cx="144000" cy="3175980"/>
          </a:xfrm>
        </p:grpSpPr>
        <p:sp>
          <p:nvSpPr>
            <p:cNvPr id="52" name="Freihandform 51"/>
            <p:cNvSpPr/>
            <p:nvPr/>
          </p:nvSpPr>
          <p:spPr bwMode="blackWhite">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3" name="Freihandform 52"/>
            <p:cNvSpPr/>
            <p:nvPr/>
          </p:nvSpPr>
          <p:spPr bwMode="blackWhite">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4" name="Gruppieren 53"/>
          <p:cNvGrpSpPr/>
          <p:nvPr userDrawn="1"/>
        </p:nvGrpSpPr>
        <p:grpSpPr>
          <a:xfrm>
            <a:off x="12221656" y="1940836"/>
            <a:ext cx="192000" cy="4229040"/>
            <a:chOff x="9166242" y="1455627"/>
            <a:chExt cx="144000" cy="3171780"/>
          </a:xfrm>
        </p:grpSpPr>
        <p:sp>
          <p:nvSpPr>
            <p:cNvPr id="55" name="Freihandform 54"/>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6" name="Freihandform 55"/>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pic>
        <p:nvPicPr>
          <p:cNvPr id="24" name="Grafik 23">
            <a:extLst>
              <a:ext uri="{FF2B5EF4-FFF2-40B4-BE49-F238E27FC236}">
                <a16:creationId xmlns:a16="http://schemas.microsoft.com/office/drawing/2014/main" id="{658EA6B6-7EA9-4F20-AFF7-383CB1FEA008}"/>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22" name="Grafik 21">
            <a:extLst>
              <a:ext uri="{FF2B5EF4-FFF2-40B4-BE49-F238E27FC236}">
                <a16:creationId xmlns:a16="http://schemas.microsoft.com/office/drawing/2014/main" id="{3045587D-526A-41A5-8E90-AD7500C6AA05}"/>
              </a:ext>
            </a:extLst>
          </p:cNvPr>
          <p:cNvPicPr>
            <a:picLocks noChangeAspect="1"/>
          </p:cNvPicPr>
          <p:nvPr userDrawn="1"/>
        </p:nvPicPr>
        <p:blipFill>
          <a:blip r:embed="rId3"/>
          <a:stretch>
            <a:fillRect/>
          </a:stretch>
        </p:blipFill>
        <p:spPr bwMode="black">
          <a:xfrm>
            <a:off x="440214" y="287999"/>
            <a:ext cx="2539972" cy="469207"/>
          </a:xfrm>
          <a:prstGeom prst="rect">
            <a:avLst/>
          </a:prstGeom>
        </p:spPr>
      </p:pic>
    </p:spTree>
    <p:extLst>
      <p:ext uri="{BB962C8B-B14F-4D97-AF65-F5344CB8AC3E}">
        <p14:creationId xmlns:p14="http://schemas.microsoft.com/office/powerpoint/2010/main" val="13526765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Ansprechpartner Bildschirm">
    <p:bg>
      <p:bgPr>
        <a:solidFill>
          <a:schemeClr val="accent4"/>
        </a:solidFill>
        <a:effectLst/>
      </p:bgPr>
    </p:bg>
    <p:spTree>
      <p:nvGrpSpPr>
        <p:cNvPr id="1" name=""/>
        <p:cNvGrpSpPr/>
        <p:nvPr/>
      </p:nvGrpSpPr>
      <p:grpSpPr>
        <a:xfrm>
          <a:off x="0" y="0"/>
          <a:ext cx="0" cy="0"/>
          <a:chOff x="0" y="0"/>
          <a:chExt cx="0" cy="0"/>
        </a:xfrm>
      </p:grpSpPr>
      <p:grpSp>
        <p:nvGrpSpPr>
          <p:cNvPr id="41" name="Gruppieren 40"/>
          <p:cNvGrpSpPr/>
          <p:nvPr userDrawn="1"/>
        </p:nvGrpSpPr>
        <p:grpSpPr>
          <a:xfrm>
            <a:off x="767408" y="-166621"/>
            <a:ext cx="9889099" cy="144000"/>
            <a:chOff x="575556" y="-124966"/>
            <a:chExt cx="7416824" cy="108000"/>
          </a:xfrm>
        </p:grpSpPr>
        <p:sp>
          <p:nvSpPr>
            <p:cNvPr id="42" name="Freihandform 41"/>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3" name="Freihandform 42"/>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4" name="Freihandform 43"/>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5" name="Freihandform 44"/>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46" name="Gruppieren 45"/>
          <p:cNvGrpSpPr/>
          <p:nvPr userDrawn="1"/>
        </p:nvGrpSpPr>
        <p:grpSpPr>
          <a:xfrm>
            <a:off x="767408" y="6880621"/>
            <a:ext cx="9889099" cy="144000"/>
            <a:chOff x="575556" y="5160466"/>
            <a:chExt cx="7416824" cy="108000"/>
          </a:xfrm>
        </p:grpSpPr>
        <p:sp>
          <p:nvSpPr>
            <p:cNvPr id="47" name="Freihandform 46"/>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8" name="Freihandform 47"/>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9" name="Freihandform 48"/>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0" name="Freihandform 49"/>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1" name="Gruppieren 50"/>
          <p:cNvGrpSpPr/>
          <p:nvPr userDrawn="1"/>
        </p:nvGrpSpPr>
        <p:grpSpPr bwMode="blackWhite">
          <a:xfrm>
            <a:off x="-221271" y="1930675"/>
            <a:ext cx="192000" cy="4234640"/>
            <a:chOff x="-165953" y="1448006"/>
            <a:chExt cx="144000" cy="3175980"/>
          </a:xfrm>
        </p:grpSpPr>
        <p:sp>
          <p:nvSpPr>
            <p:cNvPr id="52" name="Freihandform 51"/>
            <p:cNvSpPr/>
            <p:nvPr/>
          </p:nvSpPr>
          <p:spPr bwMode="blackWhite">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3" name="Freihandform 52"/>
            <p:cNvSpPr/>
            <p:nvPr/>
          </p:nvSpPr>
          <p:spPr bwMode="blackWhite">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4" name="Gruppieren 53"/>
          <p:cNvGrpSpPr/>
          <p:nvPr userDrawn="1"/>
        </p:nvGrpSpPr>
        <p:grpSpPr>
          <a:xfrm>
            <a:off x="12221656" y="1940836"/>
            <a:ext cx="192000" cy="4229040"/>
            <a:chOff x="9166242" y="1455627"/>
            <a:chExt cx="144000" cy="3171780"/>
          </a:xfrm>
        </p:grpSpPr>
        <p:sp>
          <p:nvSpPr>
            <p:cNvPr id="55" name="Freihandform 54"/>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6" name="Freihandform 55"/>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sp>
        <p:nvSpPr>
          <p:cNvPr id="23" name="Titel 1"/>
          <p:cNvSpPr>
            <a:spLocks noGrp="1"/>
          </p:cNvSpPr>
          <p:nvPr>
            <p:ph type="ctrTitle" hasCustomPrompt="1"/>
          </p:nvPr>
        </p:nvSpPr>
        <p:spPr bwMode="blackWhite">
          <a:xfrm>
            <a:off x="758789" y="1909557"/>
            <a:ext cx="4608000" cy="4224000"/>
          </a:xfrm>
          <a:solidFill>
            <a:srgbClr val="E60055"/>
          </a:solidFill>
        </p:spPr>
        <p:txBody>
          <a:bodyPr lIns="360000" tIns="360000" rIns="270000" bIns="270000">
            <a:noAutofit/>
          </a:bodyPr>
          <a:lstStyle>
            <a:lvl1pPr>
              <a:defRPr sz="3200">
                <a:solidFill>
                  <a:schemeClr val="bg1"/>
                </a:solidFill>
              </a:defRPr>
            </a:lvl1pPr>
          </a:lstStyle>
          <a:p>
            <a:r>
              <a:rPr lang="de-DE" noProof="0" dirty="0"/>
              <a:t>Ansprechpartner</a:t>
            </a:r>
          </a:p>
        </p:txBody>
      </p:sp>
      <p:sp>
        <p:nvSpPr>
          <p:cNvPr id="24" name="Textplatzhalter 8"/>
          <p:cNvSpPr>
            <a:spLocks noGrp="1"/>
          </p:cNvSpPr>
          <p:nvPr>
            <p:ph type="body" sz="quarter" idx="13" hasCustomPrompt="1"/>
          </p:nvPr>
        </p:nvSpPr>
        <p:spPr bwMode="blackWhite">
          <a:xfrm>
            <a:off x="758789" y="3055118"/>
            <a:ext cx="4560000" cy="246221"/>
          </a:xfrm>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25" name="Textplatzhalter 8"/>
          <p:cNvSpPr>
            <a:spLocks noGrp="1"/>
          </p:cNvSpPr>
          <p:nvPr>
            <p:ph type="body" sz="quarter" idx="14" hasCustomPrompt="1"/>
          </p:nvPr>
        </p:nvSpPr>
        <p:spPr bwMode="blackWhite">
          <a:xfrm>
            <a:off x="758789" y="4215971"/>
            <a:ext cx="4560000" cy="246221"/>
          </a:xfrm>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26" name="Textplatzhalter 8"/>
          <p:cNvSpPr>
            <a:spLocks noGrp="1"/>
          </p:cNvSpPr>
          <p:nvPr>
            <p:ph type="body" sz="quarter" idx="15" hasCustomPrompt="1"/>
          </p:nvPr>
        </p:nvSpPr>
        <p:spPr bwMode="blackWhite">
          <a:xfrm>
            <a:off x="758789" y="3318788"/>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27" name="Textplatzhalter 8"/>
          <p:cNvSpPr>
            <a:spLocks noGrp="1"/>
          </p:cNvSpPr>
          <p:nvPr>
            <p:ph type="body" sz="quarter" idx="16" hasCustomPrompt="1"/>
          </p:nvPr>
        </p:nvSpPr>
        <p:spPr bwMode="blackWhite">
          <a:xfrm>
            <a:off x="758789" y="3582459"/>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28" name="Textplatzhalter 8"/>
          <p:cNvSpPr>
            <a:spLocks noGrp="1"/>
          </p:cNvSpPr>
          <p:nvPr>
            <p:ph type="body" sz="quarter" idx="17" hasCustomPrompt="1"/>
          </p:nvPr>
        </p:nvSpPr>
        <p:spPr bwMode="blackWhite">
          <a:xfrm>
            <a:off x="758789" y="3846130"/>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sp>
        <p:nvSpPr>
          <p:cNvPr id="29" name="Textplatzhalter 8"/>
          <p:cNvSpPr>
            <a:spLocks noGrp="1"/>
          </p:cNvSpPr>
          <p:nvPr>
            <p:ph type="body" sz="quarter" idx="18" hasCustomPrompt="1"/>
          </p:nvPr>
        </p:nvSpPr>
        <p:spPr bwMode="blackWhite">
          <a:xfrm>
            <a:off x="758789" y="4479642"/>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30" name="Textplatzhalter 8"/>
          <p:cNvSpPr>
            <a:spLocks noGrp="1"/>
          </p:cNvSpPr>
          <p:nvPr>
            <p:ph type="body" sz="quarter" idx="19" hasCustomPrompt="1"/>
          </p:nvPr>
        </p:nvSpPr>
        <p:spPr bwMode="blackWhite">
          <a:xfrm>
            <a:off x="758789" y="4743312"/>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31" name="Textplatzhalter 8"/>
          <p:cNvSpPr>
            <a:spLocks noGrp="1"/>
          </p:cNvSpPr>
          <p:nvPr>
            <p:ph type="body" sz="quarter" idx="20" hasCustomPrompt="1"/>
          </p:nvPr>
        </p:nvSpPr>
        <p:spPr bwMode="blackWhite">
          <a:xfrm>
            <a:off x="758789" y="5006982"/>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pic>
        <p:nvPicPr>
          <p:cNvPr id="34" name="Grafik 33">
            <a:extLst>
              <a:ext uri="{FF2B5EF4-FFF2-40B4-BE49-F238E27FC236}">
                <a16:creationId xmlns:a16="http://schemas.microsoft.com/office/drawing/2014/main" id="{83935FDC-A30C-41FC-A6F1-36663112CCB7}"/>
              </a:ext>
            </a:extLst>
          </p:cNvPr>
          <p:cNvPicPr>
            <a:picLocks noChangeAspect="1"/>
          </p:cNvPicPr>
          <p:nvPr userDrawn="1"/>
        </p:nvPicPr>
        <p:blipFill>
          <a:blip r:embed="rId2"/>
          <a:stretch>
            <a:fillRect/>
          </a:stretch>
        </p:blipFill>
        <p:spPr bwMode="black">
          <a:xfrm>
            <a:off x="8642004" y="1950508"/>
            <a:ext cx="2540001" cy="444816"/>
          </a:xfrm>
          <a:prstGeom prst="rect">
            <a:avLst/>
          </a:prstGeom>
        </p:spPr>
      </p:pic>
      <p:pic>
        <p:nvPicPr>
          <p:cNvPr id="32" name="Grafik 31">
            <a:extLst>
              <a:ext uri="{FF2B5EF4-FFF2-40B4-BE49-F238E27FC236}">
                <a16:creationId xmlns:a16="http://schemas.microsoft.com/office/drawing/2014/main" id="{CB1C11E4-00F7-4ECD-BDF2-883EF162D30E}"/>
              </a:ext>
            </a:extLst>
          </p:cNvPr>
          <p:cNvPicPr>
            <a:picLocks noChangeAspect="1"/>
          </p:cNvPicPr>
          <p:nvPr userDrawn="1"/>
        </p:nvPicPr>
        <p:blipFill>
          <a:blip r:embed="rId3"/>
          <a:stretch>
            <a:fillRect/>
          </a:stretch>
        </p:blipFill>
        <p:spPr bwMode="black">
          <a:xfrm>
            <a:off x="440214" y="287999"/>
            <a:ext cx="2539972" cy="469207"/>
          </a:xfrm>
          <a:prstGeom prst="rect">
            <a:avLst/>
          </a:prstGeom>
        </p:spPr>
      </p:pic>
    </p:spTree>
    <p:extLst>
      <p:ext uri="{BB962C8B-B14F-4D97-AF65-F5344CB8AC3E}">
        <p14:creationId xmlns:p14="http://schemas.microsoft.com/office/powerpoint/2010/main" val="103857450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chlussfolie mit Bild">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76867BC6-D6F4-4215-B307-CC99816FEBAF}"/>
              </a:ext>
            </a:extLst>
          </p:cNvPr>
          <p:cNvGraphicFramePr>
            <a:graphicFrameLocks noChangeAspect="1"/>
          </p:cNvGraphicFramePr>
          <p:nvPr userDrawn="1">
            <p:custDataLst>
              <p:tags r:id="rId1"/>
            </p:custDataLst>
            <p:extLst>
              <p:ext uri="{D42A27DB-BD31-4B8C-83A1-F6EECF244321}">
                <p14:modId xmlns:p14="http://schemas.microsoft.com/office/powerpoint/2010/main" val="2330092245"/>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4" name="Objekt 3" hidden="1">
                        <a:extLst>
                          <a:ext uri="{FF2B5EF4-FFF2-40B4-BE49-F238E27FC236}">
                            <a16:creationId xmlns:a16="http://schemas.microsoft.com/office/drawing/2014/main" id="{76867BC6-D6F4-4215-B307-CC99816FEBAF}"/>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2D86A7AE-DE1C-4633-A0B1-A62E35D6103D}"/>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200"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5" name="Bildplatzhalter 8"/>
          <p:cNvSpPr>
            <a:spLocks noGrp="1"/>
          </p:cNvSpPr>
          <p:nvPr>
            <p:ph type="pic" sz="quarter" idx="12"/>
          </p:nvPr>
        </p:nvSpPr>
        <p:spPr>
          <a:xfrm>
            <a:off x="0" y="0"/>
            <a:ext cx="12192000" cy="6858000"/>
          </a:xfrm>
          <a:blipFill>
            <a:blip r:embed="rId6"/>
            <a:stretch>
              <a:fillRect/>
            </a:stretch>
          </a:blipFill>
        </p:spPr>
        <p:txBody>
          <a:bodyPr vert="horz" wrap="square" lIns="0" tIns="0" rIns="0" bIns="0" rtlCol="0" anchor="t">
            <a:noAutofit/>
          </a:bodyPr>
          <a:lstStyle>
            <a:lvl1pPr marL="228594" indent="-228594" algn="ctr">
              <a:buFont typeface="Arial" panose="020B0604020202020204" pitchFamily="34" charset="0"/>
              <a:buNone/>
              <a:defRPr lang="de-DE" sz="1333"/>
            </a:lvl1pPr>
          </a:lstStyle>
          <a:p>
            <a:r>
              <a:rPr lang="de-DE"/>
              <a:t>Bild durch Klicken auf Symbol hinzufügen</a:t>
            </a:r>
            <a:endParaRPr lang="de-DE" dirty="0"/>
          </a:p>
        </p:txBody>
      </p:sp>
      <p:sp>
        <p:nvSpPr>
          <p:cNvPr id="9" name="Titel 1"/>
          <p:cNvSpPr>
            <a:spLocks noGrp="1"/>
          </p:cNvSpPr>
          <p:nvPr>
            <p:ph type="ctrTitle"/>
          </p:nvPr>
        </p:nvSpPr>
        <p:spPr bwMode="blackWhite">
          <a:xfrm>
            <a:off x="758789" y="1909557"/>
            <a:ext cx="4608000" cy="2304000"/>
          </a:xfrm>
          <a:solidFill>
            <a:srgbClr val="64B42D"/>
          </a:solidFill>
        </p:spPr>
        <p:txBody>
          <a:bodyPr lIns="396000" tIns="396000" rIns="396000" bIns="432000">
            <a:noAutofit/>
          </a:bodyPr>
          <a:lstStyle>
            <a:lvl1pPr>
              <a:defRPr sz="3200" b="0">
                <a:solidFill>
                  <a:schemeClr val="bg1"/>
                </a:solidFill>
              </a:defRPr>
            </a:lvl1pPr>
          </a:lstStyle>
          <a:p>
            <a:r>
              <a:rPr lang="de-DE" noProof="0"/>
              <a:t>Mastertitelformat bearbeiten</a:t>
            </a:r>
            <a:endParaRPr lang="de-DE" noProof="0" dirty="0"/>
          </a:p>
        </p:txBody>
      </p:sp>
    </p:spTree>
    <p:extLst>
      <p:ext uri="{BB962C8B-B14F-4D97-AF65-F5344CB8AC3E}">
        <p14:creationId xmlns:p14="http://schemas.microsoft.com/office/powerpoint/2010/main" val="98654812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Ansprechpartner mit Vollbild">
    <p:spTree>
      <p:nvGrpSpPr>
        <p:cNvPr id="1" name=""/>
        <p:cNvGrpSpPr/>
        <p:nvPr/>
      </p:nvGrpSpPr>
      <p:grpSpPr>
        <a:xfrm>
          <a:off x="0" y="0"/>
          <a:ext cx="0" cy="0"/>
          <a:chOff x="0" y="0"/>
          <a:chExt cx="0" cy="0"/>
        </a:xfrm>
      </p:grpSpPr>
      <p:sp>
        <p:nvSpPr>
          <p:cNvPr id="5" name="Bildplatzhalter 8"/>
          <p:cNvSpPr>
            <a:spLocks noGrp="1"/>
          </p:cNvSpPr>
          <p:nvPr>
            <p:ph type="pic" sz="quarter" idx="12"/>
          </p:nvPr>
        </p:nvSpPr>
        <p:spPr>
          <a:xfrm>
            <a:off x="0" y="0"/>
            <a:ext cx="12192000" cy="6858000"/>
          </a:xfrm>
          <a:blipFill>
            <a:blip r:embed="rId2"/>
            <a:stretch>
              <a:fillRect/>
            </a:stretch>
          </a:blipFill>
        </p:spPr>
        <p:txBody>
          <a:bodyPr vert="horz" wrap="square" lIns="0" tIns="0" rIns="0" bIns="0" rtlCol="0">
            <a:noAutofit/>
          </a:bodyPr>
          <a:lstStyle>
            <a:lvl1pPr marL="0" indent="0" algn="ctr">
              <a:buFont typeface="Arial" panose="020B0604020202020204" pitchFamily="34" charset="0"/>
              <a:buNone/>
              <a:defRPr lang="de-DE" sz="1333"/>
            </a:lvl1pPr>
          </a:lstStyle>
          <a:p>
            <a:r>
              <a:rPr lang="de-DE"/>
              <a:t>Bild durch Klicken auf Symbol hinzufügen</a:t>
            </a:r>
            <a:endParaRPr lang="de-DE" dirty="0"/>
          </a:p>
        </p:txBody>
      </p:sp>
      <p:sp>
        <p:nvSpPr>
          <p:cNvPr id="13" name="Titel 1"/>
          <p:cNvSpPr>
            <a:spLocks noGrp="1"/>
          </p:cNvSpPr>
          <p:nvPr>
            <p:ph type="ctrTitle" hasCustomPrompt="1"/>
          </p:nvPr>
        </p:nvSpPr>
        <p:spPr bwMode="blackWhite">
          <a:xfrm>
            <a:off x="758789" y="1909557"/>
            <a:ext cx="4608000" cy="4224000"/>
          </a:xfrm>
          <a:solidFill>
            <a:srgbClr val="64B42D"/>
          </a:solidFill>
        </p:spPr>
        <p:txBody>
          <a:bodyPr lIns="360000" tIns="360000" rIns="270000" bIns="270000">
            <a:noAutofit/>
          </a:bodyPr>
          <a:lstStyle>
            <a:lvl1pPr>
              <a:defRPr sz="3200">
                <a:solidFill>
                  <a:schemeClr val="bg1"/>
                </a:solidFill>
              </a:defRPr>
            </a:lvl1pPr>
          </a:lstStyle>
          <a:p>
            <a:r>
              <a:rPr lang="de-DE" noProof="0" dirty="0"/>
              <a:t>Ansprechpartner</a:t>
            </a:r>
          </a:p>
        </p:txBody>
      </p:sp>
      <p:sp>
        <p:nvSpPr>
          <p:cNvPr id="14" name="Textplatzhalter 8"/>
          <p:cNvSpPr>
            <a:spLocks noGrp="1"/>
          </p:cNvSpPr>
          <p:nvPr>
            <p:ph type="body" sz="quarter" idx="13" hasCustomPrompt="1"/>
          </p:nvPr>
        </p:nvSpPr>
        <p:spPr bwMode="blackWhite">
          <a:xfrm>
            <a:off x="758789" y="3055118"/>
            <a:ext cx="4560000" cy="246221"/>
          </a:xfrm>
          <a:noFill/>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15" name="Textplatzhalter 8"/>
          <p:cNvSpPr>
            <a:spLocks noGrp="1"/>
          </p:cNvSpPr>
          <p:nvPr>
            <p:ph type="body" sz="quarter" idx="14" hasCustomPrompt="1"/>
          </p:nvPr>
        </p:nvSpPr>
        <p:spPr bwMode="blackWhite">
          <a:xfrm>
            <a:off x="758789" y="4215971"/>
            <a:ext cx="4560000" cy="246221"/>
          </a:xfrm>
          <a:noFill/>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16" name="Textplatzhalter 8"/>
          <p:cNvSpPr>
            <a:spLocks noGrp="1"/>
          </p:cNvSpPr>
          <p:nvPr>
            <p:ph type="body" sz="quarter" idx="15" hasCustomPrompt="1"/>
          </p:nvPr>
        </p:nvSpPr>
        <p:spPr bwMode="blackWhite">
          <a:xfrm>
            <a:off x="758789" y="3318788"/>
            <a:ext cx="4560000" cy="246221"/>
          </a:xfrm>
          <a:noFill/>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17" name="Textplatzhalter 8"/>
          <p:cNvSpPr>
            <a:spLocks noGrp="1"/>
          </p:cNvSpPr>
          <p:nvPr>
            <p:ph type="body" sz="quarter" idx="16" hasCustomPrompt="1"/>
          </p:nvPr>
        </p:nvSpPr>
        <p:spPr bwMode="blackWhite">
          <a:xfrm>
            <a:off x="758789" y="3582459"/>
            <a:ext cx="4560000" cy="246221"/>
          </a:xfrm>
          <a:noFill/>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18" name="Textplatzhalter 8"/>
          <p:cNvSpPr>
            <a:spLocks noGrp="1"/>
          </p:cNvSpPr>
          <p:nvPr>
            <p:ph type="body" sz="quarter" idx="17" hasCustomPrompt="1"/>
          </p:nvPr>
        </p:nvSpPr>
        <p:spPr bwMode="blackWhite">
          <a:xfrm>
            <a:off x="758789" y="3846130"/>
            <a:ext cx="4560000" cy="246221"/>
          </a:xfrm>
          <a:noFill/>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sp>
        <p:nvSpPr>
          <p:cNvPr id="19" name="Textplatzhalter 8"/>
          <p:cNvSpPr>
            <a:spLocks noGrp="1"/>
          </p:cNvSpPr>
          <p:nvPr>
            <p:ph type="body" sz="quarter" idx="18" hasCustomPrompt="1"/>
          </p:nvPr>
        </p:nvSpPr>
        <p:spPr bwMode="blackWhite">
          <a:xfrm>
            <a:off x="758789" y="4479642"/>
            <a:ext cx="4560000" cy="246221"/>
          </a:xfrm>
          <a:noFill/>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20" name="Textplatzhalter 8"/>
          <p:cNvSpPr>
            <a:spLocks noGrp="1"/>
          </p:cNvSpPr>
          <p:nvPr>
            <p:ph type="body" sz="quarter" idx="19" hasCustomPrompt="1"/>
          </p:nvPr>
        </p:nvSpPr>
        <p:spPr bwMode="blackWhite">
          <a:xfrm>
            <a:off x="758789" y="4743312"/>
            <a:ext cx="4560000" cy="246221"/>
          </a:xfrm>
          <a:noFill/>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21" name="Textplatzhalter 8"/>
          <p:cNvSpPr>
            <a:spLocks noGrp="1"/>
          </p:cNvSpPr>
          <p:nvPr>
            <p:ph type="body" sz="quarter" idx="20" hasCustomPrompt="1"/>
          </p:nvPr>
        </p:nvSpPr>
        <p:spPr bwMode="blackWhite">
          <a:xfrm>
            <a:off x="758789" y="5006982"/>
            <a:ext cx="4560000" cy="246221"/>
          </a:xfrm>
          <a:noFill/>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spTree>
    <p:extLst>
      <p:ext uri="{BB962C8B-B14F-4D97-AF65-F5344CB8AC3E}">
        <p14:creationId xmlns:p14="http://schemas.microsoft.com/office/powerpoint/2010/main" val="42589154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Ansprechpartner mit Bild">
    <p:spTree>
      <p:nvGrpSpPr>
        <p:cNvPr id="1" name=""/>
        <p:cNvGrpSpPr/>
        <p:nvPr/>
      </p:nvGrpSpPr>
      <p:grpSpPr>
        <a:xfrm>
          <a:off x="0" y="0"/>
          <a:ext cx="0" cy="0"/>
          <a:chOff x="0" y="0"/>
          <a:chExt cx="0" cy="0"/>
        </a:xfrm>
      </p:grpSpPr>
      <p:sp>
        <p:nvSpPr>
          <p:cNvPr id="32" name="Bildplatzhalter 8"/>
          <p:cNvSpPr>
            <a:spLocks noGrp="1"/>
          </p:cNvSpPr>
          <p:nvPr>
            <p:ph type="pic" sz="quarter" idx="12"/>
          </p:nvPr>
        </p:nvSpPr>
        <p:spPr>
          <a:xfrm>
            <a:off x="771979" y="1938784"/>
            <a:ext cx="4608000" cy="3792000"/>
          </a:xfrm>
          <a:blipFill>
            <a:blip r:embed="rId2"/>
            <a:stretch>
              <a:fillRect/>
            </a:stretch>
          </a:blipFill>
        </p:spPr>
        <p:txBody>
          <a:bodyPr vert="horz" wrap="square" lIns="0" tIns="0" rIns="0" bIns="0" rtlCol="0">
            <a:noAutofit/>
          </a:bodyPr>
          <a:lstStyle>
            <a:lvl1pPr marL="0" indent="0" algn="ctr">
              <a:buFont typeface="Arial" panose="020B0604020202020204" pitchFamily="34" charset="0"/>
              <a:buNone/>
              <a:defRPr lang="de-DE" sz="1333"/>
            </a:lvl1pPr>
          </a:lstStyle>
          <a:p>
            <a:r>
              <a:rPr lang="de-DE"/>
              <a:t>Bild durch Klicken auf Symbol hinzufügen</a:t>
            </a:r>
            <a:endParaRPr lang="de-DE" dirty="0"/>
          </a:p>
        </p:txBody>
      </p:sp>
      <p:grpSp>
        <p:nvGrpSpPr>
          <p:cNvPr id="41" name="Gruppieren 40"/>
          <p:cNvGrpSpPr/>
          <p:nvPr userDrawn="1"/>
        </p:nvGrpSpPr>
        <p:grpSpPr>
          <a:xfrm>
            <a:off x="767408" y="-166621"/>
            <a:ext cx="9889099" cy="144000"/>
            <a:chOff x="575556" y="-124966"/>
            <a:chExt cx="7416824" cy="108000"/>
          </a:xfrm>
        </p:grpSpPr>
        <p:sp>
          <p:nvSpPr>
            <p:cNvPr id="42" name="Freihandform 41"/>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3" name="Freihandform 42"/>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4" name="Freihandform 43"/>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sp>
          <p:nvSpPr>
            <p:cNvPr id="45" name="Freihandform 44"/>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a:p>
          </p:txBody>
        </p:sp>
      </p:grpSp>
      <p:grpSp>
        <p:nvGrpSpPr>
          <p:cNvPr id="46" name="Gruppieren 45"/>
          <p:cNvGrpSpPr/>
          <p:nvPr userDrawn="1"/>
        </p:nvGrpSpPr>
        <p:grpSpPr>
          <a:xfrm>
            <a:off x="767408" y="6880621"/>
            <a:ext cx="9889099" cy="144000"/>
            <a:chOff x="575556" y="5160466"/>
            <a:chExt cx="7416824" cy="108000"/>
          </a:xfrm>
        </p:grpSpPr>
        <p:sp>
          <p:nvSpPr>
            <p:cNvPr id="47" name="Freihandform 46"/>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8" name="Freihandform 47"/>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49" name="Freihandform 48"/>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0" name="Freihandform 49"/>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grpSp>
        <p:nvGrpSpPr>
          <p:cNvPr id="51" name="Gruppieren 50"/>
          <p:cNvGrpSpPr/>
          <p:nvPr userDrawn="1"/>
        </p:nvGrpSpPr>
        <p:grpSpPr>
          <a:xfrm>
            <a:off x="-221271" y="1930675"/>
            <a:ext cx="192000" cy="4234640"/>
            <a:chOff x="-165953" y="1448006"/>
            <a:chExt cx="144000" cy="3175980"/>
          </a:xfrm>
        </p:grpSpPr>
        <p:sp>
          <p:nvSpPr>
            <p:cNvPr id="52" name="Freihandform 51"/>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53" name="Freihandform 52"/>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54" name="Gruppieren 53"/>
          <p:cNvGrpSpPr/>
          <p:nvPr userDrawn="1"/>
        </p:nvGrpSpPr>
        <p:grpSpPr>
          <a:xfrm>
            <a:off x="12221656" y="1940836"/>
            <a:ext cx="192000" cy="4229040"/>
            <a:chOff x="9166242" y="1455627"/>
            <a:chExt cx="144000" cy="3171780"/>
          </a:xfrm>
        </p:grpSpPr>
        <p:sp>
          <p:nvSpPr>
            <p:cNvPr id="55" name="Freihandform 54"/>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sp>
          <p:nvSpPr>
            <p:cNvPr id="56" name="Freihandform 55"/>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p>
          </p:txBody>
        </p:sp>
      </p:grpSp>
      <p:sp>
        <p:nvSpPr>
          <p:cNvPr id="23" name="Titel 1"/>
          <p:cNvSpPr>
            <a:spLocks noGrp="1"/>
          </p:cNvSpPr>
          <p:nvPr>
            <p:ph type="ctrTitle" hasCustomPrompt="1"/>
          </p:nvPr>
        </p:nvSpPr>
        <p:spPr bwMode="blackWhite">
          <a:xfrm>
            <a:off x="4271797" y="3103120"/>
            <a:ext cx="4608000" cy="3072000"/>
          </a:xfrm>
          <a:solidFill>
            <a:srgbClr val="64B42D"/>
          </a:solidFill>
        </p:spPr>
        <p:txBody>
          <a:bodyPr lIns="360000" tIns="360000" rIns="270000" bIns="270000">
            <a:noAutofit/>
          </a:bodyPr>
          <a:lstStyle>
            <a:lvl1pPr>
              <a:defRPr sz="3200">
                <a:solidFill>
                  <a:schemeClr val="bg1"/>
                </a:solidFill>
              </a:defRPr>
            </a:lvl1pPr>
          </a:lstStyle>
          <a:p>
            <a:r>
              <a:rPr lang="de-DE" noProof="0" dirty="0"/>
              <a:t>Ansprechpartner</a:t>
            </a:r>
          </a:p>
        </p:txBody>
      </p:sp>
      <p:sp>
        <p:nvSpPr>
          <p:cNvPr id="24" name="Textplatzhalter 8"/>
          <p:cNvSpPr>
            <a:spLocks noGrp="1"/>
          </p:cNvSpPr>
          <p:nvPr>
            <p:ph type="body" sz="quarter" idx="13" hasCustomPrompt="1"/>
          </p:nvPr>
        </p:nvSpPr>
        <p:spPr bwMode="blackWhite">
          <a:xfrm>
            <a:off x="4271797" y="4248683"/>
            <a:ext cx="4560000" cy="246221"/>
          </a:xfrm>
        </p:spPr>
        <p:txBody>
          <a:bodyPr lIns="360000" rIns="270000" anchor="ctr" anchorCtr="0"/>
          <a:lstStyle>
            <a:lvl1pPr marL="0" indent="0">
              <a:spcBef>
                <a:spcPts val="0"/>
              </a:spcBef>
              <a:buNone/>
              <a:defRPr sz="1600" b="1">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26" name="Textplatzhalter 8"/>
          <p:cNvSpPr>
            <a:spLocks noGrp="1"/>
          </p:cNvSpPr>
          <p:nvPr>
            <p:ph type="body" sz="quarter" idx="15" hasCustomPrompt="1"/>
          </p:nvPr>
        </p:nvSpPr>
        <p:spPr bwMode="blackWhite">
          <a:xfrm>
            <a:off x="4271797" y="4512354"/>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27" name="Textplatzhalter 8"/>
          <p:cNvSpPr>
            <a:spLocks noGrp="1"/>
          </p:cNvSpPr>
          <p:nvPr>
            <p:ph type="body" sz="quarter" idx="16" hasCustomPrompt="1"/>
          </p:nvPr>
        </p:nvSpPr>
        <p:spPr bwMode="blackWhite">
          <a:xfrm>
            <a:off x="4271797" y="4776024"/>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28" name="Textplatzhalter 8"/>
          <p:cNvSpPr>
            <a:spLocks noGrp="1"/>
          </p:cNvSpPr>
          <p:nvPr>
            <p:ph type="body" sz="quarter" idx="17" hasCustomPrompt="1"/>
          </p:nvPr>
        </p:nvSpPr>
        <p:spPr bwMode="blackWhite">
          <a:xfrm>
            <a:off x="4271797" y="5039695"/>
            <a:ext cx="4560000" cy="246221"/>
          </a:xfrm>
        </p:spPr>
        <p:txBody>
          <a:bodyPr lIns="360000" rIns="270000" anchor="ctr" anchorCtr="0"/>
          <a:lstStyle>
            <a:lvl1pPr marL="0" indent="0">
              <a:spcBef>
                <a:spcPts val="0"/>
              </a:spcBef>
              <a:buNone/>
              <a:defRPr sz="1600" b="0">
                <a:solidFill>
                  <a:schemeClr val="bg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pic>
        <p:nvPicPr>
          <p:cNvPr id="33" name="Grafik 32">
            <a:extLst>
              <a:ext uri="{FF2B5EF4-FFF2-40B4-BE49-F238E27FC236}">
                <a16:creationId xmlns:a16="http://schemas.microsoft.com/office/drawing/2014/main" id="{638DEA76-0328-4BD5-A8A1-B8940514F53F}"/>
              </a:ext>
            </a:extLst>
          </p:cNvPr>
          <p:cNvPicPr>
            <a:picLocks noChangeAspect="1"/>
          </p:cNvPicPr>
          <p:nvPr userDrawn="1"/>
        </p:nvPicPr>
        <p:blipFill>
          <a:blip r:embed="rId3"/>
          <a:stretch>
            <a:fillRect/>
          </a:stretch>
        </p:blipFill>
        <p:spPr bwMode="black">
          <a:xfrm>
            <a:off x="8642004" y="1950508"/>
            <a:ext cx="2540001" cy="444816"/>
          </a:xfrm>
          <a:prstGeom prst="rect">
            <a:avLst/>
          </a:prstGeom>
        </p:spPr>
      </p:pic>
      <p:pic>
        <p:nvPicPr>
          <p:cNvPr id="29" name="Grafik 28">
            <a:extLst>
              <a:ext uri="{FF2B5EF4-FFF2-40B4-BE49-F238E27FC236}">
                <a16:creationId xmlns:a16="http://schemas.microsoft.com/office/drawing/2014/main" id="{A9F9595F-4DC2-409E-9AED-86300E0DDC93}"/>
              </a:ext>
            </a:extLst>
          </p:cNvPr>
          <p:cNvPicPr>
            <a:picLocks noChangeAspect="1"/>
          </p:cNvPicPr>
          <p:nvPr userDrawn="1"/>
        </p:nvPicPr>
        <p:blipFill>
          <a:blip r:embed="rId4"/>
          <a:stretch>
            <a:fillRect/>
          </a:stretch>
        </p:blipFill>
        <p:spPr bwMode="black">
          <a:xfrm>
            <a:off x="440214" y="287999"/>
            <a:ext cx="2539977" cy="469208"/>
          </a:xfrm>
          <a:prstGeom prst="rect">
            <a:avLst/>
          </a:prstGeom>
        </p:spPr>
      </p:pic>
    </p:spTree>
    <p:extLst>
      <p:ext uri="{BB962C8B-B14F-4D97-AF65-F5344CB8AC3E}">
        <p14:creationId xmlns:p14="http://schemas.microsoft.com/office/powerpoint/2010/main" val="1905810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 Ansprechpartner mit Bildern">
    <p:spTree>
      <p:nvGrpSpPr>
        <p:cNvPr id="1" name=""/>
        <p:cNvGrpSpPr/>
        <p:nvPr/>
      </p:nvGrpSpPr>
      <p:grpSpPr>
        <a:xfrm>
          <a:off x="0" y="0"/>
          <a:ext cx="0" cy="0"/>
          <a:chOff x="0" y="0"/>
          <a:chExt cx="0" cy="0"/>
        </a:xfrm>
      </p:grpSpPr>
      <p:graphicFrame>
        <p:nvGraphicFramePr>
          <p:cNvPr id="5" name="Objekt 4" hidden="1">
            <a:extLst>
              <a:ext uri="{FF2B5EF4-FFF2-40B4-BE49-F238E27FC236}">
                <a16:creationId xmlns:a16="http://schemas.microsoft.com/office/drawing/2014/main" id="{08E073C1-7380-4C89-99B7-B54793C6B776}"/>
              </a:ext>
            </a:extLst>
          </p:cNvPr>
          <p:cNvGraphicFramePr>
            <a:graphicFrameLocks noChangeAspect="1"/>
          </p:cNvGraphicFramePr>
          <p:nvPr userDrawn="1">
            <p:custDataLst>
              <p:tags r:id="rId1"/>
            </p:custDataLst>
            <p:extLst>
              <p:ext uri="{D42A27DB-BD31-4B8C-83A1-F6EECF244321}">
                <p14:modId xmlns:p14="http://schemas.microsoft.com/office/powerpoint/2010/main" val="2556146910"/>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4" imgW="344" imgH="345" progId="TCLayout.ActiveDocument.1">
                  <p:embed/>
                </p:oleObj>
              </mc:Choice>
              <mc:Fallback>
                <p:oleObj name="think-cell Folie" r:id="rId4" imgW="344" imgH="345" progId="TCLayout.ActiveDocument.1">
                  <p:embed/>
                  <p:pic>
                    <p:nvPicPr>
                      <p:cNvPr id="5" name="Objekt 4" hidden="1">
                        <a:extLst>
                          <a:ext uri="{FF2B5EF4-FFF2-40B4-BE49-F238E27FC236}">
                            <a16:creationId xmlns:a16="http://schemas.microsoft.com/office/drawing/2014/main" id="{08E073C1-7380-4C89-99B7-B54793C6B776}"/>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sp>
        <p:nvSpPr>
          <p:cNvPr id="4" name="Rechteck 3" hidden="1">
            <a:extLst>
              <a:ext uri="{FF2B5EF4-FFF2-40B4-BE49-F238E27FC236}">
                <a16:creationId xmlns:a16="http://schemas.microsoft.com/office/drawing/2014/main" id="{EE462C7B-B36B-46D9-A448-94A4E6A6C9F1}"/>
              </a:ext>
            </a:extLst>
          </p:cNvPr>
          <p:cNvSpPr/>
          <p:nvPr userDrawn="1">
            <p:custDataLst>
              <p:tags r:id="rId2"/>
            </p:custDataLst>
          </p:nvPr>
        </p:nvSpPr>
        <p:spPr bwMode="gray">
          <a:xfrm>
            <a:off x="0" y="0"/>
            <a:ext cx="211667" cy="211667"/>
          </a:xfrm>
          <a:prstGeom prst="rect">
            <a:avLst/>
          </a:prstGeom>
          <a:solidFill>
            <a:srgbClr val="64B42D"/>
          </a:solidFill>
          <a:ln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lvl="0" indent="0" algn="l">
              <a:spcBef>
                <a:spcPts val="800"/>
              </a:spcBef>
              <a:buFont typeface="Arial" panose="020B0604020202020204" pitchFamily="34" charset="0"/>
              <a:buNone/>
            </a:pPr>
            <a:endParaRPr lang="de-DE" sz="3467" b="0" i="0" baseline="0" dirty="0" err="1">
              <a:solidFill>
                <a:schemeClr val="bg1"/>
              </a:solidFill>
              <a:latin typeface="Calibri" panose="020F0502020204030204" pitchFamily="34" charset="0"/>
              <a:ea typeface="+mj-ea"/>
              <a:cs typeface="+mj-cs"/>
              <a:sym typeface="Calibri" panose="020F0502020204030204" pitchFamily="34" charset="0"/>
            </a:endParaRPr>
          </a:p>
        </p:txBody>
      </p:sp>
      <p:sp>
        <p:nvSpPr>
          <p:cNvPr id="2" name="Titel 1"/>
          <p:cNvSpPr>
            <a:spLocks noGrp="1"/>
          </p:cNvSpPr>
          <p:nvPr>
            <p:ph type="title"/>
          </p:nvPr>
        </p:nvSpPr>
        <p:spPr/>
        <p:txBody>
          <a:bodyPr/>
          <a:lstStyle/>
          <a:p>
            <a:r>
              <a:rPr lang="de-DE" noProof="0"/>
              <a:t>Mastertitelformat bearbeiten</a:t>
            </a:r>
            <a:endParaRPr lang="de-DE" noProof="0" dirty="0"/>
          </a:p>
        </p:txBody>
      </p:sp>
      <p:sp>
        <p:nvSpPr>
          <p:cNvPr id="9" name="Bildplatzhalter 8"/>
          <p:cNvSpPr>
            <a:spLocks noGrp="1" noChangeAspect="1"/>
          </p:cNvSpPr>
          <p:nvPr>
            <p:ph type="pic" sz="quarter" idx="12"/>
          </p:nvPr>
        </p:nvSpPr>
        <p:spPr>
          <a:xfrm>
            <a:off x="775792" y="3619200"/>
            <a:ext cx="2016000" cy="2016000"/>
          </a:xfrm>
          <a:prstGeom prst="ellipse">
            <a:avLst/>
          </a:prstGeom>
          <a:blipFill>
            <a:blip r:embed="rId6"/>
            <a:stretch>
              <a:fillRect/>
            </a:stretch>
          </a:blipFill>
          <a:ln w="76200">
            <a:solidFill>
              <a:srgbClr val="E60055"/>
            </a:solidFill>
          </a:ln>
        </p:spPr>
        <p:txBody>
          <a:bodyPr vert="horz" wrap="square" lIns="0" tIns="0" rIns="0" bIns="0" rtlCol="0">
            <a:noAutofit/>
          </a:bodyPr>
          <a:lstStyle>
            <a:lvl1pPr marL="0" indent="0" algn="ctr">
              <a:buFont typeface="Arial" panose="020B0604020202020204" pitchFamily="34" charset="0"/>
              <a:buNone/>
              <a:defRPr lang="de-DE" sz="1333"/>
            </a:lvl1pPr>
          </a:lstStyle>
          <a:p>
            <a:r>
              <a:rPr lang="de-DE"/>
              <a:t>Bild durch Klicken auf Symbol hinzufügen</a:t>
            </a:r>
            <a:endParaRPr lang="de-DE" dirty="0"/>
          </a:p>
        </p:txBody>
      </p:sp>
      <p:sp>
        <p:nvSpPr>
          <p:cNvPr id="10" name="Bildplatzhalter 8"/>
          <p:cNvSpPr>
            <a:spLocks noGrp="1" noChangeAspect="1"/>
          </p:cNvSpPr>
          <p:nvPr>
            <p:ph type="pic" sz="quarter" idx="13"/>
          </p:nvPr>
        </p:nvSpPr>
        <p:spPr>
          <a:xfrm>
            <a:off x="4560000" y="1940984"/>
            <a:ext cx="2016000" cy="2016000"/>
          </a:xfrm>
          <a:prstGeom prst="ellipse">
            <a:avLst/>
          </a:prstGeom>
          <a:blipFill>
            <a:blip r:embed="rId6"/>
            <a:stretch>
              <a:fillRect/>
            </a:stretch>
          </a:blipFill>
          <a:ln w="76200">
            <a:solidFill>
              <a:schemeClr val="accent3"/>
            </a:solidFill>
          </a:ln>
        </p:spPr>
        <p:txBody>
          <a:bodyPr vert="horz" wrap="square" lIns="0" tIns="0" rIns="0" bIns="0" rtlCol="0">
            <a:noAutofit/>
          </a:bodyPr>
          <a:lstStyle>
            <a:lvl1pPr marL="0" indent="0" algn="ctr">
              <a:buFont typeface="Arial" panose="020B0604020202020204" pitchFamily="34" charset="0"/>
              <a:buNone/>
              <a:defRPr lang="de-DE" sz="1333"/>
            </a:lvl1pPr>
          </a:lstStyle>
          <a:p>
            <a:r>
              <a:rPr lang="de-DE"/>
              <a:t>Bild durch Klicken auf Symbol hinzufügen</a:t>
            </a:r>
            <a:endParaRPr lang="de-DE" dirty="0"/>
          </a:p>
        </p:txBody>
      </p:sp>
      <p:sp>
        <p:nvSpPr>
          <p:cNvPr id="11" name="Textplatzhalter 8"/>
          <p:cNvSpPr>
            <a:spLocks noGrp="1"/>
          </p:cNvSpPr>
          <p:nvPr>
            <p:ph type="body" sz="quarter" idx="14" hasCustomPrompt="1"/>
          </p:nvPr>
        </p:nvSpPr>
        <p:spPr bwMode="gray">
          <a:xfrm>
            <a:off x="3073980" y="4204800"/>
            <a:ext cx="3840000" cy="246221"/>
          </a:xfrm>
        </p:spPr>
        <p:txBody>
          <a:bodyPr lIns="0" rIns="0" anchor="ctr" anchorCtr="0"/>
          <a:lstStyle>
            <a:lvl1pPr marL="0" indent="0">
              <a:spcBef>
                <a:spcPts val="0"/>
              </a:spcBef>
              <a:buNone/>
              <a:defRPr sz="1600" b="1">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12" name="Textplatzhalter 8"/>
          <p:cNvSpPr>
            <a:spLocks noGrp="1"/>
          </p:cNvSpPr>
          <p:nvPr>
            <p:ph type="body" sz="quarter" idx="15" hasCustomPrompt="1"/>
          </p:nvPr>
        </p:nvSpPr>
        <p:spPr bwMode="gray">
          <a:xfrm>
            <a:off x="3073980" y="4507200"/>
            <a:ext cx="3840000" cy="246221"/>
          </a:xfrm>
        </p:spPr>
        <p:txBody>
          <a:bodyPr lIns="0" rIns="0" anchor="ctr" anchorCtr="0"/>
          <a:lstStyle>
            <a:lvl1pPr marL="0" indent="0">
              <a:spcBef>
                <a:spcPts val="0"/>
              </a:spcBef>
              <a:buNone/>
              <a:defRPr sz="1600" b="0">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13" name="Textplatzhalter 8"/>
          <p:cNvSpPr>
            <a:spLocks noGrp="1"/>
          </p:cNvSpPr>
          <p:nvPr>
            <p:ph type="body" sz="quarter" idx="16" hasCustomPrompt="1"/>
          </p:nvPr>
        </p:nvSpPr>
        <p:spPr bwMode="gray">
          <a:xfrm>
            <a:off x="3073980" y="4713600"/>
            <a:ext cx="3840000" cy="246221"/>
          </a:xfrm>
        </p:spPr>
        <p:txBody>
          <a:bodyPr lIns="0" rIns="0" anchor="ctr" anchorCtr="0"/>
          <a:lstStyle>
            <a:lvl1pPr marL="0" indent="0">
              <a:spcBef>
                <a:spcPts val="0"/>
              </a:spcBef>
              <a:buNone/>
              <a:defRPr sz="1600" b="0">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14" name="Textplatzhalter 8"/>
          <p:cNvSpPr>
            <a:spLocks noGrp="1"/>
          </p:cNvSpPr>
          <p:nvPr>
            <p:ph type="body" sz="quarter" idx="17" hasCustomPrompt="1"/>
          </p:nvPr>
        </p:nvSpPr>
        <p:spPr bwMode="gray">
          <a:xfrm>
            <a:off x="3073980" y="4915200"/>
            <a:ext cx="3840000" cy="246221"/>
          </a:xfrm>
        </p:spPr>
        <p:txBody>
          <a:bodyPr lIns="0" rIns="0" anchor="ctr" anchorCtr="0"/>
          <a:lstStyle>
            <a:lvl1pPr marL="0" indent="0">
              <a:spcBef>
                <a:spcPts val="0"/>
              </a:spcBef>
              <a:buNone/>
              <a:defRPr sz="1600" b="0">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sp>
        <p:nvSpPr>
          <p:cNvPr id="15" name="Textplatzhalter 8"/>
          <p:cNvSpPr>
            <a:spLocks noGrp="1"/>
          </p:cNvSpPr>
          <p:nvPr>
            <p:ph type="body" sz="quarter" idx="18" hasCustomPrompt="1"/>
          </p:nvPr>
        </p:nvSpPr>
        <p:spPr bwMode="gray">
          <a:xfrm>
            <a:off x="6817981" y="2515200"/>
            <a:ext cx="3840000" cy="246221"/>
          </a:xfrm>
        </p:spPr>
        <p:txBody>
          <a:bodyPr lIns="0" rIns="0" anchor="ctr" anchorCtr="0"/>
          <a:lstStyle>
            <a:lvl1pPr marL="0" indent="0">
              <a:spcBef>
                <a:spcPts val="0"/>
              </a:spcBef>
              <a:buNone/>
              <a:defRPr sz="1600" b="1">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 Nachname </a:t>
            </a:r>
          </a:p>
        </p:txBody>
      </p:sp>
      <p:sp>
        <p:nvSpPr>
          <p:cNvPr id="16" name="Textplatzhalter 8"/>
          <p:cNvSpPr>
            <a:spLocks noGrp="1"/>
          </p:cNvSpPr>
          <p:nvPr>
            <p:ph type="body" sz="quarter" idx="19" hasCustomPrompt="1"/>
          </p:nvPr>
        </p:nvSpPr>
        <p:spPr bwMode="gray">
          <a:xfrm>
            <a:off x="6817981" y="2822400"/>
            <a:ext cx="3840000" cy="246221"/>
          </a:xfrm>
        </p:spPr>
        <p:txBody>
          <a:bodyPr lIns="0" rIns="0" anchor="ctr" anchorCtr="0"/>
          <a:lstStyle>
            <a:lvl1pPr marL="0" indent="0">
              <a:spcBef>
                <a:spcPts val="0"/>
              </a:spcBef>
              <a:buNone/>
              <a:defRPr sz="1600" b="0">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Funktion</a:t>
            </a:r>
          </a:p>
        </p:txBody>
      </p:sp>
      <p:sp>
        <p:nvSpPr>
          <p:cNvPr id="17" name="Textplatzhalter 8"/>
          <p:cNvSpPr>
            <a:spLocks noGrp="1"/>
          </p:cNvSpPr>
          <p:nvPr>
            <p:ph type="body" sz="quarter" idx="20" hasCustomPrompt="1"/>
          </p:nvPr>
        </p:nvSpPr>
        <p:spPr bwMode="gray">
          <a:xfrm>
            <a:off x="6817981" y="3028800"/>
            <a:ext cx="3840000" cy="246221"/>
          </a:xfrm>
        </p:spPr>
        <p:txBody>
          <a:bodyPr lIns="0" rIns="0" anchor="ctr" anchorCtr="0"/>
          <a:lstStyle>
            <a:lvl1pPr marL="0" indent="0">
              <a:spcBef>
                <a:spcPts val="0"/>
              </a:spcBef>
              <a:buNone/>
              <a:defRPr sz="1600" b="0">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T +49 00 000 000-000</a:t>
            </a:r>
          </a:p>
        </p:txBody>
      </p:sp>
      <p:sp>
        <p:nvSpPr>
          <p:cNvPr id="18" name="Textplatzhalter 8"/>
          <p:cNvSpPr>
            <a:spLocks noGrp="1"/>
          </p:cNvSpPr>
          <p:nvPr>
            <p:ph type="body" sz="quarter" idx="21" hasCustomPrompt="1"/>
          </p:nvPr>
        </p:nvSpPr>
        <p:spPr bwMode="gray">
          <a:xfrm>
            <a:off x="6817981" y="3230400"/>
            <a:ext cx="3840000" cy="246221"/>
          </a:xfrm>
        </p:spPr>
        <p:txBody>
          <a:bodyPr lIns="0" rIns="0" anchor="ctr" anchorCtr="0"/>
          <a:lstStyle>
            <a:lvl1pPr marL="0" indent="0">
              <a:spcBef>
                <a:spcPts val="0"/>
              </a:spcBef>
              <a:buNone/>
              <a:defRPr sz="1600" b="0">
                <a:solidFill>
                  <a:schemeClr val="tx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de-DE" noProof="0" dirty="0"/>
              <a:t>vorname.nachname@westnetz.de</a:t>
            </a:r>
          </a:p>
        </p:txBody>
      </p:sp>
    </p:spTree>
    <p:extLst>
      <p:ext uri="{BB962C8B-B14F-4D97-AF65-F5344CB8AC3E}">
        <p14:creationId xmlns:p14="http://schemas.microsoft.com/office/powerpoint/2010/main" val="3354179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ags" Target="../tags/tag1.xml"/><Relationship Id="rId30"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theme" Target="../theme/theme2.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49.xml"/><Relationship Id="rId18" Type="http://schemas.openxmlformats.org/officeDocument/2006/relationships/slideLayout" Target="../slideLayouts/slideLayout54.xml"/><Relationship Id="rId26" Type="http://schemas.openxmlformats.org/officeDocument/2006/relationships/slideLayout" Target="../slideLayouts/slideLayout62.xml"/><Relationship Id="rId39" Type="http://schemas.openxmlformats.org/officeDocument/2006/relationships/image" Target="../media/image7.emf"/><Relationship Id="rId21" Type="http://schemas.openxmlformats.org/officeDocument/2006/relationships/slideLayout" Target="../slideLayouts/slideLayout57.xml"/><Relationship Id="rId34" Type="http://schemas.openxmlformats.org/officeDocument/2006/relationships/theme" Target="../theme/theme3.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17" Type="http://schemas.openxmlformats.org/officeDocument/2006/relationships/slideLayout" Target="../slideLayouts/slideLayout53.xml"/><Relationship Id="rId25" Type="http://schemas.openxmlformats.org/officeDocument/2006/relationships/slideLayout" Target="../slideLayouts/slideLayout61.xml"/><Relationship Id="rId33" Type="http://schemas.openxmlformats.org/officeDocument/2006/relationships/slideLayout" Target="../slideLayouts/slideLayout69.xml"/><Relationship Id="rId38" Type="http://schemas.openxmlformats.org/officeDocument/2006/relationships/image" Target="../media/image6.emf"/><Relationship Id="rId2" Type="http://schemas.openxmlformats.org/officeDocument/2006/relationships/slideLayout" Target="../slideLayouts/slideLayout38.xml"/><Relationship Id="rId16" Type="http://schemas.openxmlformats.org/officeDocument/2006/relationships/slideLayout" Target="../slideLayouts/slideLayout52.xml"/><Relationship Id="rId20" Type="http://schemas.openxmlformats.org/officeDocument/2006/relationships/slideLayout" Target="../slideLayouts/slideLayout56.xml"/><Relationship Id="rId29" Type="http://schemas.openxmlformats.org/officeDocument/2006/relationships/slideLayout" Target="../slideLayouts/slideLayout65.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24" Type="http://schemas.openxmlformats.org/officeDocument/2006/relationships/slideLayout" Target="../slideLayouts/slideLayout60.xml"/><Relationship Id="rId32" Type="http://schemas.openxmlformats.org/officeDocument/2006/relationships/slideLayout" Target="../slideLayouts/slideLayout68.xml"/><Relationship Id="rId37" Type="http://schemas.openxmlformats.org/officeDocument/2006/relationships/image" Target="../media/image5.emf"/><Relationship Id="rId5" Type="http://schemas.openxmlformats.org/officeDocument/2006/relationships/slideLayout" Target="../slideLayouts/slideLayout41.xml"/><Relationship Id="rId15" Type="http://schemas.openxmlformats.org/officeDocument/2006/relationships/slideLayout" Target="../slideLayouts/slideLayout51.xml"/><Relationship Id="rId23" Type="http://schemas.openxmlformats.org/officeDocument/2006/relationships/slideLayout" Target="../slideLayouts/slideLayout59.xml"/><Relationship Id="rId28" Type="http://schemas.openxmlformats.org/officeDocument/2006/relationships/slideLayout" Target="../slideLayouts/slideLayout64.xml"/><Relationship Id="rId36" Type="http://schemas.openxmlformats.org/officeDocument/2006/relationships/oleObject" Target="../embeddings/oleObject2.bin"/><Relationship Id="rId10" Type="http://schemas.openxmlformats.org/officeDocument/2006/relationships/slideLayout" Target="../slideLayouts/slideLayout46.xml"/><Relationship Id="rId19" Type="http://schemas.openxmlformats.org/officeDocument/2006/relationships/slideLayout" Target="../slideLayouts/slideLayout55.xml"/><Relationship Id="rId31" Type="http://schemas.openxmlformats.org/officeDocument/2006/relationships/slideLayout" Target="../slideLayouts/slideLayout67.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slideLayout" Target="../slideLayouts/slideLayout50.xml"/><Relationship Id="rId22" Type="http://schemas.openxmlformats.org/officeDocument/2006/relationships/slideLayout" Target="../slideLayouts/slideLayout58.xml"/><Relationship Id="rId27" Type="http://schemas.openxmlformats.org/officeDocument/2006/relationships/slideLayout" Target="../slideLayouts/slideLayout63.xml"/><Relationship Id="rId30" Type="http://schemas.openxmlformats.org/officeDocument/2006/relationships/slideLayout" Target="../slideLayouts/slideLayout66.xml"/><Relationship Id="rId35" Type="http://schemas.openxmlformats.org/officeDocument/2006/relationships/tags" Target="../tags/tag3.xml"/><Relationship Id="rId8" Type="http://schemas.openxmlformats.org/officeDocument/2006/relationships/slideLayout" Target="../slideLayouts/slideLayout44.xml"/><Relationship Id="rId3"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Objekt 7" hidden="1">
            <a:extLst>
              <a:ext uri="{FF2B5EF4-FFF2-40B4-BE49-F238E27FC236}">
                <a16:creationId xmlns:a16="http://schemas.microsoft.com/office/drawing/2014/main" id="{41C46107-C662-443E-AC88-CD7DE6121E56}"/>
              </a:ext>
            </a:extLst>
          </p:cNvPr>
          <p:cNvGraphicFramePr>
            <a:graphicFrameLocks noChangeAspect="1"/>
          </p:cNvGraphicFramePr>
          <p:nvPr userDrawn="1">
            <p:custDataLst>
              <p:tags r:id="rId27"/>
            </p:custDataLst>
            <p:extLst>
              <p:ext uri="{D42A27DB-BD31-4B8C-83A1-F6EECF244321}">
                <p14:modId xmlns:p14="http://schemas.microsoft.com/office/powerpoint/2010/main" val="366395475"/>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29" imgW="624" imgH="623" progId="TCLayout.ActiveDocument.1">
                  <p:embed/>
                </p:oleObj>
              </mc:Choice>
              <mc:Fallback>
                <p:oleObj name="think-cell Folie" r:id="rId29" imgW="624" imgH="623" progId="TCLayout.ActiveDocument.1">
                  <p:embed/>
                  <p:pic>
                    <p:nvPicPr>
                      <p:cNvPr id="8" name="Objekt 7" hidden="1">
                        <a:extLst>
                          <a:ext uri="{FF2B5EF4-FFF2-40B4-BE49-F238E27FC236}">
                            <a16:creationId xmlns:a16="http://schemas.microsoft.com/office/drawing/2014/main" id="{41C46107-C662-443E-AC88-CD7DE6121E56}"/>
                          </a:ext>
                        </a:extLst>
                      </p:cNvPr>
                      <p:cNvPicPr/>
                      <p:nvPr/>
                    </p:nvPicPr>
                    <p:blipFill>
                      <a:blip r:embed="rId30"/>
                      <a:stretch>
                        <a:fillRect/>
                      </a:stretch>
                    </p:blipFill>
                    <p:spPr>
                      <a:xfrm>
                        <a:off x="2118" y="2118"/>
                        <a:ext cx="2117" cy="2117"/>
                      </a:xfrm>
                      <a:prstGeom prst="rect">
                        <a:avLst/>
                      </a:prstGeom>
                    </p:spPr>
                  </p:pic>
                </p:oleObj>
              </mc:Fallback>
            </mc:AlternateContent>
          </a:graphicData>
        </a:graphic>
      </p:graphicFrame>
      <p:sp>
        <p:nvSpPr>
          <p:cNvPr id="7" name="Rechteck 6" hidden="1">
            <a:extLst>
              <a:ext uri="{FF2B5EF4-FFF2-40B4-BE49-F238E27FC236}">
                <a16:creationId xmlns:a16="http://schemas.microsoft.com/office/drawing/2014/main" id="{CE1091E9-EE26-4A4A-B78D-0F61189D084B}"/>
              </a:ext>
            </a:extLst>
          </p:cNvPr>
          <p:cNvSpPr/>
          <p:nvPr userDrawn="1">
            <p:custDataLst>
              <p:tags r:id="rId28"/>
            </p:custDataLst>
          </p:nvPr>
        </p:nvSpPr>
        <p:spPr>
          <a:xfrm>
            <a:off x="0" y="0"/>
            <a:ext cx="211667" cy="2116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de-DE" sz="3200" b="0" i="0" baseline="0">
              <a:latin typeface="EON Brix Sans Black" panose="020B0A00000000000000" pitchFamily="34" charset="0"/>
              <a:ea typeface="+mj-ea"/>
              <a:cs typeface="+mj-cs"/>
              <a:sym typeface="EON Brix Sans Black" panose="020B0A00000000000000" pitchFamily="34" charset="0"/>
            </a:endParaRPr>
          </a:p>
        </p:txBody>
      </p:sp>
      <p:sp>
        <p:nvSpPr>
          <p:cNvPr id="2" name="Titelplatzhalter 1"/>
          <p:cNvSpPr>
            <a:spLocks noGrp="1"/>
          </p:cNvSpPr>
          <p:nvPr>
            <p:ph type="title"/>
          </p:nvPr>
        </p:nvSpPr>
        <p:spPr>
          <a:xfrm>
            <a:off x="504000" y="504000"/>
            <a:ext cx="7344000" cy="960000"/>
          </a:xfrm>
          <a:prstGeom prst="rect">
            <a:avLst/>
          </a:prstGeom>
        </p:spPr>
        <p:txBody>
          <a:bodyPr vert="horz" lIns="0" tIns="0" rIns="0" bIns="0" rtlCol="0" anchor="t" anchorCtr="0">
            <a:noAutofit/>
          </a:bodyPr>
          <a:lstStyle/>
          <a:p>
            <a:r>
              <a:rPr lang="de-DE"/>
              <a:t>Titelmasterformat durch Klicken bearbeiten</a:t>
            </a:r>
          </a:p>
        </p:txBody>
      </p:sp>
      <p:sp>
        <p:nvSpPr>
          <p:cNvPr id="3" name="Textplatzhalter 2"/>
          <p:cNvSpPr>
            <a:spLocks noGrp="1"/>
          </p:cNvSpPr>
          <p:nvPr>
            <p:ph type="body" idx="1"/>
          </p:nvPr>
        </p:nvSpPr>
        <p:spPr>
          <a:xfrm>
            <a:off x="504000" y="1828800"/>
            <a:ext cx="9264000" cy="4531200"/>
          </a:xfrm>
          <a:prstGeom prst="rect">
            <a:avLst/>
          </a:prstGeom>
        </p:spPr>
        <p:txBody>
          <a:bodyPr vert="horz" lIns="0" tIns="0" rIns="0" bIns="0" rtlCol="0">
            <a:noAutofit/>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10315200" y="6216000"/>
            <a:ext cx="1008000" cy="192000"/>
          </a:xfrm>
          <a:prstGeom prst="rect">
            <a:avLst/>
          </a:prstGeom>
        </p:spPr>
        <p:txBody>
          <a:bodyPr vert="horz" lIns="0" tIns="0" rIns="0" bIns="0" rtlCol="0" anchor="t" anchorCtr="0">
            <a:noAutofit/>
          </a:bodyPr>
          <a:lstStyle>
            <a:lvl1pPr algn="r">
              <a:lnSpc>
                <a:spcPts val="1500"/>
              </a:lnSpc>
              <a:defRPr sz="1200">
                <a:solidFill>
                  <a:srgbClr val="000000"/>
                </a:solidFill>
              </a:defRPr>
            </a:lvl1pPr>
          </a:lstStyle>
          <a:p>
            <a:r>
              <a:rPr lang="de-DE"/>
              <a:t>20.03.2017</a:t>
            </a:r>
          </a:p>
        </p:txBody>
      </p:sp>
      <p:sp>
        <p:nvSpPr>
          <p:cNvPr id="5" name="Fußzeilenplatzhalter 4"/>
          <p:cNvSpPr>
            <a:spLocks noGrp="1"/>
          </p:cNvSpPr>
          <p:nvPr>
            <p:ph type="ftr" sz="quarter" idx="3"/>
          </p:nvPr>
        </p:nvSpPr>
        <p:spPr>
          <a:xfrm>
            <a:off x="9360000" y="691200"/>
            <a:ext cx="2328000" cy="408000"/>
          </a:xfrm>
          <a:prstGeom prst="rect">
            <a:avLst/>
          </a:prstGeom>
        </p:spPr>
        <p:txBody>
          <a:bodyPr vert="horz" lIns="0" tIns="0" rIns="0" bIns="0" rtlCol="0" anchor="t" anchorCtr="0">
            <a:noAutofit/>
          </a:bodyPr>
          <a:lstStyle>
            <a:lvl1pPr algn="r">
              <a:lnSpc>
                <a:spcPts val="1500"/>
              </a:lnSpc>
              <a:defRPr sz="1200">
                <a:solidFill>
                  <a:srgbClr val="000000"/>
                </a:solidFill>
                <a:latin typeface="+mj-lt"/>
              </a:defRPr>
            </a:lvl1pPr>
          </a:lstStyle>
          <a:p>
            <a:endParaRPr lang="de-DE"/>
          </a:p>
        </p:txBody>
      </p:sp>
      <p:sp>
        <p:nvSpPr>
          <p:cNvPr id="6" name="Foliennummernplatzhalter 5"/>
          <p:cNvSpPr>
            <a:spLocks noGrp="1"/>
          </p:cNvSpPr>
          <p:nvPr>
            <p:ph type="sldNum" sz="quarter" idx="4"/>
          </p:nvPr>
        </p:nvSpPr>
        <p:spPr>
          <a:xfrm>
            <a:off x="11323200" y="6216000"/>
            <a:ext cx="364800" cy="192000"/>
          </a:xfrm>
          <a:prstGeom prst="rect">
            <a:avLst/>
          </a:prstGeom>
        </p:spPr>
        <p:txBody>
          <a:bodyPr vert="horz" lIns="0" tIns="0" rIns="0" bIns="0" rtlCol="0" anchor="t" anchorCtr="0">
            <a:noAutofit/>
          </a:bodyPr>
          <a:lstStyle>
            <a:lvl1pPr algn="r">
              <a:lnSpc>
                <a:spcPts val="1500"/>
              </a:lnSpc>
              <a:defRPr sz="1200">
                <a:solidFill>
                  <a:srgbClr val="000000"/>
                </a:solidFill>
                <a:latin typeface="+mn-lt"/>
              </a:defRPr>
            </a:lvl1pPr>
          </a:lstStyle>
          <a:p>
            <a:fld id="{93C795C4-4A26-412B-AA90-98E97FF83D41}" type="slidenum">
              <a:rPr lang="de-DE" smtClean="0"/>
              <a:pPr/>
              <a:t>‹Nr.›</a:t>
            </a:fld>
            <a:endParaRPr lang="de-DE"/>
          </a:p>
        </p:txBody>
      </p:sp>
      <p:grpSp>
        <p:nvGrpSpPr>
          <p:cNvPr id="41" name="Gruppieren 20">
            <a:extLst>
              <a:ext uri="{FF2B5EF4-FFF2-40B4-BE49-F238E27FC236}">
                <a16:creationId xmlns:a16="http://schemas.microsoft.com/office/drawing/2014/main" id="{3F43E66C-02D3-4618-9883-61C2BF58CFB6}"/>
              </a:ext>
            </a:extLst>
          </p:cNvPr>
          <p:cNvGrpSpPr/>
          <p:nvPr userDrawn="1"/>
        </p:nvGrpSpPr>
        <p:grpSpPr>
          <a:xfrm>
            <a:off x="4378283" y="98592"/>
            <a:ext cx="3435435" cy="290029"/>
            <a:chOff x="8128000" y="1369259"/>
            <a:chExt cx="682646" cy="266700"/>
          </a:xfrm>
        </p:grpSpPr>
        <p:sp>
          <p:nvSpPr>
            <p:cNvPr id="42" name="Rechteck 21">
              <a:extLst>
                <a:ext uri="{FF2B5EF4-FFF2-40B4-BE49-F238E27FC236}">
                  <a16:creationId xmlns:a16="http://schemas.microsoft.com/office/drawing/2014/main" id="{5B0A0009-BEA7-491B-8DB3-16A62026207C}"/>
                </a:ext>
              </a:extLst>
            </p:cNvPr>
            <p:cNvSpPr/>
            <p:nvPr/>
          </p:nvSpPr>
          <p:spPr>
            <a:xfrm>
              <a:off x="8128000" y="1369259"/>
              <a:ext cx="682646" cy="2667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18000" rtlCol="0" anchor="ctr"/>
            <a:lstStyle/>
            <a:p>
              <a:pPr algn="ctr"/>
              <a:r>
                <a:rPr lang="de-DE" sz="1467" b="1">
                  <a:solidFill>
                    <a:schemeClr val="bg1">
                      <a:lumMod val="65000"/>
                    </a:schemeClr>
                  </a:solidFill>
                  <a:latin typeface="EON Brix Sans" panose="020B0500000000000000" pitchFamily="34" charset="0"/>
                </a:rPr>
                <a:t>Vertraulich – nur zur internen Verwendung</a:t>
              </a:r>
            </a:p>
          </p:txBody>
        </p:sp>
        <p:cxnSp>
          <p:nvCxnSpPr>
            <p:cNvPr id="43" name="Gerader Verbinder 23">
              <a:extLst>
                <a:ext uri="{FF2B5EF4-FFF2-40B4-BE49-F238E27FC236}">
                  <a16:creationId xmlns:a16="http://schemas.microsoft.com/office/drawing/2014/main" id="{EF932C8E-3D2C-43E9-BFD5-E12D1ED37DC7}"/>
                </a:ext>
              </a:extLst>
            </p:cNvPr>
            <p:cNvCxnSpPr>
              <a:cxnSpLocks/>
            </p:cNvCxnSpPr>
            <p:nvPr/>
          </p:nvCxnSpPr>
          <p:spPr>
            <a:xfrm>
              <a:off x="8128000" y="1369259"/>
              <a:ext cx="682646"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4" name="Gerader Verbinder 26">
              <a:extLst>
                <a:ext uri="{FF2B5EF4-FFF2-40B4-BE49-F238E27FC236}">
                  <a16:creationId xmlns:a16="http://schemas.microsoft.com/office/drawing/2014/main" id="{2E4CE39D-CB99-4251-AE13-C47387446406}"/>
                </a:ext>
              </a:extLst>
            </p:cNvPr>
            <p:cNvCxnSpPr>
              <a:cxnSpLocks/>
            </p:cNvCxnSpPr>
            <p:nvPr/>
          </p:nvCxnSpPr>
          <p:spPr>
            <a:xfrm>
              <a:off x="8128000" y="1620918"/>
              <a:ext cx="682646"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699671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726" r:id="rId5"/>
    <p:sldLayoutId id="2147483727"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Lst>
  <p:hf hdr="0" ftr="0"/>
  <p:txStyles>
    <p:titleStyle>
      <a:lvl1pPr algn="l" defTabSz="1219170" rtl="0" eaLnBrk="1" latinLnBrk="0" hangingPunct="1">
        <a:lnSpc>
          <a:spcPts val="3333"/>
        </a:lnSpc>
        <a:spcBef>
          <a:spcPct val="0"/>
        </a:spcBef>
        <a:buNone/>
        <a:defRPr sz="3200" kern="100" baseline="0">
          <a:solidFill>
            <a:srgbClr val="EA1C0A"/>
          </a:solidFill>
          <a:latin typeface="+mj-lt"/>
          <a:ea typeface="+mj-ea"/>
          <a:cs typeface="+mj-cs"/>
        </a:defRPr>
      </a:lvl1pPr>
    </p:titleStyle>
    <p:bodyStyle>
      <a:lvl1pPr marL="0" indent="0" algn="l" defTabSz="1219170" rtl="0" eaLnBrk="1" latinLnBrk="0" hangingPunct="1">
        <a:lnSpc>
          <a:spcPts val="2333"/>
        </a:lnSpc>
        <a:spcBef>
          <a:spcPts val="0"/>
        </a:spcBef>
        <a:spcAft>
          <a:spcPts val="800"/>
        </a:spcAft>
        <a:buFont typeface="Arial" panose="020B0604020202020204" pitchFamily="34" charset="0"/>
        <a:buNone/>
        <a:defRPr sz="1867" kern="100" baseline="0">
          <a:solidFill>
            <a:schemeClr val="tx1"/>
          </a:solidFill>
          <a:latin typeface="+mn-lt"/>
          <a:ea typeface="+mn-ea"/>
          <a:cs typeface="+mn-cs"/>
        </a:defRPr>
      </a:lvl1pPr>
      <a:lvl2pPr marL="239178" indent="-239177" algn="l" defTabSz="1219170" rtl="0" eaLnBrk="1" latinLnBrk="0" hangingPunct="1">
        <a:lnSpc>
          <a:spcPts val="2333"/>
        </a:lnSpc>
        <a:spcBef>
          <a:spcPts val="0"/>
        </a:spcBef>
        <a:spcAft>
          <a:spcPts val="800"/>
        </a:spcAft>
        <a:buClr>
          <a:srgbClr val="EA1C0A"/>
        </a:buClr>
        <a:buFont typeface="EON Brix Sans" panose="020B0500000000000000" pitchFamily="34" charset="0"/>
        <a:buChar char="•"/>
        <a:defRPr sz="1867" kern="100" baseline="0">
          <a:solidFill>
            <a:schemeClr val="tx1"/>
          </a:solidFill>
          <a:latin typeface="+mn-lt"/>
          <a:ea typeface="+mn-ea"/>
          <a:cs typeface="+mn-cs"/>
        </a:defRPr>
      </a:lvl2pPr>
      <a:lvl3pPr marL="478355" indent="-239178" algn="l" defTabSz="1219170" rtl="0" eaLnBrk="1" latinLnBrk="0" hangingPunct="1">
        <a:lnSpc>
          <a:spcPts val="2333"/>
        </a:lnSpc>
        <a:spcBef>
          <a:spcPts val="0"/>
        </a:spcBef>
        <a:spcAft>
          <a:spcPts val="800"/>
        </a:spcAft>
        <a:buFont typeface="Arial" panose="020B0604020202020204" pitchFamily="34" charset="0"/>
        <a:buChar char="•"/>
        <a:defRPr sz="1867" kern="100" baseline="0">
          <a:solidFill>
            <a:schemeClr val="tx1"/>
          </a:solidFill>
          <a:latin typeface="+mn-lt"/>
          <a:ea typeface="+mn-ea"/>
          <a:cs typeface="+mn-cs"/>
        </a:defRPr>
      </a:lvl3pPr>
      <a:lvl4pPr marL="717533" indent="-239177" algn="l" defTabSz="1219170" rtl="0" eaLnBrk="1" latinLnBrk="0" hangingPunct="1">
        <a:lnSpc>
          <a:spcPts val="2333"/>
        </a:lnSpc>
        <a:spcBef>
          <a:spcPts val="0"/>
        </a:spcBef>
        <a:spcAft>
          <a:spcPts val="800"/>
        </a:spcAft>
        <a:buFont typeface="Arial" panose="020B0604020202020204" pitchFamily="34" charset="0"/>
        <a:buChar char="–"/>
        <a:defRPr sz="1867" kern="100" baseline="0">
          <a:solidFill>
            <a:schemeClr val="tx1"/>
          </a:solidFill>
          <a:latin typeface="+mn-lt"/>
          <a:ea typeface="+mn-ea"/>
          <a:cs typeface="+mn-cs"/>
        </a:defRPr>
      </a:lvl4pPr>
      <a:lvl5pPr marL="956709" indent="-239178" algn="l" defTabSz="1219170" rtl="0" eaLnBrk="1" latinLnBrk="0" hangingPunct="1">
        <a:lnSpc>
          <a:spcPts val="2333"/>
        </a:lnSpc>
        <a:spcBef>
          <a:spcPts val="0"/>
        </a:spcBef>
        <a:spcAft>
          <a:spcPts val="800"/>
        </a:spcAft>
        <a:buFont typeface="Symbol" panose="05050102010706020507" pitchFamily="18" charset="2"/>
        <a:buChar char="-"/>
        <a:defRPr sz="1867" kern="100" baseline="0">
          <a:solidFill>
            <a:schemeClr val="tx1"/>
          </a:solidFill>
          <a:latin typeface="+mn-lt"/>
          <a:ea typeface="+mn-ea"/>
          <a:cs typeface="+mn-cs"/>
        </a:defRPr>
      </a:lvl5pPr>
      <a:lvl6pPr marL="335271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9pPr>
    </p:bodyStyle>
    <p:otherStyle>
      <a:defPPr>
        <a:defRPr lang="de-DE"/>
      </a:defPPr>
      <a:lvl1pPr marL="0" algn="l" defTabSz="1219170" rtl="0" eaLnBrk="1" latinLnBrk="0" hangingPunct="1">
        <a:defRPr sz="1867" kern="1200">
          <a:solidFill>
            <a:schemeClr val="tx1"/>
          </a:solidFill>
          <a:latin typeface="+mn-lt"/>
          <a:ea typeface="+mn-ea"/>
          <a:cs typeface="+mn-cs"/>
        </a:defRPr>
      </a:lvl1pPr>
      <a:lvl2pPr marL="609585" algn="l" defTabSz="1219170" rtl="0" eaLnBrk="1" latinLnBrk="0" hangingPunct="1">
        <a:defRPr sz="1867" kern="1200">
          <a:solidFill>
            <a:schemeClr val="tx1"/>
          </a:solidFill>
          <a:latin typeface="+mn-lt"/>
          <a:ea typeface="+mn-ea"/>
          <a:cs typeface="+mn-cs"/>
        </a:defRPr>
      </a:lvl2pPr>
      <a:lvl3pPr marL="1219170" algn="l" defTabSz="1219170" rtl="0" eaLnBrk="1" latinLnBrk="0" hangingPunct="1">
        <a:defRPr sz="1867" kern="1200">
          <a:solidFill>
            <a:schemeClr val="tx1"/>
          </a:solidFill>
          <a:latin typeface="+mn-lt"/>
          <a:ea typeface="+mn-ea"/>
          <a:cs typeface="+mn-cs"/>
        </a:defRPr>
      </a:lvl3pPr>
      <a:lvl4pPr marL="1828754" algn="l" defTabSz="1219170" rtl="0" eaLnBrk="1" latinLnBrk="0" hangingPunct="1">
        <a:defRPr sz="1867" kern="1200">
          <a:solidFill>
            <a:schemeClr val="tx1"/>
          </a:solidFill>
          <a:latin typeface="+mn-lt"/>
          <a:ea typeface="+mn-ea"/>
          <a:cs typeface="+mn-cs"/>
        </a:defRPr>
      </a:lvl4pPr>
      <a:lvl5pPr marL="2438339" algn="l" defTabSz="1219170" rtl="0" eaLnBrk="1" latinLnBrk="0" hangingPunct="1">
        <a:defRPr sz="1867" kern="1200">
          <a:solidFill>
            <a:schemeClr val="tx1"/>
          </a:solidFill>
          <a:latin typeface="+mn-lt"/>
          <a:ea typeface="+mn-ea"/>
          <a:cs typeface="+mn-cs"/>
        </a:defRPr>
      </a:lvl5pPr>
      <a:lvl6pPr marL="3047924" algn="l" defTabSz="1219170" rtl="0" eaLnBrk="1" latinLnBrk="0" hangingPunct="1">
        <a:defRPr sz="1867" kern="1200">
          <a:solidFill>
            <a:schemeClr val="tx1"/>
          </a:solidFill>
          <a:latin typeface="+mn-lt"/>
          <a:ea typeface="+mn-ea"/>
          <a:cs typeface="+mn-cs"/>
        </a:defRPr>
      </a:lvl6pPr>
      <a:lvl7pPr marL="3657509" algn="l" defTabSz="1219170" rtl="0" eaLnBrk="1" latinLnBrk="0" hangingPunct="1">
        <a:defRPr sz="1867" kern="1200">
          <a:solidFill>
            <a:schemeClr val="tx1"/>
          </a:solidFill>
          <a:latin typeface="+mn-lt"/>
          <a:ea typeface="+mn-ea"/>
          <a:cs typeface="+mn-cs"/>
        </a:defRPr>
      </a:lvl7pPr>
      <a:lvl8pPr marL="4267093" algn="l" defTabSz="1219170" rtl="0" eaLnBrk="1" latinLnBrk="0" hangingPunct="1">
        <a:defRPr sz="1867" kern="1200">
          <a:solidFill>
            <a:schemeClr val="tx1"/>
          </a:solidFill>
          <a:latin typeface="+mn-lt"/>
          <a:ea typeface="+mn-ea"/>
          <a:cs typeface="+mn-cs"/>
        </a:defRPr>
      </a:lvl8pPr>
      <a:lvl9pPr marL="4876678" algn="l" defTabSz="1219170" rtl="0" eaLnBrk="1" latinLnBrk="0" hangingPunct="1">
        <a:defRPr sz="1867"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BCE6AEC0-F21D-593A-F0AD-46DE3BFC683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platzhalter 2">
            <a:extLst>
              <a:ext uri="{FF2B5EF4-FFF2-40B4-BE49-F238E27FC236}">
                <a16:creationId xmlns:a16="http://schemas.microsoft.com/office/drawing/2014/main" id="{3D5991AA-7608-0D42-280C-D4FD94CDA19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CBEA5059-FF50-CE37-0D7D-3BBE6E802C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6F06B5-FD65-46B9-9D3A-99231A382F68}" type="datetimeFigureOut">
              <a:rPr lang="en-US" smtClean="0"/>
              <a:t>5/30/2026</a:t>
            </a:fld>
            <a:endParaRPr lang="en-US"/>
          </a:p>
        </p:txBody>
      </p:sp>
      <p:sp>
        <p:nvSpPr>
          <p:cNvPr id="5" name="Fußzeilenplatzhalter 4">
            <a:extLst>
              <a:ext uri="{FF2B5EF4-FFF2-40B4-BE49-F238E27FC236}">
                <a16:creationId xmlns:a16="http://schemas.microsoft.com/office/drawing/2014/main" id="{7FACC92C-DFEF-E612-428E-323DBDBFE1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Foliennummernplatzhalter 5">
            <a:extLst>
              <a:ext uri="{FF2B5EF4-FFF2-40B4-BE49-F238E27FC236}">
                <a16:creationId xmlns:a16="http://schemas.microsoft.com/office/drawing/2014/main" id="{2204DB0C-6CDC-DA25-F538-F6C5AEF31A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88B82BA-E438-4EB8-BDDD-511404FD82EC}" type="slidenum">
              <a:rPr lang="en-US" smtClean="0"/>
              <a:t>‹Nr.›</a:t>
            </a:fld>
            <a:endParaRPr lang="en-US"/>
          </a:p>
        </p:txBody>
      </p:sp>
    </p:spTree>
    <p:extLst>
      <p:ext uri="{BB962C8B-B14F-4D97-AF65-F5344CB8AC3E}">
        <p14:creationId xmlns:p14="http://schemas.microsoft.com/office/powerpoint/2010/main" val="547735300"/>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A1BC040B-4DAC-43A7-A0EE-CF5DF4146B9B}"/>
              </a:ext>
            </a:extLst>
          </p:cNvPr>
          <p:cNvGraphicFramePr>
            <a:graphicFrameLocks noChangeAspect="1"/>
          </p:cNvGraphicFramePr>
          <p:nvPr userDrawn="1">
            <p:custDataLst>
              <p:tags r:id="rId35"/>
            </p:custDataLst>
            <p:extLst>
              <p:ext uri="{D42A27DB-BD31-4B8C-83A1-F6EECF244321}">
                <p14:modId xmlns:p14="http://schemas.microsoft.com/office/powerpoint/2010/main" val="1782167754"/>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36" imgW="344" imgH="345" progId="TCLayout.ActiveDocument.1">
                  <p:embed/>
                </p:oleObj>
              </mc:Choice>
              <mc:Fallback>
                <p:oleObj name="think-cell Folie" r:id="rId36" imgW="344" imgH="345" progId="TCLayout.ActiveDocument.1">
                  <p:embed/>
                  <p:pic>
                    <p:nvPicPr>
                      <p:cNvPr id="7" name="Objekt 6" hidden="1">
                        <a:extLst>
                          <a:ext uri="{FF2B5EF4-FFF2-40B4-BE49-F238E27FC236}">
                            <a16:creationId xmlns:a16="http://schemas.microsoft.com/office/drawing/2014/main" id="{A1BC040B-4DAC-43A7-A0EE-CF5DF4146B9B}"/>
                          </a:ext>
                        </a:extLst>
                      </p:cNvPr>
                      <p:cNvPicPr/>
                      <p:nvPr/>
                    </p:nvPicPr>
                    <p:blipFill>
                      <a:blip r:embed="rId37"/>
                      <a:stretch>
                        <a:fillRect/>
                      </a:stretch>
                    </p:blipFill>
                    <p:spPr>
                      <a:xfrm>
                        <a:off x="2118" y="2118"/>
                        <a:ext cx="2117" cy="2117"/>
                      </a:xfrm>
                      <a:prstGeom prst="rect">
                        <a:avLst/>
                      </a:prstGeom>
                    </p:spPr>
                  </p:pic>
                </p:oleObj>
              </mc:Fallback>
            </mc:AlternateContent>
          </a:graphicData>
        </a:graphic>
      </p:graphicFrame>
      <p:sp>
        <p:nvSpPr>
          <p:cNvPr id="2" name="Titelplatzhalter 1"/>
          <p:cNvSpPr>
            <a:spLocks noGrp="1"/>
          </p:cNvSpPr>
          <p:nvPr>
            <p:ph type="title"/>
          </p:nvPr>
        </p:nvSpPr>
        <p:spPr bwMode="gray">
          <a:xfrm>
            <a:off x="767408" y="708639"/>
            <a:ext cx="9120000" cy="480132"/>
          </a:xfrm>
          <a:prstGeom prst="rect">
            <a:avLst/>
          </a:prstGeom>
        </p:spPr>
        <p:txBody>
          <a:bodyPr vert="horz" wrap="square" lIns="0" tIns="0" rIns="0" bIns="0" rtlCol="0" anchor="t" anchorCtr="0">
            <a:spAutoFit/>
          </a:bodyPr>
          <a:lstStyle/>
          <a:p>
            <a:endParaRPr lang="de-DE" noProof="0" dirty="0"/>
          </a:p>
        </p:txBody>
      </p:sp>
      <p:sp>
        <p:nvSpPr>
          <p:cNvPr id="3" name="Textplatzhalter 2"/>
          <p:cNvSpPr>
            <a:spLocks noGrp="1"/>
          </p:cNvSpPr>
          <p:nvPr>
            <p:ph type="body" idx="1"/>
          </p:nvPr>
        </p:nvSpPr>
        <p:spPr bwMode="gray">
          <a:xfrm>
            <a:off x="767409" y="1871349"/>
            <a:ext cx="9890009" cy="4293967"/>
          </a:xfrm>
          <a:prstGeom prst="rect">
            <a:avLst/>
          </a:prstGeom>
        </p:spPr>
        <p:txBody>
          <a:bodyPr vert="horz" wrap="square" lIns="0" tIns="0" rIns="0" bIns="0" rtlCol="0">
            <a:noAutofit/>
          </a:bodyPr>
          <a:lstStyle/>
          <a:p>
            <a:pPr lvl="0"/>
            <a:r>
              <a:rPr lang="de-DE" noProof="0" dirty="0"/>
              <a:t>Text durch klicken bearbeiten</a:t>
            </a:r>
          </a:p>
          <a:p>
            <a:pPr lvl="1"/>
            <a:r>
              <a:rPr lang="de-DE" noProof="0" dirty="0"/>
              <a:t>Vierte Ebene</a:t>
            </a:r>
          </a:p>
          <a:p>
            <a:pPr lvl="2"/>
            <a:r>
              <a:rPr lang="de-DE" noProof="0" dirty="0"/>
              <a:t>Fünfte Ebene</a:t>
            </a:r>
          </a:p>
          <a:p>
            <a:pPr lvl="3"/>
            <a:r>
              <a:rPr lang="de-DE" noProof="0" dirty="0"/>
              <a:t>Erste Ebene</a:t>
            </a:r>
          </a:p>
          <a:p>
            <a:pPr lvl="4"/>
            <a:r>
              <a:rPr lang="de-DE" noProof="0" dirty="0"/>
              <a:t>Zweite Ebene</a:t>
            </a:r>
          </a:p>
        </p:txBody>
      </p:sp>
      <p:sp>
        <p:nvSpPr>
          <p:cNvPr id="5" name="Fußzeilenplatzhalter 4"/>
          <p:cNvSpPr>
            <a:spLocks noGrp="1"/>
          </p:cNvSpPr>
          <p:nvPr>
            <p:ph type="ftr" sz="quarter" idx="3"/>
          </p:nvPr>
        </p:nvSpPr>
        <p:spPr bwMode="gray">
          <a:xfrm>
            <a:off x="767408" y="6324058"/>
            <a:ext cx="8640000" cy="164148"/>
          </a:xfrm>
          <a:prstGeom prst="rect">
            <a:avLst/>
          </a:prstGeom>
        </p:spPr>
        <p:txBody>
          <a:bodyPr vert="horz" lIns="0" tIns="0" rIns="0" bIns="0" rtlCol="0" anchor="ctr">
            <a:spAutoFit/>
          </a:bodyPr>
          <a:lstStyle>
            <a:lvl1pPr algn="l">
              <a:defRPr sz="1067" b="0">
                <a:solidFill>
                  <a:schemeClr val="tx1"/>
                </a:solidFill>
              </a:defRPr>
            </a:lvl1pPr>
          </a:lstStyle>
          <a:p>
            <a:r>
              <a:rPr lang="de-DE" noProof="0" dirty="0"/>
              <a:t>Westnetz GmbH · Name · TT Monat JJJJ</a:t>
            </a:r>
          </a:p>
        </p:txBody>
      </p:sp>
      <p:sp>
        <p:nvSpPr>
          <p:cNvPr id="6" name="Foliennummernplatzhalter 5"/>
          <p:cNvSpPr>
            <a:spLocks noGrp="1"/>
          </p:cNvSpPr>
          <p:nvPr>
            <p:ph type="sldNum" sz="quarter" idx="4"/>
          </p:nvPr>
        </p:nvSpPr>
        <p:spPr bwMode="gray">
          <a:xfrm>
            <a:off x="9776354" y="6324058"/>
            <a:ext cx="785047" cy="164148"/>
          </a:xfrm>
          <a:prstGeom prst="rect">
            <a:avLst/>
          </a:prstGeom>
        </p:spPr>
        <p:txBody>
          <a:bodyPr vert="horz" wrap="square" lIns="0" tIns="0" rIns="0" bIns="0" rtlCol="0" anchor="ctr">
            <a:spAutoFit/>
          </a:bodyPr>
          <a:lstStyle>
            <a:lvl1pPr algn="r">
              <a:defRPr sz="1067">
                <a:solidFill>
                  <a:schemeClr val="tx1"/>
                </a:solidFill>
              </a:defRPr>
            </a:lvl1pPr>
          </a:lstStyle>
          <a:p>
            <a:fld id="{F05F51B1-EF07-4A0A-8ED6-43388CBBB34F}" type="slidenum">
              <a:rPr lang="de-DE" noProof="0" smtClean="0"/>
              <a:pPr/>
              <a:t>‹Nr.›</a:t>
            </a:fld>
            <a:endParaRPr lang="de-DE" noProof="0" dirty="0"/>
          </a:p>
        </p:txBody>
      </p:sp>
      <p:grpSp>
        <p:nvGrpSpPr>
          <p:cNvPr id="21" name="Gruppieren 20"/>
          <p:cNvGrpSpPr/>
          <p:nvPr/>
        </p:nvGrpSpPr>
        <p:grpSpPr>
          <a:xfrm>
            <a:off x="767408" y="-166621"/>
            <a:ext cx="9889099" cy="144000"/>
            <a:chOff x="575556" y="-124966"/>
            <a:chExt cx="7416824" cy="108000"/>
          </a:xfrm>
        </p:grpSpPr>
        <p:sp>
          <p:nvSpPr>
            <p:cNvPr id="4" name="Freihandform 3"/>
            <p:cNvSpPr/>
            <p:nvPr userDrawn="1"/>
          </p:nvSpPr>
          <p:spPr>
            <a:xfrm>
              <a:off x="575556"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10" name="Freihandform 9"/>
            <p:cNvSpPr/>
            <p:nvPr userDrawn="1"/>
          </p:nvSpPr>
          <p:spPr>
            <a:xfrm>
              <a:off x="4139952"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11" name="Freihandform 10"/>
            <p:cNvSpPr/>
            <p:nvPr userDrawn="1"/>
          </p:nvSpPr>
          <p:spPr>
            <a:xfrm>
              <a:off x="4427984"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sp>
          <p:nvSpPr>
            <p:cNvPr id="12" name="Freihandform 11"/>
            <p:cNvSpPr/>
            <p:nvPr userDrawn="1"/>
          </p:nvSpPr>
          <p:spPr>
            <a:xfrm>
              <a:off x="7992380" y="-1249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dirty="0"/>
            </a:p>
          </p:txBody>
        </p:sp>
      </p:grpSp>
      <p:grpSp>
        <p:nvGrpSpPr>
          <p:cNvPr id="45" name="Gruppieren 44"/>
          <p:cNvGrpSpPr/>
          <p:nvPr/>
        </p:nvGrpSpPr>
        <p:grpSpPr>
          <a:xfrm>
            <a:off x="767408" y="6880621"/>
            <a:ext cx="9889099" cy="144000"/>
            <a:chOff x="575556" y="5160466"/>
            <a:chExt cx="7416824" cy="108000"/>
          </a:xfrm>
        </p:grpSpPr>
        <p:sp>
          <p:nvSpPr>
            <p:cNvPr id="15" name="Freihandform 14"/>
            <p:cNvSpPr/>
            <p:nvPr userDrawn="1"/>
          </p:nvSpPr>
          <p:spPr bwMode="gray">
            <a:xfrm>
              <a:off x="575556"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17" name="Freihandform 16"/>
            <p:cNvSpPr/>
            <p:nvPr userDrawn="1"/>
          </p:nvSpPr>
          <p:spPr bwMode="gray">
            <a:xfrm>
              <a:off x="4139952"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18" name="Freihandform 17"/>
            <p:cNvSpPr/>
            <p:nvPr userDrawn="1"/>
          </p:nvSpPr>
          <p:spPr bwMode="gray">
            <a:xfrm>
              <a:off x="4427984"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19" name="Freihandform 18"/>
            <p:cNvSpPr/>
            <p:nvPr userDrawn="1"/>
          </p:nvSpPr>
          <p:spPr bwMode="gray">
            <a:xfrm>
              <a:off x="7992380" y="5160466"/>
              <a:ext cx="0" cy="108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22" name="Gruppieren 21"/>
          <p:cNvGrpSpPr/>
          <p:nvPr/>
        </p:nvGrpSpPr>
        <p:grpSpPr>
          <a:xfrm>
            <a:off x="-221271" y="1930675"/>
            <a:ext cx="192000" cy="4234640"/>
            <a:chOff x="-165953" y="1448006"/>
            <a:chExt cx="144000" cy="3175980"/>
          </a:xfrm>
        </p:grpSpPr>
        <p:sp>
          <p:nvSpPr>
            <p:cNvPr id="23" name="Freihandform 22"/>
            <p:cNvSpPr/>
            <p:nvPr/>
          </p:nvSpPr>
          <p:spPr bwMode="gray">
            <a:xfrm rot="16200000">
              <a:off x="-93953" y="455198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24" name="Freihandform 23"/>
            <p:cNvSpPr/>
            <p:nvPr/>
          </p:nvSpPr>
          <p:spPr bwMode="gray">
            <a:xfrm rot="16200000">
              <a:off x="-93953" y="1376006"/>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grpSp>
        <p:nvGrpSpPr>
          <p:cNvPr id="20" name="Gruppieren 19"/>
          <p:cNvGrpSpPr/>
          <p:nvPr/>
        </p:nvGrpSpPr>
        <p:grpSpPr>
          <a:xfrm>
            <a:off x="12221656" y="1940836"/>
            <a:ext cx="192000" cy="4229040"/>
            <a:chOff x="9166242" y="1455627"/>
            <a:chExt cx="144000" cy="3171780"/>
          </a:xfrm>
        </p:grpSpPr>
        <p:sp>
          <p:nvSpPr>
            <p:cNvPr id="26" name="Freihandform 25"/>
            <p:cNvSpPr/>
            <p:nvPr userDrawn="1"/>
          </p:nvSpPr>
          <p:spPr>
            <a:xfrm rot="16200000">
              <a:off x="9238242" y="455540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sp>
          <p:nvSpPr>
            <p:cNvPr id="48" name="Freihandform 47"/>
            <p:cNvSpPr/>
            <p:nvPr userDrawn="1"/>
          </p:nvSpPr>
          <p:spPr>
            <a:xfrm rot="16200000">
              <a:off x="9238242" y="1383627"/>
              <a:ext cx="0" cy="144000"/>
            </a:xfrm>
            <a:custGeom>
              <a:avLst/>
              <a:gdLst>
                <a:gd name="connsiteX0" fmla="*/ 0 w 0"/>
                <a:gd name="connsiteY0" fmla="*/ 0 h 293299"/>
                <a:gd name="connsiteX1" fmla="*/ 0 w 0"/>
                <a:gd name="connsiteY1" fmla="*/ 293299 h 293299"/>
              </a:gdLst>
              <a:ahLst/>
              <a:cxnLst>
                <a:cxn ang="0">
                  <a:pos x="connsiteX0" y="connsiteY0"/>
                </a:cxn>
                <a:cxn ang="0">
                  <a:pos x="connsiteX1" y="connsiteY1"/>
                </a:cxn>
              </a:cxnLst>
              <a:rect l="l" t="t" r="r" b="b"/>
              <a:pathLst>
                <a:path h="293299">
                  <a:moveTo>
                    <a:pt x="0" y="0"/>
                  </a:moveTo>
                  <a:lnTo>
                    <a:pt x="0" y="293299"/>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400" noProof="0" dirty="0"/>
            </a:p>
          </p:txBody>
        </p:sp>
      </p:grpSp>
      <p:pic>
        <p:nvPicPr>
          <p:cNvPr id="27" name="Grafik 26">
            <a:extLst>
              <a:ext uri="{FF2B5EF4-FFF2-40B4-BE49-F238E27FC236}">
                <a16:creationId xmlns:a16="http://schemas.microsoft.com/office/drawing/2014/main" id="{CBD1BD74-6C52-49D2-AB07-A369E43D4A5A}"/>
              </a:ext>
            </a:extLst>
          </p:cNvPr>
          <p:cNvPicPr>
            <a:picLocks noChangeAspect="1"/>
          </p:cNvPicPr>
          <p:nvPr userDrawn="1"/>
        </p:nvPicPr>
        <p:blipFill>
          <a:blip r:embed="rId38"/>
          <a:stretch>
            <a:fillRect/>
          </a:stretch>
        </p:blipFill>
        <p:spPr bwMode="black">
          <a:xfrm>
            <a:off x="10780800" y="364590"/>
            <a:ext cx="1147200" cy="200903"/>
          </a:xfrm>
          <a:prstGeom prst="rect">
            <a:avLst/>
          </a:prstGeom>
        </p:spPr>
      </p:pic>
      <p:pic>
        <p:nvPicPr>
          <p:cNvPr id="29" name="Grafik 28">
            <a:extLst>
              <a:ext uri="{FF2B5EF4-FFF2-40B4-BE49-F238E27FC236}">
                <a16:creationId xmlns:a16="http://schemas.microsoft.com/office/drawing/2014/main" id="{1F8B5DA6-98CE-483A-9E16-DFF6417869FA}"/>
              </a:ext>
            </a:extLst>
          </p:cNvPr>
          <p:cNvPicPr>
            <a:picLocks noChangeAspect="1"/>
          </p:cNvPicPr>
          <p:nvPr userDrawn="1"/>
        </p:nvPicPr>
        <p:blipFill>
          <a:blip r:embed="rId39"/>
          <a:stretch>
            <a:fillRect/>
          </a:stretch>
        </p:blipFill>
        <p:spPr bwMode="black">
          <a:xfrm>
            <a:off x="10778772" y="6280361"/>
            <a:ext cx="1149227" cy="212296"/>
          </a:xfrm>
          <a:prstGeom prst="rect">
            <a:avLst/>
          </a:prstGeom>
        </p:spPr>
      </p:pic>
    </p:spTree>
    <p:extLst>
      <p:ext uri="{BB962C8B-B14F-4D97-AF65-F5344CB8AC3E}">
        <p14:creationId xmlns:p14="http://schemas.microsoft.com/office/powerpoint/2010/main" val="1764762093"/>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 id="2147483697" r:id="rId12"/>
    <p:sldLayoutId id="2147483698" r:id="rId13"/>
    <p:sldLayoutId id="2147483699" r:id="rId14"/>
    <p:sldLayoutId id="2147483700" r:id="rId15"/>
    <p:sldLayoutId id="2147483701" r:id="rId16"/>
    <p:sldLayoutId id="2147483702" r:id="rId17"/>
    <p:sldLayoutId id="2147483703" r:id="rId18"/>
    <p:sldLayoutId id="2147483704" r:id="rId19"/>
    <p:sldLayoutId id="2147483705" r:id="rId20"/>
    <p:sldLayoutId id="2147483706" r:id="rId21"/>
    <p:sldLayoutId id="2147483707" r:id="rId22"/>
    <p:sldLayoutId id="2147483708" r:id="rId23"/>
    <p:sldLayoutId id="2147483709" r:id="rId24"/>
    <p:sldLayoutId id="2147483710" r:id="rId25"/>
    <p:sldLayoutId id="2147483711" r:id="rId26"/>
    <p:sldLayoutId id="2147483712" r:id="rId27"/>
    <p:sldLayoutId id="2147483713" r:id="rId28"/>
    <p:sldLayoutId id="2147483714" r:id="rId29"/>
    <p:sldLayoutId id="2147483715" r:id="rId30"/>
    <p:sldLayoutId id="2147483716" r:id="rId31"/>
    <p:sldLayoutId id="2147483717" r:id="rId32"/>
    <p:sldLayoutId id="2147483718" r:id="rId33"/>
  </p:sldLayoutIdLst>
  <p:hf hdr="0" dt="0"/>
  <p:txStyles>
    <p:titleStyle>
      <a:lvl1pPr algn="l" defTabSz="1219170" rtl="0" eaLnBrk="1" latinLnBrk="0" hangingPunct="1">
        <a:lnSpc>
          <a:spcPct val="90000"/>
        </a:lnSpc>
        <a:spcBef>
          <a:spcPct val="0"/>
        </a:spcBef>
        <a:buNone/>
        <a:defRPr sz="3467" kern="1200">
          <a:solidFill>
            <a:schemeClr val="tx1"/>
          </a:solidFill>
          <a:latin typeface="+mj-lt"/>
          <a:ea typeface="+mj-ea"/>
          <a:cs typeface="+mj-cs"/>
        </a:defRPr>
      </a:lvl1pPr>
    </p:titleStyle>
    <p:bodyStyle>
      <a:lvl1pPr marL="239178" indent="-239178" algn="l" defTabSz="1219170" rtl="0" eaLnBrk="1" latinLnBrk="0" hangingPunct="1">
        <a:spcBef>
          <a:spcPts val="400"/>
        </a:spcBef>
        <a:buFont typeface="Arial" pitchFamily="34" charset="0"/>
        <a:buChar char="•"/>
        <a:defRPr sz="2133" kern="1200" baseline="0">
          <a:solidFill>
            <a:schemeClr val="tx1"/>
          </a:solidFill>
          <a:latin typeface="+mn-lt"/>
          <a:ea typeface="+mn-ea"/>
          <a:cs typeface="+mn-cs"/>
        </a:defRPr>
      </a:lvl1pPr>
      <a:lvl2pPr marL="480472" indent="-241294" algn="l" defTabSz="1219170" rtl="0" eaLnBrk="1" latinLnBrk="0" hangingPunct="1">
        <a:spcBef>
          <a:spcPts val="267"/>
        </a:spcBef>
        <a:buFont typeface="Symbol" panose="05050102010706020507" pitchFamily="18" charset="2"/>
        <a:buChar char="-"/>
        <a:defRPr sz="2133" kern="1200">
          <a:solidFill>
            <a:schemeClr val="tx1"/>
          </a:solidFill>
          <a:latin typeface="+mn-lt"/>
          <a:ea typeface="+mn-ea"/>
          <a:cs typeface="+mn-cs"/>
        </a:defRPr>
      </a:lvl2pPr>
      <a:lvl3pPr marL="717533" indent="-239994" algn="l" defTabSz="1219170" rtl="0" eaLnBrk="1" latinLnBrk="0" hangingPunct="1">
        <a:spcBef>
          <a:spcPts val="267"/>
        </a:spcBef>
        <a:buFont typeface="Arial" pitchFamily="34" charset="0"/>
        <a:buChar char="•"/>
        <a:defRPr sz="2133" kern="1200">
          <a:solidFill>
            <a:schemeClr val="tx1"/>
          </a:solidFill>
          <a:latin typeface="+mn-lt"/>
          <a:ea typeface="+mn-ea"/>
          <a:cs typeface="+mn-cs"/>
        </a:defRPr>
      </a:lvl3pPr>
      <a:lvl4pPr marL="0" indent="0" algn="l" defTabSz="1219170" rtl="0" eaLnBrk="1" latinLnBrk="0" hangingPunct="1">
        <a:spcBef>
          <a:spcPts val="1333"/>
        </a:spcBef>
        <a:buFont typeface="Arial" pitchFamily="34" charset="0"/>
        <a:buNone/>
        <a:defRPr sz="2133" b="1" kern="1200">
          <a:solidFill>
            <a:schemeClr val="tx1"/>
          </a:solidFill>
          <a:latin typeface="+mn-lt"/>
          <a:ea typeface="+mn-ea"/>
          <a:cs typeface="+mn-cs"/>
        </a:defRPr>
      </a:lvl4pPr>
      <a:lvl5pPr marL="0" indent="0" algn="l" defTabSz="1219170" rtl="0" eaLnBrk="1" latinLnBrk="0" hangingPunct="1">
        <a:spcBef>
          <a:spcPts val="800"/>
        </a:spcBef>
        <a:buFont typeface="Arial" pitchFamily="34" charset="0"/>
        <a:buNone/>
        <a:defRPr sz="2133"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de-DE"/>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17">
          <p15:clr>
            <a:srgbClr val="F26B43"/>
          </p15:clr>
        </p15:guide>
        <p15:guide id="2" pos="363">
          <p15:clr>
            <a:srgbClr val="F26B43"/>
          </p15:clr>
        </p15:guide>
        <p15:guide id="3" pos="5035">
          <p15:clr>
            <a:srgbClr val="F26B43"/>
          </p15:clr>
        </p15:guide>
        <p15:guide id="4" orient="horz" pos="3952">
          <p15:clr>
            <a:srgbClr val="F26B43"/>
          </p15:clr>
        </p15:guide>
        <p15:guide id="5" pos="2608">
          <p15:clr>
            <a:srgbClr val="F26B43"/>
          </p15:clr>
        </p15:guide>
        <p15:guide id="6" pos="2789">
          <p15:clr>
            <a:srgbClr val="F26B43"/>
          </p15:clr>
        </p15:guide>
        <p15:guide id="7" orient="horz" pos="291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image" Target="../media/image11.emf"/><Relationship Id="rId5" Type="http://schemas.openxmlformats.org/officeDocument/2006/relationships/oleObject" Target="../embeddings/oleObject13.bin"/><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DDF21048-A5F0-4308-8D35-BF8C25765C06}"/>
              </a:ext>
            </a:extLst>
          </p:cNvPr>
          <p:cNvGraphicFramePr>
            <a:graphicFrameLocks noChangeAspect="1"/>
          </p:cNvGraphicFramePr>
          <p:nvPr>
            <p:custDataLst>
              <p:tags r:id="rId1"/>
            </p:custData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name="think-cell Folie" r:id="rId5" imgW="301" imgH="298" progId="TCLayout.ActiveDocument.1">
                  <p:embed/>
                </p:oleObj>
              </mc:Choice>
              <mc:Fallback>
                <p:oleObj name="think-cell Folie" r:id="rId5" imgW="301" imgH="298" progId="TCLayout.ActiveDocument.1">
                  <p:embed/>
                  <p:pic>
                    <p:nvPicPr>
                      <p:cNvPr id="2" name="Object 1" hidden="1">
                        <a:extLst>
                          <a:ext uri="{FF2B5EF4-FFF2-40B4-BE49-F238E27FC236}">
                            <a16:creationId xmlns:a16="http://schemas.microsoft.com/office/drawing/2014/main" id="{DDF21048-A5F0-4308-8D35-BF8C25765C06}"/>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5" name="Rectangle 4" hidden="1">
            <a:extLst>
              <a:ext uri="{FF2B5EF4-FFF2-40B4-BE49-F238E27FC236}">
                <a16:creationId xmlns:a16="http://schemas.microsoft.com/office/drawing/2014/main" id="{126D79B6-A3CA-4AA6-AC46-E30232C7399D}"/>
              </a:ext>
            </a:extLst>
          </p:cNvPr>
          <p:cNvSpPr/>
          <p:nvPr>
            <p:custDataLst>
              <p:tags r:id="rId2"/>
            </p:custDataLst>
          </p:nvPr>
        </p:nvSpPr>
        <p:spPr>
          <a:xfrm>
            <a:off x="0" y="0"/>
            <a:ext cx="211667" cy="2116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endParaRPr lang="de-DE" sz="3200">
              <a:latin typeface="EON Brix Sans Black" panose="020B0A00000000000000" pitchFamily="34" charset="0"/>
              <a:ea typeface="+mj-ea"/>
              <a:cs typeface="+mj-cs"/>
              <a:sym typeface="EON Brix Sans Black" panose="020B0A00000000000000" pitchFamily="34" charset="0"/>
            </a:endParaRPr>
          </a:p>
        </p:txBody>
      </p:sp>
      <p:sp>
        <p:nvSpPr>
          <p:cNvPr id="3" name="Title 2">
            <a:extLst>
              <a:ext uri="{FF2B5EF4-FFF2-40B4-BE49-F238E27FC236}">
                <a16:creationId xmlns:a16="http://schemas.microsoft.com/office/drawing/2014/main" id="{CD9BC804-9917-434C-A6F4-3ED40BF9CF17}"/>
              </a:ext>
            </a:extLst>
          </p:cNvPr>
          <p:cNvSpPr>
            <a:spLocks noGrp="1"/>
          </p:cNvSpPr>
          <p:nvPr>
            <p:ph type="ctrTitle"/>
          </p:nvPr>
        </p:nvSpPr>
        <p:spPr>
          <a:xfrm>
            <a:off x="2088000" y="2842814"/>
            <a:ext cx="8016000" cy="1632000"/>
          </a:xfrm>
        </p:spPr>
        <p:txBody>
          <a:bodyPr vert="horz" anchor="t"/>
          <a:lstStyle/>
          <a:p>
            <a:pPr fontAlgn="base">
              <a:spcBef>
                <a:spcPts val="0"/>
              </a:spcBef>
            </a:pPr>
            <a:br>
              <a:rPr lang="de-DE" dirty="0">
                <a:latin typeface="Calibri" panose="020F0502020204030204" pitchFamily="34" charset="0"/>
                <a:cs typeface="Calibri" panose="020F0502020204030204" pitchFamily="34" charset="0"/>
                <a:sym typeface="EON Brix Sans Black" panose="020B0A00000000000000" pitchFamily="34" charset="0"/>
              </a:rPr>
            </a:br>
            <a:br>
              <a:rPr lang="de-DE" dirty="0">
                <a:latin typeface="Calibri" panose="020F0502020204030204" pitchFamily="34" charset="0"/>
                <a:cs typeface="Calibri" panose="020F0502020204030204" pitchFamily="34" charset="0"/>
                <a:sym typeface="EON Brix Sans Black" panose="020B0A00000000000000" pitchFamily="34" charset="0"/>
              </a:rPr>
            </a:br>
            <a:endParaRPr lang="de-DE" sz="1867" b="1" dirty="0">
              <a:latin typeface="Calibri" panose="020F0502020204030204" pitchFamily="34" charset="0"/>
              <a:cs typeface="Calibri" panose="020F0502020204030204" pitchFamily="34" charset="0"/>
              <a:sym typeface="EON Brix Sans Black" panose="020B0A00000000000000" pitchFamily="34" charset="0"/>
            </a:endParaRPr>
          </a:p>
        </p:txBody>
      </p:sp>
      <p:sp>
        <p:nvSpPr>
          <p:cNvPr id="10" name="Untertitel 9">
            <a:extLst>
              <a:ext uri="{FF2B5EF4-FFF2-40B4-BE49-F238E27FC236}">
                <a16:creationId xmlns:a16="http://schemas.microsoft.com/office/drawing/2014/main" id="{F81EF46D-6029-F1F6-B1A6-7DA6891D0801}"/>
              </a:ext>
            </a:extLst>
          </p:cNvPr>
          <p:cNvSpPr>
            <a:spLocks noGrp="1"/>
          </p:cNvSpPr>
          <p:nvPr>
            <p:ph type="subTitle" idx="1"/>
          </p:nvPr>
        </p:nvSpPr>
        <p:spPr>
          <a:xfrm>
            <a:off x="2088000" y="3345134"/>
            <a:ext cx="8016000" cy="1420219"/>
          </a:xfrm>
        </p:spPr>
        <p:txBody>
          <a:bodyPr/>
          <a:lstStyle/>
          <a:p>
            <a:r>
              <a:rPr lang="de-DE" b="1" dirty="0"/>
              <a:t>API Security </a:t>
            </a:r>
          </a:p>
          <a:p>
            <a:r>
              <a:rPr lang="de-DE" dirty="0"/>
              <a:t>Sicherheitsmechanismen in der modernen Marktkommunikation</a:t>
            </a:r>
          </a:p>
        </p:txBody>
      </p:sp>
      <p:sp>
        <p:nvSpPr>
          <p:cNvPr id="20" name="Rectangle 31">
            <a:extLst>
              <a:ext uri="{FF2B5EF4-FFF2-40B4-BE49-F238E27FC236}">
                <a16:creationId xmlns:a16="http://schemas.microsoft.com/office/drawing/2014/main" id="{8D19EC39-7111-F3AF-D954-4AF4D10E1088}"/>
              </a:ext>
            </a:extLst>
          </p:cNvPr>
          <p:cNvSpPr/>
          <p:nvPr/>
        </p:nvSpPr>
        <p:spPr>
          <a:xfrm>
            <a:off x="490959" y="2372883"/>
            <a:ext cx="11702264" cy="278430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8000" rIns="0" bIns="48000" rtlCol="0" anchor="t">
            <a:noAutofit/>
          </a:bodyPr>
          <a:lstStyle/>
          <a:p>
            <a:pPr>
              <a:defRPr/>
            </a:pPr>
            <a:endParaRPr lang="de-DE" sz="1867" dirty="0">
              <a:solidFill>
                <a:schemeClr val="tx1"/>
              </a:solidFill>
            </a:endParaRPr>
          </a:p>
          <a:p>
            <a:pPr>
              <a:defRPr/>
            </a:pPr>
            <a:endParaRPr lang="de-DE" sz="1867" i="1" dirty="0">
              <a:solidFill>
                <a:schemeClr val="tx1"/>
              </a:solidFill>
              <a:ea typeface="+mn-lt"/>
              <a:cs typeface="+mn-lt"/>
            </a:endParaRPr>
          </a:p>
          <a:p>
            <a:pPr>
              <a:defRPr/>
            </a:pPr>
            <a:endParaRPr lang="de-DE" sz="1867" dirty="0">
              <a:solidFill>
                <a:schemeClr val="tx1"/>
              </a:solidFill>
              <a:ea typeface="+mn-lt"/>
              <a:cs typeface="+mn-lt"/>
            </a:endParaRPr>
          </a:p>
          <a:p>
            <a:pPr>
              <a:defRPr/>
            </a:pPr>
            <a:endParaRPr lang="de-DE" sz="1867" dirty="0">
              <a:solidFill>
                <a:schemeClr val="tx1"/>
              </a:solidFill>
              <a:ea typeface="+mn-lt"/>
              <a:cs typeface="+mn-lt"/>
            </a:endParaRPr>
          </a:p>
        </p:txBody>
      </p:sp>
      <p:sp>
        <p:nvSpPr>
          <p:cNvPr id="15" name="Slide Number Placeholder 3">
            <a:extLst>
              <a:ext uri="{FF2B5EF4-FFF2-40B4-BE49-F238E27FC236}">
                <a16:creationId xmlns:a16="http://schemas.microsoft.com/office/drawing/2014/main" id="{6F2629F7-DD80-7846-7B44-B6A99F86AF0B}"/>
              </a:ext>
            </a:extLst>
          </p:cNvPr>
          <p:cNvSpPr txBox="1">
            <a:spLocks/>
          </p:cNvSpPr>
          <p:nvPr/>
        </p:nvSpPr>
        <p:spPr>
          <a:xfrm>
            <a:off x="11333801" y="6216000"/>
            <a:ext cx="364800" cy="192000"/>
          </a:xfrm>
          <a:prstGeom prst="rect">
            <a:avLst/>
          </a:prstGeom>
        </p:spPr>
        <p:txBody>
          <a:bodyPr vert="horz" lIns="0" tIns="0" rIns="0" bIns="0" rtlCol="0" anchor="t" anchorCtr="0">
            <a:noAutofit/>
          </a:bodyPr>
          <a:lstStyle>
            <a:defPPr>
              <a:defRPr lang="de-DE"/>
            </a:defPPr>
            <a:lvl1pPr marL="0" algn="r" defTabSz="914400" rtl="0" eaLnBrk="1" latinLnBrk="0" hangingPunct="1">
              <a:lnSpc>
                <a:spcPts val="1125"/>
              </a:lnSpc>
              <a:defRPr kumimoji="0" lang="de-DE" sz="900" b="0" i="0" u="none" kern="1200" baseline="0">
                <a:solidFill>
                  <a:srgbClr val="00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3C795C4-4A26-412B-AA90-98E97FF83D41}" type="slidenum">
              <a:rPr lang="de-DE" sz="1200"/>
              <a:pPr/>
              <a:t>1</a:t>
            </a:fld>
            <a:endParaRPr lang="de-DE" sz="1200"/>
          </a:p>
        </p:txBody>
      </p:sp>
    </p:spTree>
    <p:extLst>
      <p:ext uri="{BB962C8B-B14F-4D97-AF65-F5344CB8AC3E}">
        <p14:creationId xmlns:p14="http://schemas.microsoft.com/office/powerpoint/2010/main" val="17612275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C25-9288-95C5-60A9-E50CF3A2FE60}"/>
            </a:ext>
          </a:extLst>
        </p:cNvPr>
        <p:cNvGrpSpPr/>
        <p:nvPr/>
      </p:nvGrpSpPr>
      <p:grpSpPr>
        <a:xfrm>
          <a:off x="0" y="0"/>
          <a:ext cx="0" cy="0"/>
          <a:chOff x="0" y="0"/>
          <a:chExt cx="0" cy="0"/>
        </a:xfrm>
      </p:grpSpPr>
      <p:sp>
        <p:nvSpPr>
          <p:cNvPr id="4" name="Datumsplatzhalter 3" hidden="1">
            <a:extLst>
              <a:ext uri="{FF2B5EF4-FFF2-40B4-BE49-F238E27FC236}">
                <a16:creationId xmlns:a16="http://schemas.microsoft.com/office/drawing/2014/main" id="{61B4DF8D-2B77-3F28-E7D3-5D214B40FAF7}"/>
              </a:ext>
            </a:extLst>
          </p:cNvPr>
          <p:cNvSpPr>
            <a:spLocks noGrp="1"/>
          </p:cNvSpPr>
          <p:nvPr>
            <p:ph type="dt" sz="half" idx="4294967295"/>
          </p:nvPr>
        </p:nvSpPr>
        <p:spPr>
          <a:xfrm>
            <a:off x="7219200" y="696000"/>
            <a:ext cx="1920000" cy="192000"/>
          </a:xfrm>
        </p:spPr>
        <p:txBody>
          <a:bodyPr/>
          <a:lstStyle/>
          <a:p>
            <a:pPr>
              <a:spcAft>
                <a:spcPts val="600"/>
              </a:spcAft>
            </a:pPr>
            <a:r>
              <a:rPr lang="de-DE"/>
              <a:t>20.03.2017</a:t>
            </a:r>
          </a:p>
        </p:txBody>
      </p:sp>
      <p:sp>
        <p:nvSpPr>
          <p:cNvPr id="2" name="Textfeld 1">
            <a:extLst>
              <a:ext uri="{FF2B5EF4-FFF2-40B4-BE49-F238E27FC236}">
                <a16:creationId xmlns:a16="http://schemas.microsoft.com/office/drawing/2014/main" id="{BBA13BCC-1F6B-EE59-135E-377A63184760}"/>
              </a:ext>
            </a:extLst>
          </p:cNvPr>
          <p:cNvSpPr txBox="1"/>
          <p:nvPr/>
        </p:nvSpPr>
        <p:spPr>
          <a:xfrm>
            <a:off x="1023656" y="873793"/>
            <a:ext cx="8482322" cy="461665"/>
          </a:xfrm>
          <a:prstGeom prst="rect">
            <a:avLst/>
          </a:prstGeom>
          <a:noFill/>
        </p:spPr>
        <p:txBody>
          <a:bodyPr wrap="none" rtlCol="0">
            <a:spAutoFit/>
          </a:bodyPr>
          <a:lstStyle/>
          <a:p>
            <a:r>
              <a:rPr lang="de-DE" sz="2400" b="1" dirty="0"/>
              <a:t>API Signaturen und Verschlüsselung in der Marktkommunikation </a:t>
            </a:r>
          </a:p>
        </p:txBody>
      </p:sp>
      <p:sp>
        <p:nvSpPr>
          <p:cNvPr id="3" name="Textfeld 2">
            <a:extLst>
              <a:ext uri="{FF2B5EF4-FFF2-40B4-BE49-F238E27FC236}">
                <a16:creationId xmlns:a16="http://schemas.microsoft.com/office/drawing/2014/main" id="{55967512-7D43-7C7B-C460-F6D1B818CD9D}"/>
              </a:ext>
            </a:extLst>
          </p:cNvPr>
          <p:cNvSpPr txBox="1"/>
          <p:nvPr/>
        </p:nvSpPr>
        <p:spPr>
          <a:xfrm>
            <a:off x="2612901" y="2052151"/>
            <a:ext cx="5770106" cy="3139321"/>
          </a:xfrm>
          <a:prstGeom prst="rect">
            <a:avLst/>
          </a:prstGeom>
          <a:noFill/>
        </p:spPr>
        <p:txBody>
          <a:bodyPr wrap="none" rtlCol="0">
            <a:spAutoFit/>
          </a:bodyPr>
          <a:lstStyle/>
          <a:p>
            <a:endParaRPr lang="de-DE" dirty="0"/>
          </a:p>
          <a:p>
            <a:pPr marL="285750" indent="-285750">
              <a:buFont typeface="Arial" panose="020B0604020202020204" pitchFamily="34" charset="0"/>
              <a:buChar char="•"/>
            </a:pPr>
            <a:r>
              <a:rPr lang="de-DE" dirty="0"/>
              <a:t>Verwendung von Standards bzw. State-</a:t>
            </a:r>
            <a:r>
              <a:rPr lang="de-DE" dirty="0" err="1"/>
              <a:t>of</a:t>
            </a:r>
            <a:r>
              <a:rPr lang="de-DE" dirty="0"/>
              <a:t>-</a:t>
            </a:r>
            <a:r>
              <a:rPr lang="de-DE" dirty="0" err="1"/>
              <a:t>the</a:t>
            </a:r>
            <a:r>
              <a:rPr lang="de-DE" dirty="0"/>
              <a:t>-Art</a:t>
            </a:r>
          </a:p>
          <a:p>
            <a:pPr marL="285750" indent="-285750">
              <a:buFont typeface="Arial" panose="020B0604020202020204" pitchFamily="34" charset="0"/>
              <a:buChar char="•"/>
            </a:pPr>
            <a:r>
              <a:rPr lang="de-DE" dirty="0"/>
              <a:t>Trennung von Inhalt (Payload) und Handlung (Header)</a:t>
            </a:r>
          </a:p>
          <a:p>
            <a:pPr marL="285750" indent="-285750">
              <a:buFont typeface="Arial" panose="020B0604020202020204" pitchFamily="34" charset="0"/>
              <a:buChar char="•"/>
            </a:pPr>
            <a:r>
              <a:rPr lang="de-DE" dirty="0"/>
              <a:t>Hohe Sicherheit - </a:t>
            </a:r>
            <a:r>
              <a:rPr lang="de-DE" dirty="0" err="1"/>
              <a:t>Kritis</a:t>
            </a:r>
            <a:endParaRPr lang="de-DE" dirty="0"/>
          </a:p>
          <a:p>
            <a:pPr marL="285750" indent="-285750">
              <a:buFont typeface="Arial" panose="020B0604020202020204" pitchFamily="34" charset="0"/>
              <a:buChar char="•"/>
            </a:pPr>
            <a:r>
              <a:rPr lang="de-DE" dirty="0"/>
              <a:t>Moderne und nachhaltige Architektur</a:t>
            </a:r>
          </a:p>
          <a:p>
            <a:pPr marL="285750" indent="-285750">
              <a:buFont typeface="Arial" panose="020B0604020202020204" pitchFamily="34" charset="0"/>
              <a:buChar char="•"/>
            </a:pPr>
            <a:r>
              <a:rPr lang="de-DE" dirty="0"/>
              <a:t>Verwendung von marktüblichen Tools</a:t>
            </a:r>
          </a:p>
          <a:p>
            <a:pPr marL="285750" indent="-285750">
              <a:buFont typeface="Arial" panose="020B0604020202020204" pitchFamily="34" charset="0"/>
              <a:buChar char="•"/>
            </a:pPr>
            <a:r>
              <a:rPr lang="de-DE" dirty="0"/>
              <a:t>Rest-kompatibel </a:t>
            </a:r>
          </a:p>
          <a:p>
            <a:pPr marL="285750" indent="-285750">
              <a:buFont typeface="Arial" panose="020B0604020202020204" pitchFamily="34" charset="0"/>
              <a:buChar char="•"/>
            </a:pPr>
            <a:r>
              <a:rPr lang="de-DE" dirty="0"/>
              <a:t>Kompatibel zu Anforderungen NIS2</a:t>
            </a:r>
          </a:p>
          <a:p>
            <a:pPr marL="285750" indent="-285750">
              <a:buFont typeface="Arial" panose="020B0604020202020204" pitchFamily="34" charset="0"/>
              <a:buChar char="•"/>
            </a:pPr>
            <a:r>
              <a:rPr lang="de-DE" dirty="0"/>
              <a:t>Voraussichtlich lange Lebensdauer, daher sollten die </a:t>
            </a:r>
            <a:br>
              <a:rPr lang="de-DE" dirty="0"/>
            </a:br>
            <a:r>
              <a:rPr lang="de-DE" dirty="0"/>
              <a:t>neuesten verfügbaren Techniken verwendet werden</a:t>
            </a:r>
          </a:p>
          <a:p>
            <a:pPr marL="285750" indent="-285750">
              <a:buFont typeface="Arial" panose="020B0604020202020204" pitchFamily="34" charset="0"/>
              <a:buChar char="•"/>
            </a:pPr>
            <a:r>
              <a:rPr lang="de-DE" dirty="0"/>
              <a:t>Kompatibilität mit europäischen Richtlinien und Normen</a:t>
            </a:r>
          </a:p>
        </p:txBody>
      </p:sp>
    </p:spTree>
    <p:extLst>
      <p:ext uri="{BB962C8B-B14F-4D97-AF65-F5344CB8AC3E}">
        <p14:creationId xmlns:p14="http://schemas.microsoft.com/office/powerpoint/2010/main" val="4156746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5DCEB-AF04-B50F-6890-159A491EFE0C}"/>
            </a:ext>
          </a:extLst>
        </p:cNvPr>
        <p:cNvGrpSpPr/>
        <p:nvPr/>
      </p:nvGrpSpPr>
      <p:grpSpPr>
        <a:xfrm>
          <a:off x="0" y="0"/>
          <a:ext cx="0" cy="0"/>
          <a:chOff x="0" y="0"/>
          <a:chExt cx="0" cy="0"/>
        </a:xfrm>
      </p:grpSpPr>
      <p:sp>
        <p:nvSpPr>
          <p:cNvPr id="4" name="Datumsplatzhalter 3" hidden="1">
            <a:extLst>
              <a:ext uri="{FF2B5EF4-FFF2-40B4-BE49-F238E27FC236}">
                <a16:creationId xmlns:a16="http://schemas.microsoft.com/office/drawing/2014/main" id="{CE4E0894-BC61-2CDD-E9AC-19A950ADEA22}"/>
              </a:ext>
            </a:extLst>
          </p:cNvPr>
          <p:cNvSpPr>
            <a:spLocks noGrp="1"/>
          </p:cNvSpPr>
          <p:nvPr>
            <p:ph type="dt" sz="half" idx="4294967295"/>
          </p:nvPr>
        </p:nvSpPr>
        <p:spPr>
          <a:xfrm>
            <a:off x="7219200" y="696000"/>
            <a:ext cx="1920000" cy="192000"/>
          </a:xfrm>
        </p:spPr>
        <p:txBody>
          <a:bodyPr/>
          <a:lstStyle/>
          <a:p>
            <a:pPr>
              <a:spcAft>
                <a:spcPts val="600"/>
              </a:spcAft>
            </a:pPr>
            <a:r>
              <a:rPr lang="de-DE"/>
              <a:t>20.03.2017</a:t>
            </a:r>
          </a:p>
        </p:txBody>
      </p:sp>
      <p:sp>
        <p:nvSpPr>
          <p:cNvPr id="2" name="Textfeld 1">
            <a:extLst>
              <a:ext uri="{FF2B5EF4-FFF2-40B4-BE49-F238E27FC236}">
                <a16:creationId xmlns:a16="http://schemas.microsoft.com/office/drawing/2014/main" id="{641CF225-DEBB-244F-A406-5C09C946DCFD}"/>
              </a:ext>
            </a:extLst>
          </p:cNvPr>
          <p:cNvSpPr txBox="1"/>
          <p:nvPr/>
        </p:nvSpPr>
        <p:spPr>
          <a:xfrm>
            <a:off x="2097914" y="905764"/>
            <a:ext cx="7528921" cy="707886"/>
          </a:xfrm>
          <a:prstGeom prst="rect">
            <a:avLst/>
          </a:prstGeom>
          <a:noFill/>
        </p:spPr>
        <p:txBody>
          <a:bodyPr wrap="none" rtlCol="0">
            <a:spAutoFit/>
          </a:bodyPr>
          <a:lstStyle/>
          <a:p>
            <a:r>
              <a:rPr lang="de-DE" sz="2000" b="1" dirty="0"/>
              <a:t>Umfängliche Betrachtung aller notwendiger Sicherungsmechanismen</a:t>
            </a:r>
          </a:p>
          <a:p>
            <a:r>
              <a:rPr lang="de-DE" sz="2000" b="1" dirty="0"/>
              <a:t>als integriertes Gesamtkonzept</a:t>
            </a:r>
          </a:p>
        </p:txBody>
      </p:sp>
      <p:sp>
        <p:nvSpPr>
          <p:cNvPr id="6" name="Textfeld 5">
            <a:extLst>
              <a:ext uri="{FF2B5EF4-FFF2-40B4-BE49-F238E27FC236}">
                <a16:creationId xmlns:a16="http://schemas.microsoft.com/office/drawing/2014/main" id="{971C66CD-C2E8-D85B-DE10-5C066688B37C}"/>
              </a:ext>
            </a:extLst>
          </p:cNvPr>
          <p:cNvSpPr txBox="1"/>
          <p:nvPr/>
        </p:nvSpPr>
        <p:spPr>
          <a:xfrm>
            <a:off x="2097914" y="2045757"/>
            <a:ext cx="7116424" cy="3970318"/>
          </a:xfrm>
          <a:prstGeom prst="rect">
            <a:avLst/>
          </a:prstGeom>
          <a:noFill/>
        </p:spPr>
        <p:txBody>
          <a:bodyPr wrap="square" rtlCol="0">
            <a:spAutoFit/>
          </a:bodyPr>
          <a:lstStyle/>
          <a:p>
            <a:r>
              <a:rPr lang="de-DE" dirty="0"/>
              <a:t>Zur gesicherten Übertragung von </a:t>
            </a:r>
            <a:r>
              <a:rPr lang="de-DE" dirty="0" err="1"/>
              <a:t>API‘s</a:t>
            </a:r>
            <a:r>
              <a:rPr lang="de-DE" dirty="0"/>
              <a:t> müssen mehrere Handlungsfelder betrachtet werden. Diese müssen als Gesamtheit und kompatibel zueinander umgesetzt werden. Eine Herauslösung einzelner Komponenten führt zu einer Vulnerabilität der gesamten Sicherheitskette. Folgende Sicherungsmaßnahmen sind in Sequenz durchzuführen:</a:t>
            </a:r>
          </a:p>
          <a:p>
            <a:endParaRPr lang="de-DE" dirty="0"/>
          </a:p>
          <a:p>
            <a:pPr marL="342900" indent="-342900">
              <a:buFont typeface="+mj-lt"/>
              <a:buAutoNum type="arabicPeriod"/>
            </a:pPr>
            <a:r>
              <a:rPr lang="de-DE" b="1" dirty="0"/>
              <a:t>Payload Signatur </a:t>
            </a:r>
            <a:r>
              <a:rPr lang="de-DE" dirty="0"/>
              <a:t>(Standard JWS -&gt; RFC 7518, 7515) </a:t>
            </a:r>
          </a:p>
          <a:p>
            <a:pPr marL="342900" indent="-342900">
              <a:buFont typeface="+mj-lt"/>
              <a:buAutoNum type="arabicPeriod"/>
            </a:pPr>
            <a:r>
              <a:rPr lang="de-DE" b="1" dirty="0"/>
              <a:t>Verschlüsselung</a:t>
            </a:r>
            <a:r>
              <a:rPr lang="de-DE" dirty="0"/>
              <a:t> (Standard JWE -&gt; RFC 7519, 7518, 7516)</a:t>
            </a:r>
          </a:p>
          <a:p>
            <a:pPr marL="342900" indent="-342900">
              <a:buFont typeface="+mj-lt"/>
              <a:buAutoNum type="arabicPeriod"/>
            </a:pPr>
            <a:r>
              <a:rPr lang="de-DE" b="1" dirty="0"/>
              <a:t>Content-Digest</a:t>
            </a:r>
            <a:r>
              <a:rPr lang="de-DE" dirty="0"/>
              <a:t> (RFC 9530)</a:t>
            </a:r>
          </a:p>
          <a:p>
            <a:pPr marL="342900" indent="-342900">
              <a:buFont typeface="+mj-lt"/>
              <a:buAutoNum type="arabicPeriod"/>
            </a:pPr>
            <a:r>
              <a:rPr lang="de-DE" b="1" dirty="0"/>
              <a:t>HTTP-Signatur</a:t>
            </a:r>
            <a:r>
              <a:rPr lang="de-DE" dirty="0"/>
              <a:t> (RFC 9421, 9113)</a:t>
            </a:r>
          </a:p>
          <a:p>
            <a:pPr marL="342900" indent="-342900">
              <a:buFont typeface="+mj-lt"/>
              <a:buAutoNum type="arabicPeriod"/>
            </a:pPr>
            <a:r>
              <a:rPr lang="de-DE" b="1" dirty="0"/>
              <a:t>HTTP/2 (RFC 8446)</a:t>
            </a:r>
          </a:p>
          <a:p>
            <a:pPr marL="342900" indent="-342900">
              <a:buFont typeface="+mj-lt"/>
              <a:buAutoNum type="arabicPeriod"/>
            </a:pPr>
            <a:endParaRPr lang="de-DE" dirty="0"/>
          </a:p>
          <a:p>
            <a:pPr marL="342900" indent="-342900">
              <a:buFont typeface="+mj-lt"/>
              <a:buAutoNum type="arabicPeriod"/>
            </a:pPr>
            <a:endParaRPr lang="de-DE" dirty="0"/>
          </a:p>
          <a:p>
            <a:pPr marL="342900" indent="-342900">
              <a:buFont typeface="+mj-lt"/>
              <a:buAutoNum type="arabicPeriod"/>
            </a:pPr>
            <a:endParaRPr lang="de-DE" dirty="0"/>
          </a:p>
        </p:txBody>
      </p:sp>
    </p:spTree>
    <p:extLst>
      <p:ext uri="{BB962C8B-B14F-4D97-AF65-F5344CB8AC3E}">
        <p14:creationId xmlns:p14="http://schemas.microsoft.com/office/powerpoint/2010/main" val="25599066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89FA6-00A6-2FAF-E274-D2E289F65CDC}"/>
            </a:ext>
          </a:extLst>
        </p:cNvPr>
        <p:cNvGrpSpPr/>
        <p:nvPr/>
      </p:nvGrpSpPr>
      <p:grpSpPr>
        <a:xfrm>
          <a:off x="0" y="0"/>
          <a:ext cx="0" cy="0"/>
          <a:chOff x="0" y="0"/>
          <a:chExt cx="0" cy="0"/>
        </a:xfrm>
      </p:grpSpPr>
      <p:sp>
        <p:nvSpPr>
          <p:cNvPr id="25" name="Rechteck 24">
            <a:extLst>
              <a:ext uri="{FF2B5EF4-FFF2-40B4-BE49-F238E27FC236}">
                <a16:creationId xmlns:a16="http://schemas.microsoft.com/office/drawing/2014/main" id="{844D7F94-DAC7-FB64-7693-12D687C35909}"/>
              </a:ext>
            </a:extLst>
          </p:cNvPr>
          <p:cNvSpPr/>
          <p:nvPr/>
        </p:nvSpPr>
        <p:spPr>
          <a:xfrm>
            <a:off x="3919991" y="2579422"/>
            <a:ext cx="3040308" cy="2495358"/>
          </a:xfrm>
          <a:prstGeom prst="rect">
            <a:avLst/>
          </a:prstGeom>
          <a:solidFill>
            <a:schemeClr val="bg1">
              <a:lumMod val="50000"/>
            </a:schemeClr>
          </a:solidFill>
          <a:scene3d>
            <a:camera prst="orthographicFront">
              <a:rot lat="0" lon="0" rev="0"/>
            </a:camera>
            <a:lightRig rig="threePt" dir="t">
              <a:rot lat="0" lon="0" rev="1200000"/>
            </a:lightRig>
          </a:scene3d>
          <a:sp3d>
            <a:bevelT w="63500" h="25400" prst="softRound"/>
          </a:sp3d>
        </p:spPr>
        <p:style>
          <a:lnRef idx="0">
            <a:schemeClr val="accent5"/>
          </a:lnRef>
          <a:fillRef idx="3">
            <a:schemeClr val="accent5"/>
          </a:fillRef>
          <a:effectRef idx="3">
            <a:schemeClr val="accent5"/>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de-DE" sz="1000" dirty="0">
                <a:solidFill>
                  <a:srgbClr val="FF0000"/>
                </a:solidFill>
              </a:rPr>
              <a:t>HTTP/2 </a:t>
            </a:r>
            <a:r>
              <a:rPr lang="de-DE" sz="1000" dirty="0" err="1">
                <a:solidFill>
                  <a:srgbClr val="FF0000"/>
                </a:solidFill>
              </a:rPr>
              <a:t>Übetragung</a:t>
            </a:r>
            <a:endParaRPr lang="de-DE" sz="1000" dirty="0">
              <a:solidFill>
                <a:srgbClr val="FF0000"/>
              </a:solidFill>
            </a:endParaRPr>
          </a:p>
        </p:txBody>
      </p:sp>
      <p:sp>
        <p:nvSpPr>
          <p:cNvPr id="24" name="Rechteck 23">
            <a:extLst>
              <a:ext uri="{FF2B5EF4-FFF2-40B4-BE49-F238E27FC236}">
                <a16:creationId xmlns:a16="http://schemas.microsoft.com/office/drawing/2014/main" id="{AE78A14C-F981-58CD-3E7F-D66C1251CD6B}"/>
              </a:ext>
            </a:extLst>
          </p:cNvPr>
          <p:cNvSpPr/>
          <p:nvPr/>
        </p:nvSpPr>
        <p:spPr>
          <a:xfrm>
            <a:off x="4217449" y="2933673"/>
            <a:ext cx="2434559" cy="1937858"/>
          </a:xfrm>
          <a:prstGeom prst="rect">
            <a:avLst/>
          </a:prstGeom>
          <a:solidFill>
            <a:schemeClr val="bg1">
              <a:lumMod val="65000"/>
            </a:schemeClr>
          </a:solidFill>
          <a:scene3d>
            <a:camera prst="orthographicFront">
              <a:rot lat="0" lon="0" rev="0"/>
            </a:camera>
            <a:lightRig rig="threePt" dir="t">
              <a:rot lat="0" lon="0" rev="1200000"/>
            </a:lightRig>
          </a:scene3d>
          <a:sp3d>
            <a:bevelT w="63500" h="25400" prst="softRound"/>
          </a:sp3d>
        </p:spPr>
        <p:style>
          <a:lnRef idx="0">
            <a:schemeClr val="accent5"/>
          </a:lnRef>
          <a:fillRef idx="3">
            <a:schemeClr val="accent5"/>
          </a:fillRef>
          <a:effectRef idx="3">
            <a:schemeClr val="accent5"/>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de-DE" sz="1000" dirty="0">
                <a:solidFill>
                  <a:srgbClr val="FF0000"/>
                </a:solidFill>
              </a:rPr>
              <a:t>HTTP-Signatur</a:t>
            </a:r>
          </a:p>
        </p:txBody>
      </p:sp>
      <p:sp>
        <p:nvSpPr>
          <p:cNvPr id="21" name="Rechteck 20">
            <a:extLst>
              <a:ext uri="{FF2B5EF4-FFF2-40B4-BE49-F238E27FC236}">
                <a16:creationId xmlns:a16="http://schemas.microsoft.com/office/drawing/2014/main" id="{22D4E7C8-8CDC-BE8A-A82E-F6E19A02EC5F}"/>
              </a:ext>
            </a:extLst>
          </p:cNvPr>
          <p:cNvSpPr/>
          <p:nvPr/>
        </p:nvSpPr>
        <p:spPr>
          <a:xfrm>
            <a:off x="4545732" y="3260843"/>
            <a:ext cx="1813006" cy="1417741"/>
          </a:xfrm>
          <a:prstGeom prst="rect">
            <a:avLst/>
          </a:prstGeom>
          <a:solidFill>
            <a:schemeClr val="bg1">
              <a:lumMod val="75000"/>
            </a:schemeClr>
          </a:solidFill>
          <a:scene3d>
            <a:camera prst="orthographicFront">
              <a:rot lat="0" lon="0" rev="0"/>
            </a:camera>
            <a:lightRig rig="threePt" dir="t">
              <a:rot lat="0" lon="0" rev="1200000"/>
            </a:lightRig>
          </a:scene3d>
          <a:sp3d>
            <a:bevelT w="63500" h="25400" prst="softRound"/>
          </a:sp3d>
        </p:spPr>
        <p:style>
          <a:lnRef idx="0">
            <a:schemeClr val="accent5"/>
          </a:lnRef>
          <a:fillRef idx="3">
            <a:schemeClr val="accent5"/>
          </a:fillRef>
          <a:effectRef idx="3">
            <a:schemeClr val="accent5"/>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de-DE" sz="1000" dirty="0">
                <a:solidFill>
                  <a:srgbClr val="FF0000"/>
                </a:solidFill>
              </a:rPr>
              <a:t>Content-Digest</a:t>
            </a:r>
          </a:p>
        </p:txBody>
      </p:sp>
      <p:sp>
        <p:nvSpPr>
          <p:cNvPr id="4" name="Datumsplatzhalter 3" hidden="1">
            <a:extLst>
              <a:ext uri="{FF2B5EF4-FFF2-40B4-BE49-F238E27FC236}">
                <a16:creationId xmlns:a16="http://schemas.microsoft.com/office/drawing/2014/main" id="{D29FBD54-7EB2-3A51-F38B-B06CFE862729}"/>
              </a:ext>
            </a:extLst>
          </p:cNvPr>
          <p:cNvSpPr>
            <a:spLocks noGrp="1"/>
          </p:cNvSpPr>
          <p:nvPr>
            <p:ph type="dt" sz="half" idx="4294967295"/>
          </p:nvPr>
        </p:nvSpPr>
        <p:spPr>
          <a:xfrm>
            <a:off x="7219200" y="696000"/>
            <a:ext cx="1920000" cy="192000"/>
          </a:xfrm>
        </p:spPr>
        <p:txBody>
          <a:bodyPr/>
          <a:lstStyle/>
          <a:p>
            <a:pPr>
              <a:spcAft>
                <a:spcPts val="600"/>
              </a:spcAft>
            </a:pPr>
            <a:r>
              <a:rPr lang="de-DE"/>
              <a:t>20.03.2017</a:t>
            </a:r>
          </a:p>
        </p:txBody>
      </p:sp>
      <p:sp>
        <p:nvSpPr>
          <p:cNvPr id="2" name="Textfeld 1">
            <a:extLst>
              <a:ext uri="{FF2B5EF4-FFF2-40B4-BE49-F238E27FC236}">
                <a16:creationId xmlns:a16="http://schemas.microsoft.com/office/drawing/2014/main" id="{DCF8686C-B946-3DD5-9B94-9BD5D813E1F4}"/>
              </a:ext>
            </a:extLst>
          </p:cNvPr>
          <p:cNvSpPr txBox="1"/>
          <p:nvPr/>
        </p:nvSpPr>
        <p:spPr>
          <a:xfrm>
            <a:off x="2097914" y="905764"/>
            <a:ext cx="5759975" cy="707886"/>
          </a:xfrm>
          <a:prstGeom prst="rect">
            <a:avLst/>
          </a:prstGeom>
          <a:noFill/>
        </p:spPr>
        <p:txBody>
          <a:bodyPr wrap="none" rtlCol="0">
            <a:spAutoFit/>
          </a:bodyPr>
          <a:lstStyle/>
          <a:p>
            <a:r>
              <a:rPr lang="de-DE" sz="2000" b="1" dirty="0"/>
              <a:t>Es entsteht ein mehrfach gesichertes Modell in einer</a:t>
            </a:r>
          </a:p>
          <a:p>
            <a:r>
              <a:rPr lang="de-DE" sz="2000" b="1" dirty="0"/>
              <a:t>Zwiebelschicht-Sicherheits-Architektur</a:t>
            </a:r>
          </a:p>
        </p:txBody>
      </p:sp>
      <p:sp>
        <p:nvSpPr>
          <p:cNvPr id="5" name="Rechteck 4">
            <a:extLst>
              <a:ext uri="{FF2B5EF4-FFF2-40B4-BE49-F238E27FC236}">
                <a16:creationId xmlns:a16="http://schemas.microsoft.com/office/drawing/2014/main" id="{1D2406C2-FF09-D4C4-BBFD-E1CC79FBBAAE}"/>
              </a:ext>
            </a:extLst>
          </p:cNvPr>
          <p:cNvSpPr/>
          <p:nvPr/>
        </p:nvSpPr>
        <p:spPr>
          <a:xfrm>
            <a:off x="4804679" y="3570404"/>
            <a:ext cx="1283515" cy="932012"/>
          </a:xfrm>
          <a:prstGeom prst="rect">
            <a:avLst/>
          </a:prstGeom>
          <a:solidFill>
            <a:schemeClr val="bg1">
              <a:lumMod val="85000"/>
            </a:schemeClr>
          </a:solidFill>
          <a:scene3d>
            <a:camera prst="orthographicFront">
              <a:rot lat="0" lon="0" rev="0"/>
            </a:camera>
            <a:lightRig rig="threePt" dir="t">
              <a:rot lat="0" lon="0" rev="1200000"/>
            </a:lightRig>
          </a:scene3d>
          <a:sp3d>
            <a:bevelT w="63500" h="25400" prst="softRound"/>
          </a:sp3d>
        </p:spPr>
        <p:style>
          <a:lnRef idx="0">
            <a:schemeClr val="accent5"/>
          </a:lnRef>
          <a:fillRef idx="3">
            <a:schemeClr val="accent5"/>
          </a:fillRef>
          <a:effectRef idx="3">
            <a:schemeClr val="accent5"/>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de-DE" sz="1000" dirty="0">
                <a:solidFill>
                  <a:srgbClr val="FF0000"/>
                </a:solidFill>
              </a:rPr>
              <a:t>Verschlüsselung</a:t>
            </a:r>
          </a:p>
        </p:txBody>
      </p:sp>
      <p:sp>
        <p:nvSpPr>
          <p:cNvPr id="3" name="Rechteck 2">
            <a:extLst>
              <a:ext uri="{FF2B5EF4-FFF2-40B4-BE49-F238E27FC236}">
                <a16:creationId xmlns:a16="http://schemas.microsoft.com/office/drawing/2014/main" id="{93327788-D833-1292-0555-16D708C8E43F}"/>
              </a:ext>
            </a:extLst>
          </p:cNvPr>
          <p:cNvSpPr/>
          <p:nvPr/>
        </p:nvSpPr>
        <p:spPr>
          <a:xfrm>
            <a:off x="5035376" y="3827101"/>
            <a:ext cx="830510" cy="528506"/>
          </a:xfrm>
          <a:prstGeom prst="rect">
            <a:avLst/>
          </a:prstGeom>
          <a:solidFill>
            <a:schemeClr val="bg1"/>
          </a:solidFill>
          <a:scene3d>
            <a:camera prst="orthographicFront">
              <a:rot lat="0" lon="0" rev="0"/>
            </a:camera>
            <a:lightRig rig="threePt" dir="t">
              <a:rot lat="0" lon="0" rev="1200000"/>
            </a:lightRig>
          </a:scene3d>
          <a:sp3d>
            <a:bevelT w="63500" h="25400" prst="softRound"/>
          </a:sp3d>
        </p:spPr>
        <p:style>
          <a:lnRef idx="0">
            <a:schemeClr val="accent6"/>
          </a:lnRef>
          <a:fillRef idx="3">
            <a:schemeClr val="accent6"/>
          </a:fillRef>
          <a:effectRef idx="3">
            <a:schemeClr val="accent6"/>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de-DE" sz="1000" dirty="0">
                <a:solidFill>
                  <a:schemeClr val="accent1"/>
                </a:solidFill>
              </a:rPr>
              <a:t>Payload Signatur</a:t>
            </a:r>
          </a:p>
        </p:txBody>
      </p:sp>
      <p:cxnSp>
        <p:nvCxnSpPr>
          <p:cNvPr id="10" name="Gerader Verbinder 9">
            <a:extLst>
              <a:ext uri="{FF2B5EF4-FFF2-40B4-BE49-F238E27FC236}">
                <a16:creationId xmlns:a16="http://schemas.microsoft.com/office/drawing/2014/main" id="{5E3B5CEE-7959-D282-60B7-59D90FED6CEC}"/>
              </a:ext>
            </a:extLst>
          </p:cNvPr>
          <p:cNvCxnSpPr>
            <a:cxnSpLocks/>
          </p:cNvCxnSpPr>
          <p:nvPr/>
        </p:nvCxnSpPr>
        <p:spPr>
          <a:xfrm>
            <a:off x="5865886" y="4355607"/>
            <a:ext cx="151001" cy="8389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AE4D489C-1ABE-6686-99D2-203B44FC0C51}"/>
              </a:ext>
            </a:extLst>
          </p:cNvPr>
          <p:cNvCxnSpPr>
            <a:cxnSpLocks/>
          </p:cNvCxnSpPr>
          <p:nvPr/>
        </p:nvCxnSpPr>
        <p:spPr>
          <a:xfrm flipV="1">
            <a:off x="5865886" y="2579422"/>
            <a:ext cx="1094413" cy="1247679"/>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90832EA0-5887-2499-2DB5-0BDD71D419C0}"/>
              </a:ext>
            </a:extLst>
          </p:cNvPr>
          <p:cNvCxnSpPr>
            <a:cxnSpLocks/>
          </p:cNvCxnSpPr>
          <p:nvPr/>
        </p:nvCxnSpPr>
        <p:spPr>
          <a:xfrm>
            <a:off x="3919991" y="2607229"/>
            <a:ext cx="1115385" cy="121987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EC0E0A76-2743-092D-D4DD-9B3F723DE37F}"/>
              </a:ext>
            </a:extLst>
          </p:cNvPr>
          <p:cNvCxnSpPr>
            <a:cxnSpLocks/>
          </p:cNvCxnSpPr>
          <p:nvPr/>
        </p:nvCxnSpPr>
        <p:spPr>
          <a:xfrm flipV="1">
            <a:off x="4884375" y="4346519"/>
            <a:ext cx="173728" cy="92979"/>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1A7C6633-BFE9-29AB-81F9-CC6B2AE99E3D}"/>
              </a:ext>
            </a:extLst>
          </p:cNvPr>
          <p:cNvCxnSpPr>
            <a:cxnSpLocks/>
          </p:cNvCxnSpPr>
          <p:nvPr/>
        </p:nvCxnSpPr>
        <p:spPr>
          <a:xfrm flipV="1">
            <a:off x="4582371" y="4502416"/>
            <a:ext cx="222308" cy="12164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F9244E10-B904-0513-16D9-8B0E1CA4D804}"/>
              </a:ext>
            </a:extLst>
          </p:cNvPr>
          <p:cNvCxnSpPr>
            <a:cxnSpLocks/>
          </p:cNvCxnSpPr>
          <p:nvPr/>
        </p:nvCxnSpPr>
        <p:spPr>
          <a:xfrm flipH="1" flipV="1">
            <a:off x="6088194" y="4502416"/>
            <a:ext cx="222308" cy="12164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9" name="Gerader Verbinder 48">
            <a:extLst>
              <a:ext uri="{FF2B5EF4-FFF2-40B4-BE49-F238E27FC236}">
                <a16:creationId xmlns:a16="http://schemas.microsoft.com/office/drawing/2014/main" id="{D50C2B3F-C742-E583-BFC8-1CDE0F6A979B}"/>
              </a:ext>
            </a:extLst>
          </p:cNvPr>
          <p:cNvCxnSpPr>
            <a:cxnSpLocks/>
          </p:cNvCxnSpPr>
          <p:nvPr/>
        </p:nvCxnSpPr>
        <p:spPr>
          <a:xfrm flipH="1" flipV="1">
            <a:off x="6358738" y="4672626"/>
            <a:ext cx="250557" cy="14659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6" name="Gerader Verbinder 55">
            <a:extLst>
              <a:ext uri="{FF2B5EF4-FFF2-40B4-BE49-F238E27FC236}">
                <a16:creationId xmlns:a16="http://schemas.microsoft.com/office/drawing/2014/main" id="{AF51348B-7C09-E22E-FE05-6CDB913517B9}"/>
              </a:ext>
            </a:extLst>
          </p:cNvPr>
          <p:cNvCxnSpPr>
            <a:cxnSpLocks/>
          </p:cNvCxnSpPr>
          <p:nvPr/>
        </p:nvCxnSpPr>
        <p:spPr>
          <a:xfrm flipH="1" flipV="1">
            <a:off x="6652008" y="4871531"/>
            <a:ext cx="261094" cy="15320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880F6EB2-73FA-8B9D-7FFB-D13D748FA6FF}"/>
              </a:ext>
            </a:extLst>
          </p:cNvPr>
          <p:cNvCxnSpPr>
            <a:cxnSpLocks/>
          </p:cNvCxnSpPr>
          <p:nvPr/>
        </p:nvCxnSpPr>
        <p:spPr>
          <a:xfrm flipV="1">
            <a:off x="4268193" y="4672626"/>
            <a:ext cx="277539" cy="14659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Gerader Verbinder 62">
            <a:extLst>
              <a:ext uri="{FF2B5EF4-FFF2-40B4-BE49-F238E27FC236}">
                <a16:creationId xmlns:a16="http://schemas.microsoft.com/office/drawing/2014/main" id="{300B4844-D15C-7722-EDB0-8892E1E7E189}"/>
              </a:ext>
            </a:extLst>
          </p:cNvPr>
          <p:cNvCxnSpPr>
            <a:cxnSpLocks/>
          </p:cNvCxnSpPr>
          <p:nvPr/>
        </p:nvCxnSpPr>
        <p:spPr>
          <a:xfrm flipV="1">
            <a:off x="3973089" y="4868552"/>
            <a:ext cx="244360" cy="15618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77813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914E9-BD08-091B-73F3-3308DD55E756}"/>
            </a:ext>
          </a:extLst>
        </p:cNvPr>
        <p:cNvGrpSpPr/>
        <p:nvPr/>
      </p:nvGrpSpPr>
      <p:grpSpPr>
        <a:xfrm>
          <a:off x="0" y="0"/>
          <a:ext cx="0" cy="0"/>
          <a:chOff x="0" y="0"/>
          <a:chExt cx="0" cy="0"/>
        </a:xfrm>
      </p:grpSpPr>
      <p:sp>
        <p:nvSpPr>
          <p:cNvPr id="4" name="Datumsplatzhalter 3" hidden="1">
            <a:extLst>
              <a:ext uri="{FF2B5EF4-FFF2-40B4-BE49-F238E27FC236}">
                <a16:creationId xmlns:a16="http://schemas.microsoft.com/office/drawing/2014/main" id="{089D8A72-CC11-32D1-CF0D-EA399BB87135}"/>
              </a:ext>
            </a:extLst>
          </p:cNvPr>
          <p:cNvSpPr>
            <a:spLocks noGrp="1"/>
          </p:cNvSpPr>
          <p:nvPr>
            <p:ph type="dt" sz="half" idx="4294967295"/>
          </p:nvPr>
        </p:nvSpPr>
        <p:spPr>
          <a:xfrm>
            <a:off x="7219200" y="696000"/>
            <a:ext cx="1920000" cy="192000"/>
          </a:xfrm>
        </p:spPr>
        <p:txBody>
          <a:bodyPr/>
          <a:lstStyle/>
          <a:p>
            <a:pPr>
              <a:spcAft>
                <a:spcPts val="600"/>
              </a:spcAft>
            </a:pPr>
            <a:r>
              <a:rPr lang="de-DE"/>
              <a:t>20.03.2017</a:t>
            </a:r>
          </a:p>
        </p:txBody>
      </p:sp>
      <p:sp>
        <p:nvSpPr>
          <p:cNvPr id="2" name="Textfeld 1">
            <a:extLst>
              <a:ext uri="{FF2B5EF4-FFF2-40B4-BE49-F238E27FC236}">
                <a16:creationId xmlns:a16="http://schemas.microsoft.com/office/drawing/2014/main" id="{17FB6DEB-C781-999A-FC8A-0B6D95F0B675}"/>
              </a:ext>
            </a:extLst>
          </p:cNvPr>
          <p:cNvSpPr txBox="1"/>
          <p:nvPr/>
        </p:nvSpPr>
        <p:spPr>
          <a:xfrm>
            <a:off x="2097914" y="905764"/>
            <a:ext cx="2591350" cy="400110"/>
          </a:xfrm>
          <a:prstGeom prst="rect">
            <a:avLst/>
          </a:prstGeom>
          <a:noFill/>
        </p:spPr>
        <p:txBody>
          <a:bodyPr wrap="none" rtlCol="0">
            <a:spAutoFit/>
          </a:bodyPr>
          <a:lstStyle/>
          <a:p>
            <a:r>
              <a:rPr lang="de-DE" sz="2000" b="1" dirty="0"/>
              <a:t>Handlungsempfehlung</a:t>
            </a:r>
          </a:p>
        </p:txBody>
      </p:sp>
      <p:sp>
        <p:nvSpPr>
          <p:cNvPr id="6" name="Textfeld 5">
            <a:extLst>
              <a:ext uri="{FF2B5EF4-FFF2-40B4-BE49-F238E27FC236}">
                <a16:creationId xmlns:a16="http://schemas.microsoft.com/office/drawing/2014/main" id="{4D6137C1-5A8B-6854-0F76-77468645846C}"/>
              </a:ext>
            </a:extLst>
          </p:cNvPr>
          <p:cNvSpPr txBox="1"/>
          <p:nvPr/>
        </p:nvSpPr>
        <p:spPr>
          <a:xfrm>
            <a:off x="2097914" y="2045757"/>
            <a:ext cx="7116424" cy="2308324"/>
          </a:xfrm>
          <a:prstGeom prst="rect">
            <a:avLst/>
          </a:prstGeom>
          <a:noFill/>
        </p:spPr>
        <p:txBody>
          <a:bodyPr wrap="square" rtlCol="0">
            <a:spAutoFit/>
          </a:bodyPr>
          <a:lstStyle/>
          <a:p>
            <a:pPr marL="342900" indent="-342900">
              <a:buFont typeface="Arial" panose="020B0604020202020204" pitchFamily="34" charset="0"/>
              <a:buChar char="•"/>
            </a:pPr>
            <a:r>
              <a:rPr lang="de-DE" dirty="0"/>
              <a:t>Integrierte Sichtweise auf die verschiedenen Komponenten einer API (Payload, Header, Übertragung)</a:t>
            </a:r>
          </a:p>
          <a:p>
            <a:pPr marL="342900" indent="-342900">
              <a:buFont typeface="Arial" panose="020B0604020202020204" pitchFamily="34" charset="0"/>
              <a:buChar char="•"/>
            </a:pPr>
            <a:r>
              <a:rPr lang="de-DE" dirty="0"/>
              <a:t>Keine Implementierung einzelner Komponenten aus dem Gesamtkontext</a:t>
            </a:r>
          </a:p>
          <a:p>
            <a:pPr marL="342900" indent="-342900">
              <a:buFont typeface="Arial" panose="020B0604020202020204" pitchFamily="34" charset="0"/>
              <a:buChar char="•"/>
            </a:pPr>
            <a:r>
              <a:rPr lang="de-DE" dirty="0"/>
              <a:t>Hinzuziehung von Spezialisten (z. B. Fraunhofer) zur Erstellung eines integrierten modernen Gesamtkonzeptes</a:t>
            </a:r>
          </a:p>
          <a:p>
            <a:pPr marL="342900" indent="-342900">
              <a:buFont typeface="+mj-lt"/>
              <a:buAutoNum type="arabicPeriod"/>
            </a:pPr>
            <a:endParaRPr lang="de-DE" dirty="0"/>
          </a:p>
          <a:p>
            <a:pPr marL="342900" indent="-342900">
              <a:buFont typeface="+mj-lt"/>
              <a:buAutoNum type="arabicPeriod"/>
            </a:pPr>
            <a:endParaRPr lang="de-DE" dirty="0"/>
          </a:p>
        </p:txBody>
      </p:sp>
    </p:spTree>
    <p:extLst>
      <p:ext uri="{BB962C8B-B14F-4D97-AF65-F5344CB8AC3E}">
        <p14:creationId xmlns:p14="http://schemas.microsoft.com/office/powerpoint/2010/main" val="149157009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dSYOSWnLfzWwYJtl43_IhQ"/>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xn2mJp7nCMj5nEhqggY4fA"/>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0FJX2MC6Wnk_ryKeH2QRnA"/>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7ZNCR40kwDwY9PwKR6Qvdw"/>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MY5d8xIHw4Jbg48ZxIQI_A"/>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kbJSupdYpJ_Z_a.u3ZOQoA"/>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_5A2SesgelsBFfgNXIU1Ig"/>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f2VEAKuKbTLEeGRm1pTdvQ"/>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vNZU7gIq9TRSHmnK4zU2Gw"/>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6L0TePMPYOgTWWgviKwwg"/>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CHx_.6ynf_Y64304muyOgA"/>
</p:tagLst>
</file>

<file path=ppt/theme/theme1.xml><?xml version="1.0" encoding="utf-8"?>
<a:theme xmlns:a="http://schemas.openxmlformats.org/drawingml/2006/main" name="ECON-Präsentationsvorlage_english">
  <a:themeElements>
    <a:clrScheme name="EON">
      <a:dk1>
        <a:srgbClr val="000000"/>
      </a:dk1>
      <a:lt1>
        <a:srgbClr val="FFFFFF"/>
      </a:lt1>
      <a:dk2>
        <a:srgbClr val="000000"/>
      </a:dk2>
      <a:lt2>
        <a:srgbClr val="FFFFFF"/>
      </a:lt2>
      <a:accent1>
        <a:srgbClr val="EA1C0A"/>
      </a:accent1>
      <a:accent2>
        <a:srgbClr val="B00402"/>
      </a:accent2>
      <a:accent3>
        <a:srgbClr val="5CC1CB"/>
      </a:accent3>
      <a:accent4>
        <a:srgbClr val="E3E000"/>
      </a:accent4>
      <a:accent5>
        <a:srgbClr val="C44341"/>
      </a:accent5>
      <a:accent6>
        <a:srgbClr val="85D1D8"/>
      </a:accent6>
      <a:hlink>
        <a:srgbClr val="0000FF"/>
      </a:hlink>
      <a:folHlink>
        <a:srgbClr val="800080"/>
      </a:folHlink>
    </a:clrScheme>
    <a:fontScheme name="EON Brix Sans">
      <a:majorFont>
        <a:latin typeface="EON Brix Sans Black"/>
        <a:ea typeface=""/>
        <a:cs typeface=""/>
      </a:majorFont>
      <a:minorFont>
        <a:latin typeface="EON Brix Sans"/>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a:defPPr>
      </a:lstStyle>
    </a:spDef>
    <a:lnDef>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EON">
        <a:dk1>
          <a:srgbClr val="000000"/>
        </a:dk1>
        <a:lt1>
          <a:srgbClr val="FFFFFF"/>
        </a:lt1>
        <a:dk2>
          <a:srgbClr val="000000"/>
        </a:dk2>
        <a:lt2>
          <a:srgbClr val="FFFFFF"/>
        </a:lt2>
        <a:accent1>
          <a:srgbClr val="EA1C0A"/>
        </a:accent1>
        <a:accent2>
          <a:srgbClr val="B00402"/>
        </a:accent2>
        <a:accent3>
          <a:srgbClr val="5CC1CB"/>
        </a:accent3>
        <a:accent4>
          <a:srgbClr val="E3E000"/>
        </a:accent4>
        <a:accent5>
          <a:srgbClr val="C44341"/>
        </a:accent5>
        <a:accent6>
          <a:srgbClr val="85D1D8"/>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custClrLst>
    <a:custClr name=" ">
      <a:srgbClr val="FFFFFF"/>
    </a:custClr>
    <a:custClr name=" ">
      <a:srgbClr val="FFFFFF"/>
    </a:custClr>
    <a:custClr name=" ">
      <a:srgbClr val="FFFFFF"/>
    </a:custClr>
    <a:custClr name=" ">
      <a:srgbClr val="FFFFFF"/>
    </a:custClr>
    <a:custClr name=" ">
      <a:srgbClr val="FFFFFF"/>
    </a:custClr>
    <a:custClr name="Bordeaux 75%">
      <a:srgbClr val="C44341"/>
    </a:custClr>
    <a:custClr name="Turquoise 75%">
      <a:srgbClr val="85D1D8"/>
    </a:custClr>
    <a:custClr name="Yellow 75%">
      <a:srgbClr val="EAE840"/>
    </a:custClr>
    <a:custClr name=" ">
      <a:srgbClr val="FFFFFF"/>
    </a:custClr>
    <a:custClr name=" ">
      <a:srgbClr val="FFFFFF"/>
    </a:custClr>
    <a:custClr name=" ">
      <a:srgbClr val="FFFFFF"/>
    </a:custClr>
    <a:custClr name=" ">
      <a:srgbClr val="FFFFFF"/>
    </a:custClr>
    <a:custClr name=" ">
      <a:srgbClr val="FFFFFF"/>
    </a:custClr>
    <a:custClr name=" ">
      <a:srgbClr val="FFFFFF"/>
    </a:custClr>
    <a:custClr name=" ">
      <a:srgbClr val="FFFFFF"/>
    </a:custClr>
    <a:custClr name="Bordeaux 50%">
      <a:srgbClr val="D78180"/>
    </a:custClr>
    <a:custClr name="Turquoise 50%">
      <a:srgbClr val="ADE0E5"/>
    </a:custClr>
    <a:custClr name="Yellow 50%">
      <a:srgbClr val="F1EF7F"/>
    </a:custClr>
    <a:custClr name=" ">
      <a:srgbClr val="FFFFFF"/>
    </a:custClr>
    <a:custClr name=" ">
      <a:srgbClr val="FFFFFF"/>
    </a:custClr>
    <a:custClr name=" ">
      <a:srgbClr val="FFFFFF"/>
    </a:custClr>
    <a:custClr name=" ">
      <a:srgbClr val="FFFFFF"/>
    </a:custClr>
    <a:custClr name=" ">
      <a:srgbClr val="FFFFFF"/>
    </a:custClr>
    <a:custClr name=" ">
      <a:srgbClr val="FFFFFF"/>
    </a:custClr>
    <a:custClr name=" ">
      <a:srgbClr val="FFFFFF"/>
    </a:custClr>
    <a:custClr name="Bordeaux 25%">
      <a:srgbClr val="EBC0C0"/>
    </a:custClr>
    <a:custClr name="Turquoise 25%">
      <a:srgbClr val="D6EFF2"/>
    </a:custClr>
    <a:custClr name="Yellow 25%">
      <a:srgbClr val="F8F7BF"/>
    </a:custClr>
    <a:custClr name=" ">
      <a:srgbClr val="FFFFFF"/>
    </a:custClr>
    <a:custClr name=" ">
      <a:srgbClr val="FFFFFF"/>
    </a:custClr>
  </a:custClrLst>
</a:theme>
</file>

<file path=ppt/theme/theme2.xml><?xml version="1.0" encoding="utf-8"?>
<a:theme xmlns:a="http://schemas.openxmlformats.org/drawingml/2006/main" name="Benutzerdefiniertes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estnetz_DE_16:9">
  <a:themeElements>
    <a:clrScheme name="Benutzerdefiniert 109">
      <a:dk1>
        <a:sysClr val="windowText" lastClr="000000"/>
      </a:dk1>
      <a:lt1>
        <a:sysClr val="window" lastClr="FFFFFF"/>
      </a:lt1>
      <a:dk2>
        <a:srgbClr val="3C3732"/>
      </a:dk2>
      <a:lt2>
        <a:srgbClr val="ECEBEB"/>
      </a:lt2>
      <a:accent1>
        <a:srgbClr val="F59B00"/>
      </a:accent1>
      <a:accent2>
        <a:srgbClr val="C81E82"/>
      </a:accent2>
      <a:accent3>
        <a:srgbClr val="009BA5"/>
      </a:accent3>
      <a:accent4>
        <a:srgbClr val="143C8C"/>
      </a:accent4>
      <a:accent5>
        <a:srgbClr val="EB4B0A"/>
      </a:accent5>
      <a:accent6>
        <a:srgbClr val="780A5F"/>
      </a:accent6>
      <a:hlink>
        <a:srgbClr val="143C8C"/>
      </a:hlink>
      <a:folHlink>
        <a:srgbClr val="00AAE1"/>
      </a:folHlink>
    </a:clrScheme>
    <a:fontScheme name="Activaero">
      <a:majorFont>
        <a:latin typeface="Calibri"/>
        <a:ea typeface=""/>
        <a:cs typeface=""/>
      </a:majorFont>
      <a:minorFont>
        <a:latin typeface="Calibr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64B42D"/>
        </a:solidFill>
        <a:ln cap="sq">
          <a:noFill/>
          <a:miter lim="800000"/>
        </a:ln>
      </a:spPr>
      <a:bodyPr rot="0" spcFirstLastPara="0" vertOverflow="overflow" horzOverflow="overflow" vert="horz" wrap="square" lIns="216000" tIns="201600" rIns="180000" bIns="230400" numCol="1" spcCol="0" rtlCol="0" fromWordArt="0" anchor="t" anchorCtr="0" forceAA="0" compatLnSpc="1">
        <a:prstTxWarp prst="textNoShape">
          <a:avLst/>
        </a:prstTxWarp>
        <a:noAutofit/>
      </a:bodyPr>
      <a:lstStyle>
        <a:defPPr marL="0" indent="0" algn="l">
          <a:spcBef>
            <a:spcPts val="600"/>
          </a:spcBef>
          <a:buFont typeface="Arial" panose="020B0604020202020204" pitchFamily="34" charset="0"/>
          <a:buNone/>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333333"/>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marL="0" indent="0">
          <a:spcBef>
            <a:spcPts val="600"/>
          </a:spcBef>
          <a:buFont typeface="Arial" panose="020B0604020202020204" pitchFamily="34" charset="0"/>
          <a:buNone/>
          <a:defRPr sz="1600" dirty="0" err="1" smtClean="0"/>
        </a:defPPr>
      </a:lstStyle>
    </a:txDef>
  </a:objectDefaults>
  <a:extraClrSchemeLst/>
  <a:custClrLst>
    <a:custClr>
      <a:srgbClr val="FFFFFF"/>
    </a:custClr>
    <a:custClr name="Grey">
      <a:srgbClr val="3C3732"/>
    </a:custClr>
    <a:custClr name="Pulsing Purple Bright">
      <a:srgbClr val="C81E82"/>
    </a:custClr>
    <a:custClr name="Fiery Fuchsia Bright">
      <a:srgbClr val="E60055"/>
    </a:custClr>
    <a:custClr name="Radiant Red Bright">
      <a:srgbClr val="EB4B0A"/>
    </a:custClr>
    <a:custClr name="Mellow Yellow Bright">
      <a:srgbClr val="F59B00"/>
    </a:custClr>
    <a:custClr name="Galvanic Green Bright">
      <a:srgbClr val="64B42D"/>
    </a:custClr>
    <a:custClr name="Blazing Blue Bright">
      <a:srgbClr val="009BA5"/>
    </a:custClr>
    <a:custClr name="Iridescent Indigo Bright">
      <a:srgbClr val="00AAE1"/>
    </a:custClr>
    <a:custClr>
      <a:srgbClr val="FFFFFF"/>
    </a:custClr>
    <a:custClr>
      <a:srgbClr val="FFFFFF"/>
    </a:custClr>
    <a:custClr name="Grey 80%">
      <a:srgbClr val="635F5B"/>
    </a:custClr>
    <a:custClr name="Pulsing Purple Muted">
      <a:srgbClr val="780A5F"/>
    </a:custClr>
    <a:custClr name="Fiery Fuchsia Muted">
      <a:srgbClr val="A50032"/>
    </a:custClr>
    <a:custClr name="Radiant Red Muted">
      <a:srgbClr val="B9280A"/>
    </a:custClr>
    <a:custClr name="Mellow Yellow Muted">
      <a:srgbClr val="D27300"/>
    </a:custClr>
    <a:custClr name="Galvanic Green Muted">
      <a:srgbClr val="00875A"/>
    </a:custClr>
    <a:custClr name="Blazing Blue Muted">
      <a:srgbClr val="005F69"/>
    </a:custClr>
    <a:custClr name="Iridescent Indigo Muted">
      <a:srgbClr val="143C8C"/>
    </a:custClr>
    <a:custClr>
      <a:srgbClr val="FFFFFF"/>
    </a:custClr>
    <a:custClr>
      <a:srgbClr val="FFFFFF"/>
    </a:custClr>
    <a:custClr name="Grey 60%">
      <a:srgbClr val="8A8784"/>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 name="Grey 40%">
      <a:srgbClr val="B1AFAD"/>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 name="Grey 20%">
      <a:srgbClr val="D8D7D6"/>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Lst>
  <a:extLst>
    <a:ext uri="{05A4C25C-085E-4340-85A3-A5531E510DB2}">
      <thm15:themeFamily xmlns:thm15="http://schemas.microsoft.com/office/thememl/2012/main" name="Westnetz_16zu9_PPT_DE_scr04.potx" id="{28F09F20-A0F7-48DB-B063-27870BB244D9}" vid="{E0C94C62-1D7A-49F9-8981-3D50C979EDC9}"/>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Zuletztge_x00e4_ndert xmlns="34375c6f-b131-430f-b256-acbc8d1c09c8">
      <UserInfo>
        <DisplayName/>
        <AccountId xsi:nil="true"/>
        <AccountType/>
      </UserInfo>
    </Zuletztge_x00e4_ndert>
    <SharedWithUsers xmlns="fc6d1e43-aa48-4dcf-abbd-3ff0381bc751">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DA6EA56ACDE0B749894AAA4CBE37ABD2" ma:contentTypeVersion="11" ma:contentTypeDescription="Ein neues Dokument erstellen." ma:contentTypeScope="" ma:versionID="885ba4b55c39d1241992134dbe5192b9">
  <xsd:schema xmlns:xsd="http://www.w3.org/2001/XMLSchema" xmlns:xs="http://www.w3.org/2001/XMLSchema" xmlns:p="http://schemas.microsoft.com/office/2006/metadata/properties" xmlns:ns2="34375c6f-b131-430f-b256-acbc8d1c09c8" xmlns:ns3="fc6d1e43-aa48-4dcf-abbd-3ff0381bc751" targetNamespace="http://schemas.microsoft.com/office/2006/metadata/properties" ma:root="true" ma:fieldsID="77321c1d10b0b9fa43f96a2480479871" ns2:_="" ns3:_="">
    <xsd:import namespace="34375c6f-b131-430f-b256-acbc8d1c09c8"/>
    <xsd:import namespace="fc6d1e43-aa48-4dcf-abbd-3ff0381bc75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Zuletztge_x00e4_ndert"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375c6f-b131-430f-b256-acbc8d1c09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Zuletztge_x00e4_ndert" ma:index="15" nillable="true" ma:displayName="Zuletzt geändert" ma:description="Zuletzt geändert" ma:format="Dropdown" ma:list="UserInfo" ma:SharePointGroup="0" ma:internalName="Zuletztge_x00e4_ndert">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16"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6d1e43-aa48-4dcf-abbd-3ff0381bc751" elementFormDefault="qualified">
    <xsd:import namespace="http://schemas.microsoft.com/office/2006/documentManagement/types"/>
    <xsd:import namespace="http://schemas.microsoft.com/office/infopath/2007/PartnerControls"/>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9955CA-372D-4BD7-ACAF-8E28518A1E60}">
  <ds:schemaRefs>
    <ds:schemaRef ds:uri="http://purl.org/dc/dcmitype/"/>
    <ds:schemaRef ds:uri="http://schemas.microsoft.com/office/infopath/2007/PartnerControls"/>
    <ds:schemaRef ds:uri="http://schemas.microsoft.com/office/2006/metadata/properties"/>
    <ds:schemaRef ds:uri="fc6d1e43-aa48-4dcf-abbd-3ff0381bc751"/>
    <ds:schemaRef ds:uri="http://purl.org/dc/terms/"/>
    <ds:schemaRef ds:uri="http://purl.org/dc/elements/1.1/"/>
    <ds:schemaRef ds:uri="http://schemas.microsoft.com/office/2006/documentManagement/types"/>
    <ds:schemaRef ds:uri="http://schemas.openxmlformats.org/package/2006/metadata/core-properties"/>
    <ds:schemaRef ds:uri="34375c6f-b131-430f-b256-acbc8d1c09c8"/>
    <ds:schemaRef ds:uri="http://www.w3.org/XML/1998/namespace"/>
  </ds:schemaRefs>
</ds:datastoreItem>
</file>

<file path=customXml/itemProps2.xml><?xml version="1.0" encoding="utf-8"?>
<ds:datastoreItem xmlns:ds="http://schemas.openxmlformats.org/officeDocument/2006/customXml" ds:itemID="{3CDE90EB-937E-4E0D-B234-3198762F17D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375c6f-b131-430f-b256-acbc8d1c09c8"/>
    <ds:schemaRef ds:uri="fc6d1e43-aa48-4dcf-abbd-3ff0381bc7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E377736-B44F-413B-A2B1-E5C47865CAD8}">
  <ds:schemaRefs>
    <ds:schemaRef ds:uri="http://schemas.microsoft.com/sharepoint/v3/contenttype/forms"/>
  </ds:schemaRefs>
</ds:datastoreItem>
</file>

<file path=docMetadata/LabelInfo.xml><?xml version="1.0" encoding="utf-8"?>
<clbl:labelList xmlns:clbl="http://schemas.microsoft.com/office/2020/mipLabelMetadata">
  <clbl:label id="{7734701f-0528-41cb-8f08-1cecd0e63a61}" enabled="1" method="Privileged" siteId="{b914a242-e718-443b-a47c-6b4c649d8c0a}" removed="0"/>
</clbl:labelList>
</file>

<file path=docProps/app.xml><?xml version="1.0" encoding="utf-8"?>
<Properties xmlns="http://schemas.openxmlformats.org/officeDocument/2006/extended-properties" xmlns:vt="http://schemas.openxmlformats.org/officeDocument/2006/docPropsVTypes">
  <TotalTime>0</TotalTime>
  <Words>224</Words>
  <Application>Microsoft Office PowerPoint</Application>
  <PresentationFormat>Breitbild</PresentationFormat>
  <Paragraphs>43</Paragraphs>
  <Slides>5</Slides>
  <Notes>1</Notes>
  <HiddenSlides>0</HiddenSlides>
  <MMClips>0</MMClips>
  <ScaleCrop>false</ScaleCrop>
  <HeadingPairs>
    <vt:vector size="8" baseType="variant">
      <vt:variant>
        <vt:lpstr>Verwendete Schriftarten</vt:lpstr>
      </vt:variant>
      <vt:variant>
        <vt:i4>6</vt:i4>
      </vt:variant>
      <vt:variant>
        <vt:lpstr>Design</vt:lpstr>
      </vt:variant>
      <vt:variant>
        <vt:i4>3</vt:i4>
      </vt:variant>
      <vt:variant>
        <vt:lpstr>Eingebettete OLE-Server</vt:lpstr>
      </vt:variant>
      <vt:variant>
        <vt:i4>1</vt:i4>
      </vt:variant>
      <vt:variant>
        <vt:lpstr>Folientitel</vt:lpstr>
      </vt:variant>
      <vt:variant>
        <vt:i4>5</vt:i4>
      </vt:variant>
    </vt:vector>
  </HeadingPairs>
  <TitlesOfParts>
    <vt:vector size="15" baseType="lpstr">
      <vt:lpstr>Arial</vt:lpstr>
      <vt:lpstr>Calibri</vt:lpstr>
      <vt:lpstr>Calibri Light</vt:lpstr>
      <vt:lpstr>EON Brix Sans</vt:lpstr>
      <vt:lpstr>EON Brix Sans Black</vt:lpstr>
      <vt:lpstr>Symbol</vt:lpstr>
      <vt:lpstr>ECON-Präsentationsvorlage_english</vt:lpstr>
      <vt:lpstr>Benutzerdefiniertes Design</vt:lpstr>
      <vt:lpstr>Westnetz_DE_16:9</vt:lpstr>
      <vt:lpstr>think-cell Folie</vt:lpstr>
      <vt:lpstr>  </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Initiative MakoX –  Übersicht &amp; aktueller Stand</dc:title>
  <dc:creator>E.ON;edgar.jung@elropro.de</dc:creator>
  <cp:lastModifiedBy>Edgar Jung</cp:lastModifiedBy>
  <cp:revision>260</cp:revision>
  <cp:lastPrinted>2023-11-09T12:38:35Z</cp:lastPrinted>
  <dcterms:created xsi:type="dcterms:W3CDTF">2023-06-01T07:25:36Z</dcterms:created>
  <dcterms:modified xsi:type="dcterms:W3CDTF">2026-05-30T11:52:41Z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0x010100DA6EA56ACDE0B749894AAA4CBE37ABD2</vt:lpwstr>
  </property>
  <property fmtid="{D5CDD505-2E9C-101B-9397-08002B2CF9AE}" pid="3" name="Order">
    <vt:r8>420200</vt:r8>
  </property>
  <property fmtid="{D5CDD505-2E9C-101B-9397-08002B2CF9AE}" pid="4" name="xd_Signature">
    <vt:bool>false</vt:bool>
  </property>
  <property fmtid="{D5CDD505-2E9C-101B-9397-08002B2CF9AE}" pid="5" name="xd_ProgID">
    <vt:lpwstr/>
  </property>
  <property fmtid="{D5CDD505-2E9C-101B-9397-08002B2CF9AE}" pid="6" name="TriggerFlowInfo">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ies>
</file>