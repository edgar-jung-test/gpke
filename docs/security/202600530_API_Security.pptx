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heme/theme4.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28" r:id="rId5"/>
    <p:sldMasterId id="2147483685" r:id="rId6"/>
  </p:sldMasterIdLst>
  <p:notesMasterIdLst>
    <p:notesMasterId r:id="rId15"/>
  </p:notesMasterIdLst>
  <p:sldIdLst>
    <p:sldId id="2147375520" r:id="rId7"/>
    <p:sldId id="2147478932" r:id="rId8"/>
    <p:sldId id="2147478939" r:id="rId9"/>
    <p:sldId id="2147478940" r:id="rId10"/>
    <p:sldId id="2147478941" r:id="rId11"/>
    <p:sldId id="2147478942" r:id="rId12"/>
    <p:sldId id="2147478944" r:id="rId13"/>
    <p:sldId id="2147478943" r:id="rId14"/>
  </p:sldIdLst>
  <p:sldSz cx="12192000" cy="6858000"/>
  <p:notesSz cx="6797675" cy="9929813"/>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C118F54-28FB-B6CF-D358-9A9FEE811B5D}" name="Meyer, Sylvia" initials="SM" userId="S::S56106@eon.com::fd639b62-83d2-4f8e-95c8-3430417ea987" providerId="AD"/>
  <p188:author id="{00A944EF-B699-4874-FE24-DA141CA064D6}" name="Vobis Magurova, Zuzana" initials="ZV" userId="S::Z4389@eon.com::18cfeb36-2998-4879-9663-57bb8831276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03" autoAdjust="0"/>
    <p:restoredTop sz="94660"/>
  </p:normalViewPr>
  <p:slideViewPr>
    <p:cSldViewPr snapToGrid="0">
      <p:cViewPr varScale="1">
        <p:scale>
          <a:sx n="132" d="100"/>
          <a:sy n="132" d="100"/>
        </p:scale>
        <p:origin x="150" y="11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8215"/>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50443" y="0"/>
            <a:ext cx="2945659" cy="498215"/>
          </a:xfrm>
          <a:prstGeom prst="rect">
            <a:avLst/>
          </a:prstGeom>
        </p:spPr>
        <p:txBody>
          <a:bodyPr vert="horz" lIns="91440" tIns="45720" rIns="91440" bIns="45720" rtlCol="0"/>
          <a:lstStyle>
            <a:lvl1pPr algn="r">
              <a:defRPr sz="1200"/>
            </a:lvl1pPr>
          </a:lstStyle>
          <a:p>
            <a:fld id="{98885CD0-DDC1-469F-976C-48758EC7B80F}" type="datetimeFigureOut">
              <a:rPr lang="de-DE" smtClean="0"/>
              <a:t>10.06.2026</a:t>
            </a:fld>
            <a:endParaRPr lang="de-DE"/>
          </a:p>
        </p:txBody>
      </p:sp>
      <p:sp>
        <p:nvSpPr>
          <p:cNvPr id="4" name="Folienbildplatzhalter 3"/>
          <p:cNvSpPr>
            <a:spLocks noGrp="1" noRot="1" noChangeAspect="1"/>
          </p:cNvSpPr>
          <p:nvPr>
            <p:ph type="sldImg" idx="2"/>
          </p:nvPr>
        </p:nvSpPr>
        <p:spPr>
          <a:xfrm>
            <a:off x="420688" y="1241425"/>
            <a:ext cx="5956300" cy="3351213"/>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79768" y="4778722"/>
            <a:ext cx="5438140" cy="3909864"/>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431600"/>
            <a:ext cx="2945659" cy="498214"/>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50443" y="9431600"/>
            <a:ext cx="2945659" cy="498214"/>
          </a:xfrm>
          <a:prstGeom prst="rect">
            <a:avLst/>
          </a:prstGeom>
        </p:spPr>
        <p:txBody>
          <a:bodyPr vert="horz" lIns="91440" tIns="45720" rIns="91440" bIns="45720" rtlCol="0" anchor="b"/>
          <a:lstStyle>
            <a:lvl1pPr algn="r">
              <a:defRPr sz="1200"/>
            </a:lvl1pPr>
          </a:lstStyle>
          <a:p>
            <a:fld id="{E19C55FF-AB89-49ED-8C32-8EEEB9E4A391}" type="slidenum">
              <a:rPr lang="de-DE" smtClean="0"/>
              <a:t>‹Nr.›</a:t>
            </a:fld>
            <a:endParaRPr lang="de-DE"/>
          </a:p>
        </p:txBody>
      </p:sp>
    </p:spTree>
    <p:extLst>
      <p:ext uri="{BB962C8B-B14F-4D97-AF65-F5344CB8AC3E}">
        <p14:creationId xmlns:p14="http://schemas.microsoft.com/office/powerpoint/2010/main" val="3119495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fld id="{4C788022-2B66-4C3B-913E-DF7D5DD0D66A}" type="slidenum">
              <a:rPr lang="de-DE" smtClean="0"/>
              <a:t>1</a:t>
            </a:fld>
            <a:endParaRPr lang="de-DE"/>
          </a:p>
        </p:txBody>
      </p:sp>
    </p:spTree>
    <p:extLst>
      <p:ext uri="{BB962C8B-B14F-4D97-AF65-F5344CB8AC3E}">
        <p14:creationId xmlns:p14="http://schemas.microsoft.com/office/powerpoint/2010/main" val="39303152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4.xml"/><Relationship Id="rId4" Type="http://schemas.openxmlformats.org/officeDocument/2006/relationships/image" Target="../media/image5.emf"/></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5.emf"/><Relationship Id="rId4" Type="http://schemas.openxmlformats.org/officeDocument/2006/relationships/oleObject" Target="../embeddings/oleObject4.bin"/></Relationships>
</file>

<file path=ppt/slideLayouts/_rels/slideLayout4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5.emf"/><Relationship Id="rId4" Type="http://schemas.openxmlformats.org/officeDocument/2006/relationships/oleObject" Target="../embeddings/oleObject5.bin"/></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10.jpg"/><Relationship Id="rId5" Type="http://schemas.openxmlformats.org/officeDocument/2006/relationships/image" Target="../media/image5.emf"/><Relationship Id="rId4" Type="http://schemas.openxmlformats.org/officeDocument/2006/relationships/oleObject" Target="../embeddings/oleObject6.bin"/></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10.jpg"/><Relationship Id="rId5" Type="http://schemas.openxmlformats.org/officeDocument/2006/relationships/image" Target="../media/image5.emf"/><Relationship Id="rId4" Type="http://schemas.openxmlformats.org/officeDocument/2006/relationships/oleObject" Target="../embeddings/oleObject7.bin"/></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10.jpg"/><Relationship Id="rId5" Type="http://schemas.openxmlformats.org/officeDocument/2006/relationships/image" Target="../media/image5.emf"/><Relationship Id="rId4" Type="http://schemas.openxmlformats.org/officeDocument/2006/relationships/oleObject" Target="../embeddings/oleObject8.bin"/></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10.jpg"/><Relationship Id="rId5" Type="http://schemas.openxmlformats.org/officeDocument/2006/relationships/image" Target="../media/image5.emf"/><Relationship Id="rId4" Type="http://schemas.openxmlformats.org/officeDocument/2006/relationships/oleObject" Target="../embeddings/oleObject9.bin"/></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5.emf"/><Relationship Id="rId4" Type="http://schemas.openxmlformats.org/officeDocument/2006/relationships/oleObject" Target="../embeddings/oleObject10.bin"/></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19.xml"/><Relationship Id="rId4" Type="http://schemas.openxmlformats.org/officeDocument/2006/relationships/image" Target="../media/image5.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20.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5.emf"/></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0.jpg"/><Relationship Id="rId5" Type="http://schemas.openxmlformats.org/officeDocument/2006/relationships/image" Target="../media/image5.emf"/><Relationship Id="rId4" Type="http://schemas.openxmlformats.org/officeDocument/2006/relationships/oleObject" Target="../embeddings/oleObject11.bin"/></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0.jpg"/><Relationship Id="rId1" Type="http://schemas.openxmlformats.org/officeDocument/2006/relationships/slideMaster" Target="../slideMasters/slideMaster3.xml"/><Relationship Id="rId4" Type="http://schemas.openxmlformats.org/officeDocument/2006/relationships/image" Target="../media/image7.emf"/></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10.jpg"/><Relationship Id="rId5" Type="http://schemas.openxmlformats.org/officeDocument/2006/relationships/image" Target="../media/image5.emf"/><Relationship Id="rId4" Type="http://schemas.openxmlformats.org/officeDocument/2006/relationships/oleObject" Target="../embeddings/oleObject12.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less color">
    <p:spTree>
      <p:nvGrpSpPr>
        <p:cNvPr id="1" name=""/>
        <p:cNvGrpSpPr/>
        <p:nvPr/>
      </p:nvGrpSpPr>
      <p:grpSpPr>
        <a:xfrm>
          <a:off x="0" y="0"/>
          <a:ext cx="0" cy="0"/>
          <a:chOff x="0" y="0"/>
          <a:chExt cx="0" cy="0"/>
        </a:xfrm>
      </p:grpSpPr>
      <p:sp>
        <p:nvSpPr>
          <p:cNvPr id="2" name="Titel 1"/>
          <p:cNvSpPr>
            <a:spLocks noGrp="1"/>
          </p:cNvSpPr>
          <p:nvPr>
            <p:ph type="ctrTitle"/>
          </p:nvPr>
        </p:nvSpPr>
        <p:spPr>
          <a:xfrm>
            <a:off x="2088000" y="2097600"/>
            <a:ext cx="8016000" cy="1632000"/>
          </a:xfrm>
        </p:spPr>
        <p:txBody>
          <a:bodyPr anchor="b" anchorCtr="0">
            <a:noAutofit/>
          </a:bodyPr>
          <a:lstStyle>
            <a:lvl1pPr algn="r">
              <a:lnSpc>
                <a:spcPts val="6133"/>
              </a:lnSpc>
              <a:defRPr sz="6133" kern="100" baseline="0"/>
            </a:lvl1pPr>
          </a:lstStyle>
          <a:p>
            <a:r>
              <a:rPr lang="de-DE"/>
              <a:t>Mastertitelformat bearbeiten</a:t>
            </a:r>
          </a:p>
        </p:txBody>
      </p:sp>
      <p:sp>
        <p:nvSpPr>
          <p:cNvPr id="3" name="Untertitel 2"/>
          <p:cNvSpPr>
            <a:spLocks noGrp="1"/>
          </p:cNvSpPr>
          <p:nvPr>
            <p:ph type="subTitle" idx="1"/>
          </p:nvPr>
        </p:nvSpPr>
        <p:spPr>
          <a:xfrm>
            <a:off x="2088000" y="3868800"/>
            <a:ext cx="8016000" cy="724800"/>
          </a:xfrm>
        </p:spPr>
        <p:txBody>
          <a:bodyPr>
            <a:noAutofit/>
          </a:bodyPr>
          <a:lstStyle>
            <a:lvl1pPr marL="0" indent="0" algn="r">
              <a:lnSpc>
                <a:spcPct val="100000"/>
              </a:lnSpc>
              <a:spcAft>
                <a:spcPts val="800"/>
              </a:spcAft>
              <a:buNone/>
              <a:defRPr sz="2533" kern="100" baseline="0">
                <a:solidFill>
                  <a:srgbClr val="EA1C0A"/>
                </a:solidFill>
                <a:latin typeface="+mj-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de-DE"/>
              <a:t>Master-Untertitelformat bearbeiten</a:t>
            </a:r>
          </a:p>
        </p:txBody>
      </p:sp>
      <p:sp>
        <p:nvSpPr>
          <p:cNvPr id="4" name="Datumsplatzhalter 3"/>
          <p:cNvSpPr>
            <a:spLocks noGrp="1"/>
          </p:cNvSpPr>
          <p:nvPr>
            <p:ph type="dt" sz="half" idx="10"/>
          </p:nvPr>
        </p:nvSpPr>
        <p:spPr>
          <a:xfrm>
            <a:off x="8184000" y="696000"/>
            <a:ext cx="1920000" cy="192000"/>
          </a:xfrm>
        </p:spPr>
        <p:txBody>
          <a:bodyPr/>
          <a:lstStyle>
            <a:lvl1pPr algn="r">
              <a:defRPr/>
            </a:lvl1pPr>
          </a:lstStyle>
          <a:p>
            <a:r>
              <a:rPr lang="de-DE"/>
              <a:t>20.03.2017</a:t>
            </a:r>
          </a:p>
        </p:txBody>
      </p:sp>
      <p:grpSp>
        <p:nvGrpSpPr>
          <p:cNvPr id="10" name="Gruppieren 9"/>
          <p:cNvGrpSpPr/>
          <p:nvPr userDrawn="1"/>
        </p:nvGrpSpPr>
        <p:grpSpPr>
          <a:xfrm>
            <a:off x="10632000" y="0"/>
            <a:ext cx="1560000" cy="6859200"/>
            <a:chOff x="7974000" y="0"/>
            <a:chExt cx="1170000" cy="5144400"/>
          </a:xfrm>
        </p:grpSpPr>
        <p:sp>
          <p:nvSpPr>
            <p:cNvPr id="7" name="Rechteck 6"/>
            <p:cNvSpPr/>
            <p:nvPr userDrawn="1"/>
          </p:nvSpPr>
          <p:spPr>
            <a:xfrm>
              <a:off x="8920800" y="0"/>
              <a:ext cx="223200" cy="5144400"/>
            </a:xfrm>
            <a:prstGeom prst="rect">
              <a:avLst/>
            </a:prstGeom>
            <a:solidFill>
              <a:srgbClr val="E3E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8" name="Rechteck 7"/>
            <p:cNvSpPr/>
            <p:nvPr userDrawn="1"/>
          </p:nvSpPr>
          <p:spPr>
            <a:xfrm>
              <a:off x="8352000" y="0"/>
              <a:ext cx="5688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7974000" y="0"/>
              <a:ext cx="378000" cy="51444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pic>
        <p:nvPicPr>
          <p:cNvPr id="5" name="EON_Logo_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5601" y="4944000"/>
            <a:ext cx="2833169" cy="840000"/>
          </a:xfrm>
          <a:prstGeom prst="rect">
            <a:avLst/>
          </a:prstGeom>
        </p:spPr>
      </p:pic>
    </p:spTree>
    <p:extLst>
      <p:ext uri="{BB962C8B-B14F-4D97-AF65-F5344CB8AC3E}">
        <p14:creationId xmlns:p14="http://schemas.microsoft.com/office/powerpoint/2010/main" val="1185282322"/>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full color">
    <p:spTree>
      <p:nvGrpSpPr>
        <p:cNvPr id="1" name=""/>
        <p:cNvGrpSpPr/>
        <p:nvPr/>
      </p:nvGrpSpPr>
      <p:grpSpPr>
        <a:xfrm>
          <a:off x="0" y="0"/>
          <a:ext cx="0" cy="0"/>
          <a:chOff x="0" y="0"/>
          <a:chExt cx="0" cy="0"/>
        </a:xfrm>
      </p:grpSpPr>
      <p:sp>
        <p:nvSpPr>
          <p:cNvPr id="2" name="Titel 1"/>
          <p:cNvSpPr>
            <a:spLocks noGrp="1"/>
          </p:cNvSpPr>
          <p:nvPr>
            <p:ph type="ctrTitle"/>
          </p:nvPr>
        </p:nvSpPr>
        <p:spPr>
          <a:xfrm>
            <a:off x="1108800" y="2097600"/>
            <a:ext cx="8016000" cy="1632000"/>
          </a:xfrm>
        </p:spPr>
        <p:txBody>
          <a:bodyPr anchor="b" anchorCtr="0">
            <a:noAutofit/>
          </a:bodyPr>
          <a:lstStyle>
            <a:lvl1pPr algn="r">
              <a:lnSpc>
                <a:spcPts val="6133"/>
              </a:lnSpc>
              <a:defRPr sz="6133" kern="100" baseline="0">
                <a:solidFill>
                  <a:srgbClr val="FFFFFF"/>
                </a:solidFill>
              </a:defRPr>
            </a:lvl1pPr>
          </a:lstStyle>
          <a:p>
            <a:r>
              <a:rPr lang="de-DE"/>
              <a:t>Mastertitelformat bearbeiten</a:t>
            </a:r>
          </a:p>
        </p:txBody>
      </p:sp>
      <p:sp>
        <p:nvSpPr>
          <p:cNvPr id="3" name="Untertitel 2"/>
          <p:cNvSpPr>
            <a:spLocks noGrp="1"/>
          </p:cNvSpPr>
          <p:nvPr>
            <p:ph type="subTitle" idx="1"/>
          </p:nvPr>
        </p:nvSpPr>
        <p:spPr>
          <a:xfrm>
            <a:off x="1108800" y="3868800"/>
            <a:ext cx="8016000" cy="724800"/>
          </a:xfrm>
        </p:spPr>
        <p:txBody>
          <a:bodyPr>
            <a:noAutofit/>
          </a:bodyPr>
          <a:lstStyle>
            <a:lvl1pPr marL="0" indent="0" algn="r">
              <a:lnSpc>
                <a:spcPct val="100000"/>
              </a:lnSpc>
              <a:spcAft>
                <a:spcPts val="800"/>
              </a:spcAft>
              <a:buNone/>
              <a:defRPr sz="2533" kern="100" baseline="0">
                <a:solidFill>
                  <a:srgbClr val="FFFFFF"/>
                </a:solidFill>
                <a:latin typeface="+mj-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de-DE"/>
              <a:t>Master-Untertitelformat bearbeiten</a:t>
            </a:r>
          </a:p>
        </p:txBody>
      </p:sp>
      <p:sp>
        <p:nvSpPr>
          <p:cNvPr id="4" name="Datumsplatzhalter 3"/>
          <p:cNvSpPr>
            <a:spLocks noGrp="1"/>
          </p:cNvSpPr>
          <p:nvPr>
            <p:ph type="dt" sz="half" idx="10"/>
          </p:nvPr>
        </p:nvSpPr>
        <p:spPr>
          <a:xfrm>
            <a:off x="7219200" y="696000"/>
            <a:ext cx="1920000" cy="192000"/>
          </a:xfrm>
        </p:spPr>
        <p:txBody>
          <a:bodyPr/>
          <a:lstStyle>
            <a:lvl1pPr algn="r">
              <a:defRPr>
                <a:solidFill>
                  <a:srgbClr val="FFFFFF"/>
                </a:solidFill>
              </a:defRPr>
            </a:lvl1pPr>
          </a:lstStyle>
          <a:p>
            <a:r>
              <a:rPr lang="de-DE"/>
              <a:t>20.03.2017</a:t>
            </a:r>
          </a:p>
        </p:txBody>
      </p:sp>
      <p:grpSp>
        <p:nvGrpSpPr>
          <p:cNvPr id="11" name="Gruppieren 10"/>
          <p:cNvGrpSpPr/>
          <p:nvPr userDrawn="1"/>
        </p:nvGrpSpPr>
        <p:grpSpPr>
          <a:xfrm>
            <a:off x="0" y="0"/>
            <a:ext cx="12192000" cy="6859200"/>
            <a:chOff x="0" y="0"/>
            <a:chExt cx="9144000" cy="5144400"/>
          </a:xfrm>
        </p:grpSpPr>
        <p:sp>
          <p:nvSpPr>
            <p:cNvPr id="7" name="Rechteck 6"/>
            <p:cNvSpPr/>
            <p:nvPr userDrawn="1"/>
          </p:nvSpPr>
          <p:spPr>
            <a:xfrm>
              <a:off x="0" y="0"/>
              <a:ext cx="223200" cy="5144400"/>
            </a:xfrm>
            <a:prstGeom prst="rect">
              <a:avLst/>
            </a:prstGeom>
            <a:solidFill>
              <a:srgbClr val="E3E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8" name="Rechteck 7"/>
            <p:cNvSpPr/>
            <p:nvPr userDrawn="1"/>
          </p:nvSpPr>
          <p:spPr>
            <a:xfrm>
              <a:off x="7786800" y="0"/>
              <a:ext cx="13572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7218000" y="0"/>
              <a:ext cx="568800" cy="51444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pic>
        <p:nvPicPr>
          <p:cNvPr id="6" name="EON_Logo_w"/>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92801" y="4944000"/>
            <a:ext cx="2833169" cy="840000"/>
          </a:xfrm>
          <a:prstGeom prst="rect">
            <a:avLst/>
          </a:prstGeom>
        </p:spPr>
      </p:pic>
    </p:spTree>
    <p:extLst>
      <p:ext uri="{BB962C8B-B14F-4D97-AF65-F5344CB8AC3E}">
        <p14:creationId xmlns:p14="http://schemas.microsoft.com/office/powerpoint/2010/main" val="4264770143"/>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spTree>
      <p:nvGrpSpPr>
        <p:cNvPr id="1" name=""/>
        <p:cNvGrpSpPr/>
        <p:nvPr/>
      </p:nvGrpSpPr>
      <p:grpSpPr>
        <a:xfrm>
          <a:off x="0" y="0"/>
          <a:ext cx="0" cy="0"/>
          <a:chOff x="0" y="0"/>
          <a:chExt cx="0" cy="0"/>
        </a:xfrm>
      </p:grpSpPr>
      <p:grpSp>
        <p:nvGrpSpPr>
          <p:cNvPr id="6" name="Gruppieren 5"/>
          <p:cNvGrpSpPr/>
          <p:nvPr userDrawn="1"/>
        </p:nvGrpSpPr>
        <p:grpSpPr>
          <a:xfrm>
            <a:off x="0" y="0"/>
            <a:ext cx="12192000" cy="6859200"/>
            <a:chOff x="0" y="0"/>
            <a:chExt cx="9144000" cy="5144400"/>
          </a:xfrm>
        </p:grpSpPr>
        <p:sp>
          <p:nvSpPr>
            <p:cNvPr id="7" name="Rechteck 6"/>
            <p:cNvSpPr/>
            <p:nvPr userDrawn="1"/>
          </p:nvSpPr>
          <p:spPr>
            <a:xfrm>
              <a:off x="8920800" y="0"/>
              <a:ext cx="223200" cy="5144400"/>
            </a:xfrm>
            <a:prstGeom prst="rect">
              <a:avLst/>
            </a:prstGeom>
            <a:solidFill>
              <a:srgbClr val="E3E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8" name="Rechteck 7"/>
            <p:cNvSpPr/>
            <p:nvPr userDrawn="1"/>
          </p:nvSpPr>
          <p:spPr>
            <a:xfrm>
              <a:off x="6649200" y="0"/>
              <a:ext cx="22716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0" y="0"/>
              <a:ext cx="601200" cy="51444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pic>
        <p:nvPicPr>
          <p:cNvPr id="11" name="Grafik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7201" y="-1"/>
            <a:ext cx="8077940" cy="6859200"/>
          </a:xfrm>
          <a:prstGeom prst="rect">
            <a:avLst/>
          </a:prstGeom>
        </p:spPr>
      </p:pic>
      <p:sp>
        <p:nvSpPr>
          <p:cNvPr id="2" name="Titel 1"/>
          <p:cNvSpPr>
            <a:spLocks noGrp="1"/>
          </p:cNvSpPr>
          <p:nvPr>
            <p:ph type="ctrTitle"/>
          </p:nvPr>
        </p:nvSpPr>
        <p:spPr>
          <a:xfrm>
            <a:off x="1305600" y="2097600"/>
            <a:ext cx="7060800" cy="1632000"/>
          </a:xfrm>
        </p:spPr>
        <p:txBody>
          <a:bodyPr anchor="b" anchorCtr="0">
            <a:noAutofit/>
          </a:bodyPr>
          <a:lstStyle>
            <a:lvl1pPr algn="r">
              <a:lnSpc>
                <a:spcPts val="6133"/>
              </a:lnSpc>
              <a:defRPr sz="6133" kern="100" baseline="0"/>
            </a:lvl1pPr>
          </a:lstStyle>
          <a:p>
            <a:r>
              <a:rPr lang="de-DE"/>
              <a:t>Mastertitelformat bearbeiten</a:t>
            </a:r>
          </a:p>
        </p:txBody>
      </p:sp>
      <p:sp>
        <p:nvSpPr>
          <p:cNvPr id="3" name="Untertitel 2"/>
          <p:cNvSpPr>
            <a:spLocks noGrp="1"/>
          </p:cNvSpPr>
          <p:nvPr>
            <p:ph type="subTitle" idx="1"/>
          </p:nvPr>
        </p:nvSpPr>
        <p:spPr>
          <a:xfrm>
            <a:off x="1305600" y="3868800"/>
            <a:ext cx="7060800" cy="724800"/>
          </a:xfrm>
        </p:spPr>
        <p:txBody>
          <a:bodyPr>
            <a:noAutofit/>
          </a:bodyPr>
          <a:lstStyle>
            <a:lvl1pPr marL="0" indent="0" algn="r">
              <a:lnSpc>
                <a:spcPct val="100000"/>
              </a:lnSpc>
              <a:spcAft>
                <a:spcPts val="800"/>
              </a:spcAft>
              <a:buNone/>
              <a:defRPr sz="2533" kern="100" baseline="0">
                <a:solidFill>
                  <a:srgbClr val="EA1C0A"/>
                </a:solidFill>
                <a:latin typeface="+mj-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de-DE"/>
              <a:t>Master-Untertitelformat bearbeiten</a:t>
            </a:r>
          </a:p>
        </p:txBody>
      </p:sp>
      <p:sp>
        <p:nvSpPr>
          <p:cNvPr id="4" name="Datumsplatzhalter 3"/>
          <p:cNvSpPr>
            <a:spLocks noGrp="1"/>
          </p:cNvSpPr>
          <p:nvPr>
            <p:ph type="dt" sz="half" idx="10"/>
          </p:nvPr>
        </p:nvSpPr>
        <p:spPr>
          <a:xfrm>
            <a:off x="6460800" y="696000"/>
            <a:ext cx="1920000" cy="192000"/>
          </a:xfrm>
        </p:spPr>
        <p:txBody>
          <a:bodyPr/>
          <a:lstStyle>
            <a:lvl1pPr algn="r">
              <a:defRPr>
                <a:solidFill>
                  <a:srgbClr val="FFFFFF"/>
                </a:solidFill>
              </a:defRPr>
            </a:lvl1pPr>
          </a:lstStyle>
          <a:p>
            <a:r>
              <a:rPr lang="de-DE"/>
              <a:t>20.03.2017</a:t>
            </a:r>
          </a:p>
        </p:txBody>
      </p:sp>
      <p:pic>
        <p:nvPicPr>
          <p:cNvPr id="5" name="EON_Logo_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534401" y="4944000"/>
            <a:ext cx="2833169" cy="840000"/>
          </a:xfrm>
          <a:prstGeom prst="rect">
            <a:avLst/>
          </a:prstGeom>
        </p:spPr>
      </p:pic>
    </p:spTree>
    <p:extLst>
      <p:ext uri="{BB962C8B-B14F-4D97-AF65-F5344CB8AC3E}">
        <p14:creationId xmlns:p14="http://schemas.microsoft.com/office/powerpoint/2010/main" val="3282319622"/>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Content 1 column">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r>
              <a:rPr lang="de-DE"/>
              <a:t>20.03.2017</a:t>
            </a:r>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93C795C4-4A26-412B-AA90-98E97FF83D41}" type="slidenum">
              <a:rPr lang="de-DE" smtClean="0"/>
              <a:t>‹Nr.›</a:t>
            </a:fld>
            <a:endParaRPr lang="de-DE"/>
          </a:p>
        </p:txBody>
      </p:sp>
    </p:spTree>
    <p:extLst>
      <p:ext uri="{BB962C8B-B14F-4D97-AF65-F5344CB8AC3E}">
        <p14:creationId xmlns:p14="http://schemas.microsoft.com/office/powerpoint/2010/main" val="3893190239"/>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9A0CEB-794D-71CA-7855-7EF5463FE711}"/>
              </a:ext>
            </a:extLst>
          </p:cNvPr>
          <p:cNvSpPr>
            <a:spLocks noGrp="1"/>
          </p:cNvSpPr>
          <p:nvPr>
            <p:ph type="title"/>
          </p:nvPr>
        </p:nvSpPr>
        <p:spPr/>
        <p:txBody>
          <a:bodyPr/>
          <a:lstStyle/>
          <a:p>
            <a:r>
              <a:rPr lang="de-DE"/>
              <a:t>Mastertitelformat bearbeiten</a:t>
            </a:r>
            <a:endParaRPr lang="en-US"/>
          </a:p>
        </p:txBody>
      </p:sp>
      <p:sp>
        <p:nvSpPr>
          <p:cNvPr id="3" name="Datumsplatzhalter 2">
            <a:extLst>
              <a:ext uri="{FF2B5EF4-FFF2-40B4-BE49-F238E27FC236}">
                <a16:creationId xmlns:a16="http://schemas.microsoft.com/office/drawing/2014/main" id="{2C107522-EDB1-B96F-A1AA-C134CEC7C06E}"/>
              </a:ext>
            </a:extLst>
          </p:cNvPr>
          <p:cNvSpPr>
            <a:spLocks noGrp="1"/>
          </p:cNvSpPr>
          <p:nvPr>
            <p:ph type="dt" sz="half" idx="10"/>
          </p:nvPr>
        </p:nvSpPr>
        <p:spPr/>
        <p:txBody>
          <a:bodyPr/>
          <a:lstStyle/>
          <a:p>
            <a:r>
              <a:rPr lang="de-DE"/>
              <a:t>20.03.2017</a:t>
            </a:r>
          </a:p>
        </p:txBody>
      </p:sp>
      <p:sp>
        <p:nvSpPr>
          <p:cNvPr id="4" name="Fußzeilenplatzhalter 3">
            <a:extLst>
              <a:ext uri="{FF2B5EF4-FFF2-40B4-BE49-F238E27FC236}">
                <a16:creationId xmlns:a16="http://schemas.microsoft.com/office/drawing/2014/main" id="{2B686EE0-50E0-FA4F-EA07-8BD93A863773}"/>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1EC07E1F-8769-98A8-CFC7-EFB7B01CE1E9}"/>
              </a:ext>
            </a:extLst>
          </p:cNvPr>
          <p:cNvSpPr>
            <a:spLocks noGrp="1"/>
          </p:cNvSpPr>
          <p:nvPr>
            <p:ph type="sldNum" sz="quarter" idx="12"/>
          </p:nvPr>
        </p:nvSpPr>
        <p:spPr/>
        <p:txBody>
          <a:bodyPr/>
          <a:lstStyle/>
          <a:p>
            <a:fld id="{93C795C4-4A26-412B-AA90-98E97FF83D41}" type="slidenum">
              <a:rPr lang="de-DE" smtClean="0"/>
              <a:pPr/>
              <a:t>‹Nr.›</a:t>
            </a:fld>
            <a:endParaRPr lang="de-DE"/>
          </a:p>
        </p:txBody>
      </p:sp>
    </p:spTree>
    <p:extLst>
      <p:ext uri="{BB962C8B-B14F-4D97-AF65-F5344CB8AC3E}">
        <p14:creationId xmlns:p14="http://schemas.microsoft.com/office/powerpoint/2010/main" val="1397972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3FDA39-FDE0-5C71-3168-F4BA2317CCC2}"/>
              </a:ext>
            </a:extLst>
          </p:cNvPr>
          <p:cNvSpPr>
            <a:spLocks noGrp="1"/>
          </p:cNvSpPr>
          <p:nvPr>
            <p:ph type="title"/>
          </p:nvPr>
        </p:nvSpPr>
        <p:spPr/>
        <p:txBody>
          <a:bodyPr/>
          <a:lstStyle/>
          <a:p>
            <a:r>
              <a:rPr lang="de-DE"/>
              <a:t>Mastertitelformat bearbeiten</a:t>
            </a:r>
            <a:endParaRPr lang="en-US"/>
          </a:p>
        </p:txBody>
      </p:sp>
      <p:sp>
        <p:nvSpPr>
          <p:cNvPr id="3" name="Datumsplatzhalter 2">
            <a:extLst>
              <a:ext uri="{FF2B5EF4-FFF2-40B4-BE49-F238E27FC236}">
                <a16:creationId xmlns:a16="http://schemas.microsoft.com/office/drawing/2014/main" id="{F69227A8-9AFB-01D6-AFCC-76D165E89834}"/>
              </a:ext>
            </a:extLst>
          </p:cNvPr>
          <p:cNvSpPr>
            <a:spLocks noGrp="1"/>
          </p:cNvSpPr>
          <p:nvPr>
            <p:ph type="dt" sz="half" idx="10"/>
          </p:nvPr>
        </p:nvSpPr>
        <p:spPr/>
        <p:txBody>
          <a:bodyPr/>
          <a:lstStyle/>
          <a:p>
            <a:r>
              <a:rPr lang="de-DE"/>
              <a:t>20.03.2017</a:t>
            </a:r>
          </a:p>
        </p:txBody>
      </p:sp>
      <p:sp>
        <p:nvSpPr>
          <p:cNvPr id="4" name="Fußzeilenplatzhalter 3">
            <a:extLst>
              <a:ext uri="{FF2B5EF4-FFF2-40B4-BE49-F238E27FC236}">
                <a16:creationId xmlns:a16="http://schemas.microsoft.com/office/drawing/2014/main" id="{D0D043AA-A4D9-03F4-C979-4FAAA352C57D}"/>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796AE244-B8C4-E6F8-979F-39B3D1E10959}"/>
              </a:ext>
            </a:extLst>
          </p:cNvPr>
          <p:cNvSpPr>
            <a:spLocks noGrp="1"/>
          </p:cNvSpPr>
          <p:nvPr>
            <p:ph type="sldNum" sz="quarter" idx="12"/>
          </p:nvPr>
        </p:nvSpPr>
        <p:spPr/>
        <p:txBody>
          <a:bodyPr/>
          <a:lstStyle/>
          <a:p>
            <a:fld id="{93C795C4-4A26-412B-AA90-98E97FF83D41}" type="slidenum">
              <a:rPr lang="de-DE" smtClean="0"/>
              <a:pPr/>
              <a:t>‹Nr.›</a:t>
            </a:fld>
            <a:endParaRPr lang="de-DE"/>
          </a:p>
        </p:txBody>
      </p:sp>
    </p:spTree>
    <p:extLst>
      <p:ext uri="{BB962C8B-B14F-4D97-AF65-F5344CB8AC3E}">
        <p14:creationId xmlns:p14="http://schemas.microsoft.com/office/powerpoint/2010/main" val="3756168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woObj" preserve="1">
  <p:cSld name="Content 2 column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504000" y="1828800"/>
            <a:ext cx="5424000" cy="4065600"/>
          </a:xfrm>
        </p:spPr>
        <p:txBody>
          <a:bodyPr>
            <a:noAutofit/>
          </a:bodyPr>
          <a:lstStyle>
            <a:lvl1pPr>
              <a:defRPr sz="1867"/>
            </a:lvl1pPr>
            <a:lvl2pPr>
              <a:defRPr sz="1867"/>
            </a:lvl2pPr>
            <a:lvl3pPr>
              <a:defRPr sz="1867"/>
            </a:lvl3pPr>
            <a:lvl4pPr>
              <a:defRPr sz="1867"/>
            </a:lvl4pPr>
            <a:lvl5pPr>
              <a:defRPr sz="1867"/>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264000" y="1828800"/>
            <a:ext cx="5424000" cy="4065600"/>
          </a:xfrm>
        </p:spPr>
        <p:txBody>
          <a:bodyPr>
            <a:noAutofit/>
          </a:bodyPr>
          <a:lstStyle>
            <a:lvl1pPr>
              <a:defRPr sz="1867"/>
            </a:lvl1pPr>
            <a:lvl2pPr>
              <a:defRPr sz="1867"/>
            </a:lvl2pPr>
            <a:lvl3pPr>
              <a:defRPr sz="1867"/>
            </a:lvl3pPr>
            <a:lvl4pPr>
              <a:defRPr sz="1867"/>
            </a:lvl4pPr>
            <a:lvl5pPr>
              <a:defRPr sz="1867"/>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r>
              <a:rPr lang="de-DE"/>
              <a:t>20.03.2017</a:t>
            </a:r>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93C795C4-4A26-412B-AA90-98E97FF83D41}" type="slidenum">
              <a:rPr lang="de-DE" smtClean="0"/>
              <a:t>‹Nr.›</a:t>
            </a:fld>
            <a:endParaRPr lang="de-DE"/>
          </a:p>
        </p:txBody>
      </p:sp>
    </p:spTree>
    <p:extLst>
      <p:ext uri="{BB962C8B-B14F-4D97-AF65-F5344CB8AC3E}">
        <p14:creationId xmlns:p14="http://schemas.microsoft.com/office/powerpoint/2010/main" val="1958749918"/>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column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504000" y="1828800"/>
            <a:ext cx="3504000" cy="4065600"/>
          </a:xfrm>
        </p:spPr>
        <p:txBody>
          <a:bodyPr>
            <a:noAutofit/>
          </a:bodyPr>
          <a:lstStyle>
            <a:lvl1pPr>
              <a:lnSpc>
                <a:spcPts val="1833"/>
              </a:lnSpc>
              <a:defRPr sz="1467"/>
            </a:lvl1pPr>
            <a:lvl2pPr>
              <a:lnSpc>
                <a:spcPts val="1833"/>
              </a:lnSpc>
              <a:defRPr sz="1467"/>
            </a:lvl2pPr>
            <a:lvl3pPr>
              <a:lnSpc>
                <a:spcPts val="1833"/>
              </a:lnSpc>
              <a:defRPr sz="1467"/>
            </a:lvl3pPr>
            <a:lvl4pPr>
              <a:lnSpc>
                <a:spcPts val="1833"/>
              </a:lnSpc>
              <a:defRPr sz="1467"/>
            </a:lvl4pPr>
            <a:lvl5pPr>
              <a:lnSpc>
                <a:spcPts val="1833"/>
              </a:lnSpc>
              <a:defRPr sz="1467"/>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344000" y="1828800"/>
            <a:ext cx="3504000" cy="4065600"/>
          </a:xfrm>
        </p:spPr>
        <p:txBody>
          <a:bodyPr>
            <a:noAutofit/>
          </a:bodyPr>
          <a:lstStyle>
            <a:lvl1pPr>
              <a:lnSpc>
                <a:spcPts val="1833"/>
              </a:lnSpc>
              <a:defRPr sz="1467"/>
            </a:lvl1pPr>
            <a:lvl2pPr>
              <a:lnSpc>
                <a:spcPts val="1833"/>
              </a:lnSpc>
              <a:defRPr sz="1467"/>
            </a:lvl2pPr>
            <a:lvl3pPr>
              <a:lnSpc>
                <a:spcPts val="1833"/>
              </a:lnSpc>
              <a:defRPr sz="1467"/>
            </a:lvl3pPr>
            <a:lvl4pPr>
              <a:lnSpc>
                <a:spcPts val="1833"/>
              </a:lnSpc>
              <a:defRPr sz="1467"/>
            </a:lvl4pPr>
            <a:lvl5pPr>
              <a:lnSpc>
                <a:spcPts val="1833"/>
              </a:lnSpc>
              <a:defRPr sz="1467"/>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r>
              <a:rPr lang="de-DE"/>
              <a:t>20.03.2017</a:t>
            </a:r>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93C795C4-4A26-412B-AA90-98E97FF83D41}" type="slidenum">
              <a:rPr lang="de-DE" smtClean="0"/>
              <a:t>‹Nr.›</a:t>
            </a:fld>
            <a:endParaRPr lang="de-DE"/>
          </a:p>
        </p:txBody>
      </p:sp>
      <p:sp>
        <p:nvSpPr>
          <p:cNvPr id="8" name="Inhaltsplatzhalter 3"/>
          <p:cNvSpPr>
            <a:spLocks noGrp="1"/>
          </p:cNvSpPr>
          <p:nvPr>
            <p:ph sz="half" idx="13"/>
          </p:nvPr>
        </p:nvSpPr>
        <p:spPr>
          <a:xfrm>
            <a:off x="8188800" y="1828800"/>
            <a:ext cx="3504000" cy="4065600"/>
          </a:xfrm>
        </p:spPr>
        <p:txBody>
          <a:bodyPr>
            <a:noAutofit/>
          </a:bodyPr>
          <a:lstStyle>
            <a:lvl1pPr>
              <a:lnSpc>
                <a:spcPts val="1833"/>
              </a:lnSpc>
              <a:defRPr sz="1467"/>
            </a:lvl1pPr>
            <a:lvl2pPr>
              <a:lnSpc>
                <a:spcPts val="1833"/>
              </a:lnSpc>
              <a:defRPr sz="1467"/>
            </a:lvl2pPr>
            <a:lvl3pPr>
              <a:lnSpc>
                <a:spcPts val="1833"/>
              </a:lnSpc>
              <a:defRPr sz="1467"/>
            </a:lvl3pPr>
            <a:lvl4pPr>
              <a:lnSpc>
                <a:spcPts val="1833"/>
              </a:lnSpc>
              <a:defRPr sz="1467"/>
            </a:lvl4pPr>
            <a:lvl5pPr>
              <a:lnSpc>
                <a:spcPts val="1833"/>
              </a:lnSpc>
              <a:defRPr sz="1467"/>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981363892"/>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small imag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503767" y="1828800"/>
            <a:ext cx="7344000" cy="453178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r>
              <a:rPr lang="de-DE"/>
              <a:t>20.03.2017</a:t>
            </a:r>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93C795C4-4A26-412B-AA90-98E97FF83D41}" type="slidenum">
              <a:rPr lang="de-DE" smtClean="0"/>
              <a:pPr/>
              <a:t>‹Nr.›</a:t>
            </a:fld>
            <a:endParaRPr lang="de-DE"/>
          </a:p>
        </p:txBody>
      </p:sp>
      <p:sp>
        <p:nvSpPr>
          <p:cNvPr id="9" name="Bildplatzhalter 8"/>
          <p:cNvSpPr>
            <a:spLocks noGrp="1"/>
          </p:cNvSpPr>
          <p:nvPr>
            <p:ph type="pic" sz="quarter" idx="13"/>
          </p:nvPr>
        </p:nvSpPr>
        <p:spPr>
          <a:xfrm>
            <a:off x="8184000" y="1828800"/>
            <a:ext cx="3504000" cy="3504000"/>
          </a:xfrm>
        </p:spPr>
        <p:txBody>
          <a:bodyPr/>
          <a:lstStyle/>
          <a:p>
            <a:r>
              <a:rPr lang="de-DE"/>
              <a:t>Bild durch Klicken auf Symbol hinzufügen</a:t>
            </a:r>
          </a:p>
        </p:txBody>
      </p:sp>
      <p:sp>
        <p:nvSpPr>
          <p:cNvPr id="8" name="Textplatzhalter 4"/>
          <p:cNvSpPr>
            <a:spLocks noGrp="1"/>
          </p:cNvSpPr>
          <p:nvPr>
            <p:ph type="body" sz="half" idx="3" hasCustomPrompt="1"/>
          </p:nvPr>
        </p:nvSpPr>
        <p:spPr>
          <a:xfrm>
            <a:off x="8184000" y="5414400"/>
            <a:ext cx="3504000" cy="480000"/>
          </a:xfrm>
        </p:spPr>
        <p:txBody>
          <a:bodyPr anchor="b" anchorCtr="0">
            <a:noAutofit/>
          </a:bodyPr>
          <a:lstStyle>
            <a:lvl1pPr>
              <a:defRPr sz="1200">
                <a:solidFill>
                  <a:srgbClr val="B00402"/>
                </a:solidFill>
              </a:defRPr>
            </a:lvl1pPr>
            <a:lvl2pPr>
              <a:defRPr sz="1200">
                <a:solidFill>
                  <a:srgbClr val="B00402"/>
                </a:solidFill>
              </a:defRPr>
            </a:lvl2pPr>
            <a:lvl3pPr>
              <a:defRPr sz="1200">
                <a:solidFill>
                  <a:srgbClr val="B00402"/>
                </a:solidFill>
              </a:defRPr>
            </a:lvl3pPr>
            <a:lvl4pPr>
              <a:defRPr sz="1200">
                <a:solidFill>
                  <a:srgbClr val="B00402"/>
                </a:solidFill>
              </a:defRPr>
            </a:lvl4pPr>
            <a:lvl5pPr>
              <a:defRPr sz="1200">
                <a:solidFill>
                  <a:srgbClr val="B00402"/>
                </a:solidFill>
              </a:defRPr>
            </a:lvl5pPr>
          </a:lstStyle>
          <a:p>
            <a:pPr lvl="0"/>
            <a:r>
              <a:rPr lang="de-DE"/>
              <a:t>Additional </a:t>
            </a:r>
            <a:r>
              <a:rPr lang="de-DE" err="1"/>
              <a:t>information</a:t>
            </a:r>
            <a:endParaRPr lang="de-DE"/>
          </a:p>
        </p:txBody>
      </p:sp>
    </p:spTree>
    <p:extLst>
      <p:ext uri="{BB962C8B-B14F-4D97-AF65-F5344CB8AC3E}">
        <p14:creationId xmlns:p14="http://schemas.microsoft.com/office/powerpoint/2010/main" val="3973238236"/>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medium imag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4" name="Inhaltsplatzhalter 3"/>
          <p:cNvSpPr>
            <a:spLocks noGrp="1"/>
          </p:cNvSpPr>
          <p:nvPr>
            <p:ph sz="half" idx="2"/>
          </p:nvPr>
        </p:nvSpPr>
        <p:spPr>
          <a:xfrm>
            <a:off x="8184000" y="1828800"/>
            <a:ext cx="3504000" cy="3504000"/>
          </a:xfrm>
        </p:spPr>
        <p:txBody>
          <a:bodyPr/>
          <a:lstStyle>
            <a:lvl1pPr>
              <a:lnSpc>
                <a:spcPts val="1833"/>
              </a:lnSpc>
              <a:defRPr sz="1467"/>
            </a:lvl1pPr>
            <a:lvl2pPr>
              <a:lnSpc>
                <a:spcPts val="1833"/>
              </a:lnSpc>
              <a:defRPr sz="1467"/>
            </a:lvl2pPr>
            <a:lvl3pPr>
              <a:lnSpc>
                <a:spcPts val="1833"/>
              </a:lnSpc>
              <a:defRPr sz="1467"/>
            </a:lvl3pPr>
            <a:lvl4pPr>
              <a:lnSpc>
                <a:spcPts val="1833"/>
              </a:lnSpc>
              <a:defRPr sz="1467"/>
            </a:lvl4pPr>
            <a:lvl5pPr>
              <a:lnSpc>
                <a:spcPts val="1833"/>
              </a:lnSpc>
              <a:defRPr sz="1467"/>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r>
              <a:rPr lang="de-DE"/>
              <a:t>20.03.2017</a:t>
            </a:r>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93C795C4-4A26-412B-AA90-98E97FF83D41}" type="slidenum">
              <a:rPr lang="de-DE" smtClean="0"/>
              <a:pPr/>
              <a:t>‹Nr.›</a:t>
            </a:fld>
            <a:endParaRPr lang="de-DE"/>
          </a:p>
        </p:txBody>
      </p:sp>
      <p:sp>
        <p:nvSpPr>
          <p:cNvPr id="9" name="Bildplatzhalter 8"/>
          <p:cNvSpPr>
            <a:spLocks noGrp="1"/>
          </p:cNvSpPr>
          <p:nvPr>
            <p:ph type="pic" sz="quarter" idx="13"/>
          </p:nvPr>
        </p:nvSpPr>
        <p:spPr>
          <a:xfrm>
            <a:off x="0" y="1828800"/>
            <a:ext cx="7848000" cy="5030400"/>
          </a:xfrm>
        </p:spPr>
        <p:txBody>
          <a:bodyPr/>
          <a:lstStyle/>
          <a:p>
            <a:r>
              <a:rPr lang="de-DE"/>
              <a:t>Bild durch Klicken auf Symbol hinzufügen</a:t>
            </a:r>
          </a:p>
        </p:txBody>
      </p:sp>
      <p:sp>
        <p:nvSpPr>
          <p:cNvPr id="8" name="Textplatzhalter 4"/>
          <p:cNvSpPr>
            <a:spLocks noGrp="1"/>
          </p:cNvSpPr>
          <p:nvPr>
            <p:ph type="body" sz="half" idx="3" hasCustomPrompt="1"/>
          </p:nvPr>
        </p:nvSpPr>
        <p:spPr>
          <a:xfrm>
            <a:off x="8184000" y="5414400"/>
            <a:ext cx="3504000" cy="480000"/>
          </a:xfrm>
        </p:spPr>
        <p:txBody>
          <a:bodyPr anchor="b" anchorCtr="0">
            <a:noAutofit/>
          </a:bodyPr>
          <a:lstStyle>
            <a:lvl1pPr>
              <a:defRPr sz="1200">
                <a:solidFill>
                  <a:srgbClr val="B00402"/>
                </a:solidFill>
              </a:defRPr>
            </a:lvl1pPr>
            <a:lvl2pPr>
              <a:defRPr sz="1200">
                <a:solidFill>
                  <a:srgbClr val="B00402"/>
                </a:solidFill>
              </a:defRPr>
            </a:lvl2pPr>
            <a:lvl3pPr>
              <a:defRPr sz="1200">
                <a:solidFill>
                  <a:srgbClr val="B00402"/>
                </a:solidFill>
              </a:defRPr>
            </a:lvl3pPr>
            <a:lvl4pPr>
              <a:defRPr sz="1200">
                <a:solidFill>
                  <a:srgbClr val="B00402"/>
                </a:solidFill>
              </a:defRPr>
            </a:lvl4pPr>
            <a:lvl5pPr>
              <a:defRPr sz="1200">
                <a:solidFill>
                  <a:srgbClr val="B00402"/>
                </a:solidFill>
              </a:defRPr>
            </a:lvl5pPr>
          </a:lstStyle>
          <a:p>
            <a:pPr lvl="0"/>
            <a:r>
              <a:rPr lang="de-DE"/>
              <a:t>Additional </a:t>
            </a:r>
            <a:r>
              <a:rPr lang="de-DE" err="1"/>
              <a:t>information</a:t>
            </a:r>
            <a:endParaRPr lang="de-DE"/>
          </a:p>
        </p:txBody>
      </p:sp>
    </p:spTree>
    <p:extLst>
      <p:ext uri="{BB962C8B-B14F-4D97-AF65-F5344CB8AC3E}">
        <p14:creationId xmlns:p14="http://schemas.microsoft.com/office/powerpoint/2010/main" val="2970345424"/>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large imag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Datumsplatzhalter 2"/>
          <p:cNvSpPr>
            <a:spLocks noGrp="1"/>
          </p:cNvSpPr>
          <p:nvPr>
            <p:ph type="dt" sz="half" idx="10"/>
          </p:nvPr>
        </p:nvSpPr>
        <p:spPr/>
        <p:txBody>
          <a:bodyPr/>
          <a:lstStyle/>
          <a:p>
            <a:r>
              <a:rPr lang="de-DE"/>
              <a:t>20.03.2017</a:t>
            </a:r>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93C795C4-4A26-412B-AA90-98E97FF83D41}" type="slidenum">
              <a:rPr lang="de-DE" smtClean="0"/>
              <a:t>‹Nr.›</a:t>
            </a:fld>
            <a:endParaRPr lang="de-DE"/>
          </a:p>
        </p:txBody>
      </p:sp>
      <p:sp>
        <p:nvSpPr>
          <p:cNvPr id="9" name="Bildplatzhalter 8"/>
          <p:cNvSpPr>
            <a:spLocks noGrp="1"/>
          </p:cNvSpPr>
          <p:nvPr>
            <p:ph type="pic" sz="quarter" idx="13"/>
          </p:nvPr>
        </p:nvSpPr>
        <p:spPr>
          <a:xfrm>
            <a:off x="0" y="1828800"/>
            <a:ext cx="12192000" cy="5030400"/>
          </a:xfrm>
        </p:spPr>
        <p:txBody>
          <a:bodyPr/>
          <a:lstStyle/>
          <a:p>
            <a:r>
              <a:rPr lang="de-DE"/>
              <a:t>Bild durch Klicken auf Symbol hinzufügen</a:t>
            </a:r>
          </a:p>
        </p:txBody>
      </p:sp>
    </p:spTree>
    <p:extLst>
      <p:ext uri="{BB962C8B-B14F-4D97-AF65-F5344CB8AC3E}">
        <p14:creationId xmlns:p14="http://schemas.microsoft.com/office/powerpoint/2010/main" val="1960906151"/>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woObjAndTx" preserve="1">
  <p:cSld name="Graph/Tabl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quarter" idx="1"/>
          </p:nvPr>
        </p:nvSpPr>
        <p:spPr>
          <a:xfrm>
            <a:off x="503767" y="1828799"/>
            <a:ext cx="7344000" cy="45312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quarter" idx="2"/>
          </p:nvPr>
        </p:nvSpPr>
        <p:spPr>
          <a:xfrm>
            <a:off x="8184000" y="1828800"/>
            <a:ext cx="3504000" cy="3504000"/>
          </a:xfrm>
        </p:spPr>
        <p:txBody>
          <a:bodyPr/>
          <a:lstStyle>
            <a:lvl1pPr>
              <a:lnSpc>
                <a:spcPts val="1833"/>
              </a:lnSpc>
              <a:defRPr sz="1467"/>
            </a:lvl1pPr>
            <a:lvl2pPr>
              <a:lnSpc>
                <a:spcPts val="1833"/>
              </a:lnSpc>
              <a:defRPr sz="1467"/>
            </a:lvl2pPr>
            <a:lvl3pPr>
              <a:lnSpc>
                <a:spcPts val="1833"/>
              </a:lnSpc>
              <a:defRPr sz="1467"/>
            </a:lvl3pPr>
            <a:lvl4pPr>
              <a:lnSpc>
                <a:spcPts val="1833"/>
              </a:lnSpc>
              <a:defRPr sz="1467"/>
            </a:lvl4pPr>
            <a:lvl5pPr>
              <a:lnSpc>
                <a:spcPts val="1833"/>
              </a:lnSpc>
              <a:defRPr sz="1467"/>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half" idx="3" hasCustomPrompt="1"/>
          </p:nvPr>
        </p:nvSpPr>
        <p:spPr>
          <a:xfrm>
            <a:off x="8184000" y="5414400"/>
            <a:ext cx="3504000" cy="480000"/>
          </a:xfrm>
        </p:spPr>
        <p:txBody>
          <a:bodyPr anchor="b" anchorCtr="0">
            <a:noAutofit/>
          </a:bodyPr>
          <a:lstStyle>
            <a:lvl1pPr>
              <a:defRPr sz="1200">
                <a:solidFill>
                  <a:srgbClr val="B00402"/>
                </a:solidFill>
              </a:defRPr>
            </a:lvl1pPr>
            <a:lvl2pPr>
              <a:defRPr sz="1200">
                <a:solidFill>
                  <a:srgbClr val="B00402"/>
                </a:solidFill>
              </a:defRPr>
            </a:lvl2pPr>
            <a:lvl3pPr>
              <a:defRPr sz="1200">
                <a:solidFill>
                  <a:srgbClr val="B00402"/>
                </a:solidFill>
              </a:defRPr>
            </a:lvl3pPr>
            <a:lvl4pPr>
              <a:defRPr sz="1200">
                <a:solidFill>
                  <a:srgbClr val="B00402"/>
                </a:solidFill>
              </a:defRPr>
            </a:lvl4pPr>
            <a:lvl5pPr>
              <a:defRPr sz="1200">
                <a:solidFill>
                  <a:srgbClr val="B00402"/>
                </a:solidFill>
              </a:defRPr>
            </a:lvl5pPr>
          </a:lstStyle>
          <a:p>
            <a:pPr lvl="0"/>
            <a:r>
              <a:rPr lang="de-DE"/>
              <a:t>Additional </a:t>
            </a:r>
            <a:r>
              <a:rPr lang="de-DE" err="1"/>
              <a:t>information</a:t>
            </a:r>
            <a:endParaRPr lang="de-DE"/>
          </a:p>
        </p:txBody>
      </p:sp>
      <p:sp>
        <p:nvSpPr>
          <p:cNvPr id="6" name="Datumsplatzhalter 5"/>
          <p:cNvSpPr>
            <a:spLocks noGrp="1"/>
          </p:cNvSpPr>
          <p:nvPr>
            <p:ph type="dt" sz="half" idx="10"/>
          </p:nvPr>
        </p:nvSpPr>
        <p:spPr/>
        <p:txBody>
          <a:bodyPr/>
          <a:lstStyle/>
          <a:p>
            <a:r>
              <a:rPr lang="de-DE"/>
              <a:t>20.03.2017</a:t>
            </a:r>
          </a:p>
        </p:txBody>
      </p:sp>
      <p:sp>
        <p:nvSpPr>
          <p:cNvPr id="7" name="Fußzeilenplatzhalter 6"/>
          <p:cNvSpPr>
            <a:spLocks noGrp="1"/>
          </p:cNvSpPr>
          <p:nvPr>
            <p:ph type="ftr" sz="quarter" idx="11"/>
          </p:nvPr>
        </p:nvSpPr>
        <p:spPr/>
        <p:txBody>
          <a:bodyPr/>
          <a:lstStyle/>
          <a:p>
            <a:endParaRPr lang="de-DE"/>
          </a:p>
        </p:txBody>
      </p:sp>
      <p:sp>
        <p:nvSpPr>
          <p:cNvPr id="8" name="Foliennummernplatzhalter 7"/>
          <p:cNvSpPr>
            <a:spLocks noGrp="1"/>
          </p:cNvSpPr>
          <p:nvPr>
            <p:ph type="sldNum" sz="quarter" idx="12"/>
          </p:nvPr>
        </p:nvSpPr>
        <p:spPr/>
        <p:txBody>
          <a:bodyPr/>
          <a:lstStyle/>
          <a:p>
            <a:fld id="{93C795C4-4A26-412B-AA90-98E97FF83D41}" type="slidenum">
              <a:rPr lang="de-DE" smtClean="0"/>
              <a:pPr/>
              <a:t>‹Nr.›</a:t>
            </a:fld>
            <a:endParaRPr lang="de-DE"/>
          </a:p>
        </p:txBody>
      </p:sp>
    </p:spTree>
    <p:extLst>
      <p:ext uri="{BB962C8B-B14F-4D97-AF65-F5344CB8AC3E}">
        <p14:creationId xmlns:p14="http://schemas.microsoft.com/office/powerpoint/2010/main" val="3687353443"/>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Only" preserve="1">
  <p:cSld name="Custom char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Datumsplatzhalter 2"/>
          <p:cNvSpPr>
            <a:spLocks noGrp="1"/>
          </p:cNvSpPr>
          <p:nvPr>
            <p:ph type="dt" sz="half" idx="10"/>
          </p:nvPr>
        </p:nvSpPr>
        <p:spPr/>
        <p:txBody>
          <a:bodyPr/>
          <a:lstStyle/>
          <a:p>
            <a:r>
              <a:rPr lang="de-DE"/>
              <a:t>20.03.2017</a:t>
            </a:r>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93C795C4-4A26-412B-AA90-98E97FF83D41}" type="slidenum">
              <a:rPr lang="de-DE" smtClean="0"/>
              <a:t>‹Nr.›</a:t>
            </a:fld>
            <a:endParaRPr lang="de-DE"/>
          </a:p>
        </p:txBody>
      </p:sp>
    </p:spTree>
    <p:extLst>
      <p:ext uri="{BB962C8B-B14F-4D97-AF65-F5344CB8AC3E}">
        <p14:creationId xmlns:p14="http://schemas.microsoft.com/office/powerpoint/2010/main" val="3470489868"/>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r>
              <a:rPr lang="de-DE"/>
              <a:t>20.03.2017</a:t>
            </a:r>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93C795C4-4A26-412B-AA90-98E97FF83D41}" type="slidenum">
              <a:rPr lang="de-DE" smtClean="0"/>
              <a:t>‹Nr.›</a:t>
            </a:fld>
            <a:endParaRPr lang="de-DE"/>
          </a:p>
        </p:txBody>
      </p:sp>
    </p:spTree>
    <p:extLst>
      <p:ext uri="{BB962C8B-B14F-4D97-AF65-F5344CB8AC3E}">
        <p14:creationId xmlns:p14="http://schemas.microsoft.com/office/powerpoint/2010/main" val="3930074627"/>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Agenda 1 column whi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a:xfrm>
            <a:off x="504000" y="1828800"/>
            <a:ext cx="7344000" cy="4065600"/>
          </a:xfrm>
        </p:spPr>
        <p:txBody>
          <a:bodyPr/>
          <a:lstStyle>
            <a:lvl1pPr marL="474121" indent="-474121">
              <a:spcAft>
                <a:spcPts val="1333"/>
              </a:spcAft>
              <a:buFont typeface="+mj-lt"/>
              <a:buAutoNum type="arabicPeriod"/>
              <a:defRPr>
                <a:latin typeface="+mj-lt"/>
              </a:defRPr>
            </a:lvl1pPr>
            <a:lvl2pPr marL="723882" indent="-249760">
              <a:spcAft>
                <a:spcPts val="1333"/>
              </a:spcAft>
              <a:defRPr>
                <a:latin typeface="+mj-lt"/>
              </a:defRPr>
            </a:lvl2pPr>
            <a:lvl3pPr marL="960943" indent="-237061">
              <a:spcAft>
                <a:spcPts val="1333"/>
              </a:spcAft>
              <a:defRPr>
                <a:latin typeface="+mj-lt"/>
              </a:defRPr>
            </a:lvl3pPr>
            <a:lvl4pPr marL="1198003" indent="-237061">
              <a:spcAft>
                <a:spcPts val="1333"/>
              </a:spcAft>
              <a:defRPr>
                <a:latin typeface="+mj-lt"/>
              </a:defRPr>
            </a:lvl4pPr>
            <a:lvl5pPr marL="1435064" indent="-237061">
              <a:spcAft>
                <a:spcPts val="1333"/>
              </a:spcAft>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p:cNvSpPr>
            <a:spLocks noGrp="1"/>
          </p:cNvSpPr>
          <p:nvPr>
            <p:ph type="ftr" sz="quarter" idx="11"/>
          </p:nvPr>
        </p:nvSpPr>
        <p:spPr/>
        <p:txBody>
          <a:bodyPr/>
          <a:lstStyle/>
          <a:p>
            <a:endParaRPr lang="de-DE"/>
          </a:p>
        </p:txBody>
      </p:sp>
    </p:spTree>
    <p:extLst>
      <p:ext uri="{BB962C8B-B14F-4D97-AF65-F5344CB8AC3E}">
        <p14:creationId xmlns:p14="http://schemas.microsoft.com/office/powerpoint/2010/main" val="853419541"/>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genda 2 columns whi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EA1C0A"/>
                </a:solidFill>
              </a:defRPr>
            </a:lvl1pPr>
          </a:lstStyle>
          <a:p>
            <a:r>
              <a:rPr lang="de-DE"/>
              <a:t>Mastertitelformat bearbeiten</a:t>
            </a:r>
          </a:p>
        </p:txBody>
      </p:sp>
      <p:sp>
        <p:nvSpPr>
          <p:cNvPr id="3" name="Inhaltsplatzhalter 2"/>
          <p:cNvSpPr>
            <a:spLocks noGrp="1"/>
          </p:cNvSpPr>
          <p:nvPr>
            <p:ph sz="half" idx="1"/>
          </p:nvPr>
        </p:nvSpPr>
        <p:spPr>
          <a:xfrm>
            <a:off x="504000" y="1828800"/>
            <a:ext cx="5424000" cy="3120000"/>
          </a:xfrm>
        </p:spPr>
        <p:txBody>
          <a:bodyPr>
            <a:noAutofit/>
          </a:bodyPr>
          <a:lstStyle>
            <a:lvl1pPr marL="474121" indent="-474121">
              <a:spcAft>
                <a:spcPts val="1333"/>
              </a:spcAft>
              <a:buFont typeface="+mj-lt"/>
              <a:buAutoNum type="arabicPeriod"/>
              <a:defRPr sz="1867">
                <a:solidFill>
                  <a:srgbClr val="000000"/>
                </a:solidFill>
                <a:latin typeface="+mj-lt"/>
              </a:defRPr>
            </a:lvl1pPr>
            <a:lvl2pPr marL="723882" indent="-249760">
              <a:spcAft>
                <a:spcPts val="1333"/>
              </a:spcAft>
              <a:defRPr sz="1867">
                <a:solidFill>
                  <a:srgbClr val="000000"/>
                </a:solidFill>
                <a:latin typeface="+mj-lt"/>
              </a:defRPr>
            </a:lvl2pPr>
            <a:lvl3pPr marL="960943" indent="-237061">
              <a:spcAft>
                <a:spcPts val="1333"/>
              </a:spcAft>
              <a:defRPr sz="1867">
                <a:solidFill>
                  <a:srgbClr val="000000"/>
                </a:solidFill>
                <a:latin typeface="+mj-lt"/>
              </a:defRPr>
            </a:lvl3pPr>
            <a:lvl4pPr marL="1198003" indent="-237061">
              <a:spcAft>
                <a:spcPts val="1333"/>
              </a:spcAft>
              <a:defRPr sz="1867">
                <a:solidFill>
                  <a:srgbClr val="000000"/>
                </a:solidFill>
                <a:latin typeface="+mj-lt"/>
              </a:defRPr>
            </a:lvl4pPr>
            <a:lvl5pPr marL="1435064" indent="-237061">
              <a:spcAft>
                <a:spcPts val="1333"/>
              </a:spcAft>
              <a:defRPr sz="1867">
                <a:solidFill>
                  <a:srgbClr val="000000"/>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264000" y="1828800"/>
            <a:ext cx="5424000" cy="3120000"/>
          </a:xfrm>
        </p:spPr>
        <p:txBody>
          <a:bodyPr>
            <a:noAutofit/>
          </a:bodyPr>
          <a:lstStyle>
            <a:lvl1pPr marL="474121" indent="-474121">
              <a:spcAft>
                <a:spcPts val="1333"/>
              </a:spcAft>
              <a:buFont typeface="+mj-lt"/>
              <a:buAutoNum type="arabicPeriod"/>
              <a:defRPr sz="1867">
                <a:solidFill>
                  <a:srgbClr val="000000"/>
                </a:solidFill>
                <a:latin typeface="+mj-lt"/>
              </a:defRPr>
            </a:lvl1pPr>
            <a:lvl2pPr marL="723882" indent="-249760">
              <a:spcAft>
                <a:spcPts val="1333"/>
              </a:spcAft>
              <a:defRPr sz="1867">
                <a:solidFill>
                  <a:srgbClr val="000000"/>
                </a:solidFill>
                <a:latin typeface="+mj-lt"/>
              </a:defRPr>
            </a:lvl2pPr>
            <a:lvl3pPr marL="960943" indent="-237061">
              <a:spcAft>
                <a:spcPts val="1333"/>
              </a:spcAft>
              <a:defRPr sz="1867">
                <a:solidFill>
                  <a:srgbClr val="000000"/>
                </a:solidFill>
                <a:latin typeface="+mj-lt"/>
              </a:defRPr>
            </a:lvl3pPr>
            <a:lvl4pPr marL="1198003" indent="-237061">
              <a:spcAft>
                <a:spcPts val="1333"/>
              </a:spcAft>
              <a:defRPr sz="1867">
                <a:solidFill>
                  <a:srgbClr val="000000"/>
                </a:solidFill>
                <a:latin typeface="+mj-lt"/>
              </a:defRPr>
            </a:lvl4pPr>
            <a:lvl5pPr marL="1435064" indent="-237061">
              <a:spcAft>
                <a:spcPts val="1333"/>
              </a:spcAft>
              <a:defRPr sz="1867">
                <a:solidFill>
                  <a:srgbClr val="000000"/>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11"/>
          </p:nvPr>
        </p:nvSpPr>
        <p:spPr/>
        <p:txBody>
          <a:bodyPr/>
          <a:lstStyle>
            <a:lvl1pPr>
              <a:defRPr>
                <a:solidFill>
                  <a:srgbClr val="000000"/>
                </a:solidFill>
              </a:defRPr>
            </a:lvl1pPr>
          </a:lstStyle>
          <a:p>
            <a:endParaRPr lang="de-DE"/>
          </a:p>
        </p:txBody>
      </p:sp>
      <p:pic>
        <p:nvPicPr>
          <p:cNvPr id="7" name="EON_Logo_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48001" y="5764800"/>
            <a:ext cx="2072260" cy="614400"/>
          </a:xfrm>
          <a:prstGeom prst="rect">
            <a:avLst/>
          </a:prstGeom>
        </p:spPr>
      </p:pic>
    </p:spTree>
    <p:extLst>
      <p:ext uri="{BB962C8B-B14F-4D97-AF65-F5344CB8AC3E}">
        <p14:creationId xmlns:p14="http://schemas.microsoft.com/office/powerpoint/2010/main" val="1373609924"/>
      </p:ext>
    </p:extLst>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Agenda 3 columns whi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EA1C0A"/>
                </a:solidFill>
              </a:defRPr>
            </a:lvl1pPr>
          </a:lstStyle>
          <a:p>
            <a:r>
              <a:rPr lang="de-DE"/>
              <a:t>Mastertitelformat bearbeiten</a:t>
            </a:r>
          </a:p>
        </p:txBody>
      </p:sp>
      <p:sp>
        <p:nvSpPr>
          <p:cNvPr id="3" name="Inhaltsplatzhalter 2"/>
          <p:cNvSpPr>
            <a:spLocks noGrp="1"/>
          </p:cNvSpPr>
          <p:nvPr>
            <p:ph sz="half" idx="1"/>
          </p:nvPr>
        </p:nvSpPr>
        <p:spPr>
          <a:xfrm>
            <a:off x="504000" y="1828800"/>
            <a:ext cx="3504000" cy="3120000"/>
          </a:xfrm>
        </p:spPr>
        <p:txBody>
          <a:bodyPr>
            <a:noAutofit/>
          </a:bodyPr>
          <a:lstStyle>
            <a:lvl1pPr marL="474121" indent="-474121">
              <a:spcAft>
                <a:spcPts val="1333"/>
              </a:spcAft>
              <a:buFont typeface="+mj-lt"/>
              <a:buAutoNum type="arabicPeriod"/>
              <a:defRPr sz="1867">
                <a:solidFill>
                  <a:srgbClr val="000000"/>
                </a:solidFill>
                <a:latin typeface="+mj-lt"/>
              </a:defRPr>
            </a:lvl1pPr>
            <a:lvl2pPr marL="723882" indent="-249760">
              <a:spcAft>
                <a:spcPts val="1333"/>
              </a:spcAft>
              <a:defRPr sz="1867">
                <a:solidFill>
                  <a:srgbClr val="000000"/>
                </a:solidFill>
                <a:latin typeface="+mj-lt"/>
              </a:defRPr>
            </a:lvl2pPr>
            <a:lvl3pPr marL="960943" indent="-237061">
              <a:spcAft>
                <a:spcPts val="1333"/>
              </a:spcAft>
              <a:defRPr sz="1867">
                <a:solidFill>
                  <a:srgbClr val="000000"/>
                </a:solidFill>
                <a:latin typeface="+mj-lt"/>
              </a:defRPr>
            </a:lvl3pPr>
            <a:lvl4pPr marL="1198003" indent="-237061">
              <a:spcAft>
                <a:spcPts val="1333"/>
              </a:spcAft>
              <a:defRPr sz="1867">
                <a:solidFill>
                  <a:srgbClr val="000000"/>
                </a:solidFill>
                <a:latin typeface="+mj-lt"/>
              </a:defRPr>
            </a:lvl4pPr>
            <a:lvl5pPr marL="1435064" indent="-237061">
              <a:spcAft>
                <a:spcPts val="1333"/>
              </a:spcAft>
              <a:defRPr sz="1867">
                <a:solidFill>
                  <a:srgbClr val="000000"/>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344000" y="1828800"/>
            <a:ext cx="3504000" cy="3120000"/>
          </a:xfrm>
        </p:spPr>
        <p:txBody>
          <a:bodyPr>
            <a:noAutofit/>
          </a:bodyPr>
          <a:lstStyle>
            <a:lvl1pPr marL="474121" indent="-474121">
              <a:spcAft>
                <a:spcPts val="1333"/>
              </a:spcAft>
              <a:buFont typeface="+mj-lt"/>
              <a:buAutoNum type="arabicPeriod"/>
              <a:defRPr sz="1867">
                <a:solidFill>
                  <a:srgbClr val="000000"/>
                </a:solidFill>
                <a:latin typeface="+mj-lt"/>
              </a:defRPr>
            </a:lvl1pPr>
            <a:lvl2pPr marL="723882" indent="-249760">
              <a:spcAft>
                <a:spcPts val="1333"/>
              </a:spcAft>
              <a:defRPr sz="1867">
                <a:solidFill>
                  <a:srgbClr val="000000"/>
                </a:solidFill>
                <a:latin typeface="+mj-lt"/>
              </a:defRPr>
            </a:lvl2pPr>
            <a:lvl3pPr marL="960943" indent="-237061">
              <a:spcAft>
                <a:spcPts val="1333"/>
              </a:spcAft>
              <a:defRPr sz="1867">
                <a:solidFill>
                  <a:srgbClr val="000000"/>
                </a:solidFill>
                <a:latin typeface="+mj-lt"/>
              </a:defRPr>
            </a:lvl3pPr>
            <a:lvl4pPr marL="1198003" indent="-237061">
              <a:spcAft>
                <a:spcPts val="1333"/>
              </a:spcAft>
              <a:defRPr sz="1867">
                <a:solidFill>
                  <a:srgbClr val="000000"/>
                </a:solidFill>
                <a:latin typeface="+mj-lt"/>
              </a:defRPr>
            </a:lvl4pPr>
            <a:lvl5pPr marL="1435064" indent="-237061">
              <a:spcAft>
                <a:spcPts val="1333"/>
              </a:spcAft>
              <a:defRPr sz="1867">
                <a:solidFill>
                  <a:srgbClr val="000000"/>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11"/>
          </p:nvPr>
        </p:nvSpPr>
        <p:spPr/>
        <p:txBody>
          <a:bodyPr/>
          <a:lstStyle>
            <a:lvl1pPr>
              <a:defRPr>
                <a:solidFill>
                  <a:srgbClr val="000000"/>
                </a:solidFill>
              </a:defRPr>
            </a:lvl1pPr>
          </a:lstStyle>
          <a:p>
            <a:endParaRPr lang="de-DE"/>
          </a:p>
        </p:txBody>
      </p:sp>
      <p:sp>
        <p:nvSpPr>
          <p:cNvPr id="8" name="Inhaltsplatzhalter 3"/>
          <p:cNvSpPr>
            <a:spLocks noGrp="1"/>
          </p:cNvSpPr>
          <p:nvPr>
            <p:ph sz="half" idx="13"/>
          </p:nvPr>
        </p:nvSpPr>
        <p:spPr>
          <a:xfrm>
            <a:off x="8188800" y="1828800"/>
            <a:ext cx="3504000" cy="3120000"/>
          </a:xfrm>
        </p:spPr>
        <p:txBody>
          <a:bodyPr>
            <a:noAutofit/>
          </a:bodyPr>
          <a:lstStyle>
            <a:lvl1pPr marL="474121" indent="-474121">
              <a:spcAft>
                <a:spcPts val="1333"/>
              </a:spcAft>
              <a:buFont typeface="+mj-lt"/>
              <a:buAutoNum type="arabicPeriod"/>
              <a:defRPr sz="1867">
                <a:solidFill>
                  <a:srgbClr val="000000"/>
                </a:solidFill>
                <a:latin typeface="+mj-lt"/>
              </a:defRPr>
            </a:lvl1pPr>
            <a:lvl2pPr marL="723882" indent="-249760">
              <a:spcAft>
                <a:spcPts val="1333"/>
              </a:spcAft>
              <a:defRPr sz="1867">
                <a:solidFill>
                  <a:srgbClr val="000000"/>
                </a:solidFill>
                <a:latin typeface="+mj-lt"/>
              </a:defRPr>
            </a:lvl2pPr>
            <a:lvl3pPr marL="960943" indent="-237061">
              <a:spcAft>
                <a:spcPts val="1333"/>
              </a:spcAft>
              <a:defRPr sz="1867">
                <a:solidFill>
                  <a:srgbClr val="000000"/>
                </a:solidFill>
                <a:latin typeface="+mj-lt"/>
              </a:defRPr>
            </a:lvl3pPr>
            <a:lvl4pPr marL="1198003" indent="-237061">
              <a:spcAft>
                <a:spcPts val="1333"/>
              </a:spcAft>
              <a:defRPr sz="1867">
                <a:solidFill>
                  <a:srgbClr val="000000"/>
                </a:solidFill>
                <a:latin typeface="+mj-lt"/>
              </a:defRPr>
            </a:lvl4pPr>
            <a:lvl5pPr marL="1435064" indent="-237061">
              <a:spcAft>
                <a:spcPts val="1333"/>
              </a:spcAft>
              <a:defRPr sz="1867">
                <a:solidFill>
                  <a:srgbClr val="000000"/>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pic>
        <p:nvPicPr>
          <p:cNvPr id="10" name="EON_Logo_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48001" y="5764800"/>
            <a:ext cx="2072260" cy="614400"/>
          </a:xfrm>
          <a:prstGeom prst="rect">
            <a:avLst/>
          </a:prstGeom>
        </p:spPr>
      </p:pic>
    </p:spTree>
    <p:extLst>
      <p:ext uri="{BB962C8B-B14F-4D97-AF65-F5344CB8AC3E}">
        <p14:creationId xmlns:p14="http://schemas.microsoft.com/office/powerpoint/2010/main" val="1575917654"/>
      </p:ext>
    </p:extLst>
  </p:cSld>
  <p:clrMapOvr>
    <a:masterClrMapping/>
  </p:clrMapOvr>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Agenda 1 column blu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FFFFFF"/>
                </a:solidFill>
              </a:defRPr>
            </a:lvl1pPr>
          </a:lstStyle>
          <a:p>
            <a:r>
              <a:rPr lang="de-DE"/>
              <a:t>Mastertitelformat bearbeiten</a:t>
            </a:r>
          </a:p>
        </p:txBody>
      </p:sp>
      <p:sp>
        <p:nvSpPr>
          <p:cNvPr id="3" name="Inhaltsplatzhalter 2"/>
          <p:cNvSpPr>
            <a:spLocks noGrp="1"/>
          </p:cNvSpPr>
          <p:nvPr>
            <p:ph idx="1"/>
          </p:nvPr>
        </p:nvSpPr>
        <p:spPr>
          <a:xfrm>
            <a:off x="504000" y="1828800"/>
            <a:ext cx="7344000" cy="4065600"/>
          </a:xfrm>
        </p:spPr>
        <p:txBody>
          <a:bodyPr/>
          <a:lstStyle>
            <a:lvl1pPr marL="474121" indent="-474121">
              <a:spcAft>
                <a:spcPts val="1333"/>
              </a:spcAft>
              <a:buFont typeface="+mj-lt"/>
              <a:buAutoNum type="arabicPeriod"/>
              <a:defRPr>
                <a:solidFill>
                  <a:srgbClr val="FFFFFF"/>
                </a:solidFill>
                <a:latin typeface="+mj-lt"/>
              </a:defRPr>
            </a:lvl1pPr>
            <a:lvl2pPr marL="723882" indent="-249760">
              <a:spcAft>
                <a:spcPts val="1333"/>
              </a:spcAft>
              <a:defRPr>
                <a:solidFill>
                  <a:srgbClr val="FFFFFF"/>
                </a:solidFill>
                <a:latin typeface="+mj-lt"/>
              </a:defRPr>
            </a:lvl2pPr>
            <a:lvl3pPr marL="960943" indent="-237061">
              <a:spcAft>
                <a:spcPts val="1333"/>
              </a:spcAft>
              <a:defRPr>
                <a:solidFill>
                  <a:srgbClr val="FFFFFF"/>
                </a:solidFill>
                <a:latin typeface="+mj-lt"/>
              </a:defRPr>
            </a:lvl3pPr>
            <a:lvl4pPr marL="1198003" indent="-237061">
              <a:spcAft>
                <a:spcPts val="1333"/>
              </a:spcAft>
              <a:defRPr>
                <a:solidFill>
                  <a:srgbClr val="FFFFFF"/>
                </a:solidFill>
                <a:latin typeface="+mj-lt"/>
              </a:defRPr>
            </a:lvl4pPr>
            <a:lvl5pPr marL="1435064" indent="-237061">
              <a:spcAft>
                <a:spcPts val="1333"/>
              </a:spcAft>
              <a:defRPr>
                <a:solidFill>
                  <a:srgbClr val="FFFFFF"/>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p:cNvSpPr>
            <a:spLocks noGrp="1"/>
          </p:cNvSpPr>
          <p:nvPr>
            <p:ph type="ftr" sz="quarter" idx="11"/>
          </p:nvPr>
        </p:nvSpPr>
        <p:spPr/>
        <p:txBody>
          <a:bodyPr/>
          <a:lstStyle>
            <a:lvl1pPr>
              <a:defRPr>
                <a:solidFill>
                  <a:srgbClr val="FFFFFF"/>
                </a:solidFill>
              </a:defRPr>
            </a:lvl1pPr>
          </a:lstStyle>
          <a:p>
            <a:endParaRPr lang="de-DE"/>
          </a:p>
        </p:txBody>
      </p:sp>
      <p:pic>
        <p:nvPicPr>
          <p:cNvPr id="6" name="EON_Logo_w"/>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48001" y="5764800"/>
            <a:ext cx="2072260" cy="614400"/>
          </a:xfrm>
          <a:prstGeom prst="rect">
            <a:avLst/>
          </a:prstGeom>
        </p:spPr>
      </p:pic>
    </p:spTree>
    <p:extLst>
      <p:ext uri="{BB962C8B-B14F-4D97-AF65-F5344CB8AC3E}">
        <p14:creationId xmlns:p14="http://schemas.microsoft.com/office/powerpoint/2010/main" val="792995197"/>
      </p:ext>
    </p:extLst>
  </p:cSld>
  <p:clrMapOvr>
    <a:masterClrMapping/>
  </p:clrMapOvr>
  <p:hf hdr="0" ftr="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Agenda 2 columns blu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FFFFFF"/>
                </a:solidFill>
              </a:defRPr>
            </a:lvl1pPr>
          </a:lstStyle>
          <a:p>
            <a:r>
              <a:rPr lang="de-DE"/>
              <a:t>Mastertitelformat bearbeiten</a:t>
            </a:r>
          </a:p>
        </p:txBody>
      </p:sp>
      <p:sp>
        <p:nvSpPr>
          <p:cNvPr id="3" name="Inhaltsplatzhalter 2"/>
          <p:cNvSpPr>
            <a:spLocks noGrp="1"/>
          </p:cNvSpPr>
          <p:nvPr>
            <p:ph sz="half" idx="1"/>
          </p:nvPr>
        </p:nvSpPr>
        <p:spPr>
          <a:xfrm>
            <a:off x="504000" y="1828800"/>
            <a:ext cx="5424000" cy="3120000"/>
          </a:xfrm>
        </p:spPr>
        <p:txBody>
          <a:bodyPr>
            <a:noAutofit/>
          </a:bodyPr>
          <a:lstStyle>
            <a:lvl1pPr marL="474121" indent="-474121">
              <a:spcAft>
                <a:spcPts val="1333"/>
              </a:spcAft>
              <a:buFont typeface="+mj-lt"/>
              <a:buAutoNum type="arabicPeriod"/>
              <a:defRPr sz="1867">
                <a:solidFill>
                  <a:srgbClr val="FFFFFF"/>
                </a:solidFill>
                <a:latin typeface="+mj-lt"/>
              </a:defRPr>
            </a:lvl1pPr>
            <a:lvl2pPr marL="723882" indent="-249760">
              <a:spcAft>
                <a:spcPts val="1333"/>
              </a:spcAft>
              <a:defRPr sz="1867">
                <a:solidFill>
                  <a:srgbClr val="FFFFFF"/>
                </a:solidFill>
                <a:latin typeface="+mj-lt"/>
              </a:defRPr>
            </a:lvl2pPr>
            <a:lvl3pPr marL="960943" indent="-237061">
              <a:spcAft>
                <a:spcPts val="1333"/>
              </a:spcAft>
              <a:defRPr sz="1867">
                <a:solidFill>
                  <a:srgbClr val="FFFFFF"/>
                </a:solidFill>
                <a:latin typeface="+mj-lt"/>
              </a:defRPr>
            </a:lvl3pPr>
            <a:lvl4pPr marL="1198003" indent="-237061">
              <a:spcAft>
                <a:spcPts val="1333"/>
              </a:spcAft>
              <a:defRPr sz="1867">
                <a:solidFill>
                  <a:srgbClr val="FFFFFF"/>
                </a:solidFill>
                <a:latin typeface="+mj-lt"/>
              </a:defRPr>
            </a:lvl4pPr>
            <a:lvl5pPr marL="1435064" indent="-237061">
              <a:spcAft>
                <a:spcPts val="1333"/>
              </a:spcAft>
              <a:defRPr sz="1867">
                <a:solidFill>
                  <a:srgbClr val="FFFFFF"/>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264000" y="1828800"/>
            <a:ext cx="5424000" cy="3120000"/>
          </a:xfrm>
        </p:spPr>
        <p:txBody>
          <a:bodyPr>
            <a:noAutofit/>
          </a:bodyPr>
          <a:lstStyle>
            <a:lvl1pPr marL="474121" indent="-474121">
              <a:spcAft>
                <a:spcPts val="1333"/>
              </a:spcAft>
              <a:buFont typeface="+mj-lt"/>
              <a:buAutoNum type="arabicPeriod"/>
              <a:defRPr sz="1867">
                <a:solidFill>
                  <a:srgbClr val="FFFFFF"/>
                </a:solidFill>
                <a:latin typeface="+mj-lt"/>
              </a:defRPr>
            </a:lvl1pPr>
            <a:lvl2pPr marL="723882" indent="-249760">
              <a:spcAft>
                <a:spcPts val="1333"/>
              </a:spcAft>
              <a:defRPr sz="1867">
                <a:solidFill>
                  <a:srgbClr val="FFFFFF"/>
                </a:solidFill>
                <a:latin typeface="+mj-lt"/>
              </a:defRPr>
            </a:lvl2pPr>
            <a:lvl3pPr marL="960943" indent="-237061">
              <a:spcAft>
                <a:spcPts val="1333"/>
              </a:spcAft>
              <a:defRPr sz="1867">
                <a:solidFill>
                  <a:srgbClr val="FFFFFF"/>
                </a:solidFill>
                <a:latin typeface="+mj-lt"/>
              </a:defRPr>
            </a:lvl3pPr>
            <a:lvl4pPr marL="1198003" indent="-237061">
              <a:spcAft>
                <a:spcPts val="1333"/>
              </a:spcAft>
              <a:defRPr sz="1867">
                <a:solidFill>
                  <a:srgbClr val="FFFFFF"/>
                </a:solidFill>
                <a:latin typeface="+mj-lt"/>
              </a:defRPr>
            </a:lvl4pPr>
            <a:lvl5pPr marL="1435064" indent="-237061">
              <a:spcAft>
                <a:spcPts val="1333"/>
              </a:spcAft>
              <a:defRPr sz="1867">
                <a:solidFill>
                  <a:srgbClr val="FFFFFF"/>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11"/>
          </p:nvPr>
        </p:nvSpPr>
        <p:spPr/>
        <p:txBody>
          <a:bodyPr/>
          <a:lstStyle>
            <a:lvl1pPr>
              <a:defRPr>
                <a:solidFill>
                  <a:srgbClr val="FFFFFF"/>
                </a:solidFill>
              </a:defRPr>
            </a:lvl1pPr>
          </a:lstStyle>
          <a:p>
            <a:endParaRPr lang="de-DE"/>
          </a:p>
        </p:txBody>
      </p:sp>
      <p:pic>
        <p:nvPicPr>
          <p:cNvPr id="9" name="EON_Logo_w"/>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48001" y="5764800"/>
            <a:ext cx="2072260" cy="614400"/>
          </a:xfrm>
          <a:prstGeom prst="rect">
            <a:avLst/>
          </a:prstGeom>
        </p:spPr>
      </p:pic>
    </p:spTree>
    <p:extLst>
      <p:ext uri="{BB962C8B-B14F-4D97-AF65-F5344CB8AC3E}">
        <p14:creationId xmlns:p14="http://schemas.microsoft.com/office/powerpoint/2010/main" val="3828531053"/>
      </p:ext>
    </p:extLst>
  </p:cSld>
  <p:clrMapOvr>
    <a:masterClrMapping/>
  </p:clrMapOvr>
  <p:hf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Agenda 3 columns blu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FFFFFF"/>
                </a:solidFill>
              </a:defRPr>
            </a:lvl1pPr>
          </a:lstStyle>
          <a:p>
            <a:r>
              <a:rPr lang="de-DE"/>
              <a:t>Mastertitelformat bearbeiten</a:t>
            </a:r>
          </a:p>
        </p:txBody>
      </p:sp>
      <p:sp>
        <p:nvSpPr>
          <p:cNvPr id="3" name="Inhaltsplatzhalter 2"/>
          <p:cNvSpPr>
            <a:spLocks noGrp="1"/>
          </p:cNvSpPr>
          <p:nvPr>
            <p:ph sz="half" idx="1"/>
          </p:nvPr>
        </p:nvSpPr>
        <p:spPr>
          <a:xfrm>
            <a:off x="504000" y="1828800"/>
            <a:ext cx="3504000" cy="3120000"/>
          </a:xfrm>
        </p:spPr>
        <p:txBody>
          <a:bodyPr>
            <a:noAutofit/>
          </a:bodyPr>
          <a:lstStyle>
            <a:lvl1pPr marL="474121" indent="-474121">
              <a:spcAft>
                <a:spcPts val="1333"/>
              </a:spcAft>
              <a:buFont typeface="+mj-lt"/>
              <a:buAutoNum type="arabicPeriod"/>
              <a:defRPr sz="1867">
                <a:solidFill>
                  <a:srgbClr val="FFFFFF"/>
                </a:solidFill>
                <a:latin typeface="+mj-lt"/>
              </a:defRPr>
            </a:lvl1pPr>
            <a:lvl2pPr marL="723882" indent="-249760">
              <a:spcAft>
                <a:spcPts val="1333"/>
              </a:spcAft>
              <a:defRPr sz="1867">
                <a:solidFill>
                  <a:srgbClr val="FFFFFF"/>
                </a:solidFill>
                <a:latin typeface="+mj-lt"/>
              </a:defRPr>
            </a:lvl2pPr>
            <a:lvl3pPr marL="960943" indent="-237061">
              <a:spcAft>
                <a:spcPts val="1333"/>
              </a:spcAft>
              <a:defRPr sz="1867">
                <a:solidFill>
                  <a:srgbClr val="FFFFFF"/>
                </a:solidFill>
                <a:latin typeface="+mj-lt"/>
              </a:defRPr>
            </a:lvl3pPr>
            <a:lvl4pPr marL="1198003" indent="-237061">
              <a:spcAft>
                <a:spcPts val="1333"/>
              </a:spcAft>
              <a:defRPr sz="1867">
                <a:solidFill>
                  <a:srgbClr val="FFFFFF"/>
                </a:solidFill>
                <a:latin typeface="+mj-lt"/>
              </a:defRPr>
            </a:lvl4pPr>
            <a:lvl5pPr marL="1435064" indent="-237061">
              <a:spcAft>
                <a:spcPts val="1333"/>
              </a:spcAft>
              <a:defRPr sz="1867">
                <a:solidFill>
                  <a:srgbClr val="FFFFFF"/>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344000" y="1828800"/>
            <a:ext cx="3504000" cy="3120000"/>
          </a:xfrm>
        </p:spPr>
        <p:txBody>
          <a:bodyPr>
            <a:noAutofit/>
          </a:bodyPr>
          <a:lstStyle>
            <a:lvl1pPr marL="474121" indent="-474121">
              <a:spcAft>
                <a:spcPts val="1333"/>
              </a:spcAft>
              <a:buFont typeface="+mj-lt"/>
              <a:buAutoNum type="arabicPeriod"/>
              <a:defRPr sz="1867">
                <a:solidFill>
                  <a:srgbClr val="FFFFFF"/>
                </a:solidFill>
                <a:latin typeface="+mj-lt"/>
              </a:defRPr>
            </a:lvl1pPr>
            <a:lvl2pPr marL="723882" indent="-249760">
              <a:spcAft>
                <a:spcPts val="1333"/>
              </a:spcAft>
              <a:defRPr sz="1867">
                <a:solidFill>
                  <a:srgbClr val="FFFFFF"/>
                </a:solidFill>
                <a:latin typeface="+mj-lt"/>
              </a:defRPr>
            </a:lvl2pPr>
            <a:lvl3pPr marL="960943" indent="-237061">
              <a:spcAft>
                <a:spcPts val="1333"/>
              </a:spcAft>
              <a:defRPr sz="1867">
                <a:solidFill>
                  <a:srgbClr val="FFFFFF"/>
                </a:solidFill>
                <a:latin typeface="+mj-lt"/>
              </a:defRPr>
            </a:lvl3pPr>
            <a:lvl4pPr marL="1198003" indent="-237061">
              <a:spcAft>
                <a:spcPts val="1333"/>
              </a:spcAft>
              <a:defRPr sz="1867">
                <a:solidFill>
                  <a:srgbClr val="FFFFFF"/>
                </a:solidFill>
                <a:latin typeface="+mj-lt"/>
              </a:defRPr>
            </a:lvl4pPr>
            <a:lvl5pPr marL="1435064" indent="-237061">
              <a:spcAft>
                <a:spcPts val="1333"/>
              </a:spcAft>
              <a:defRPr sz="1867">
                <a:solidFill>
                  <a:srgbClr val="FFFFFF"/>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11"/>
          </p:nvPr>
        </p:nvSpPr>
        <p:spPr/>
        <p:txBody>
          <a:bodyPr/>
          <a:lstStyle>
            <a:lvl1pPr>
              <a:defRPr>
                <a:solidFill>
                  <a:srgbClr val="FFFFFF"/>
                </a:solidFill>
              </a:defRPr>
            </a:lvl1pPr>
          </a:lstStyle>
          <a:p>
            <a:endParaRPr lang="de-DE"/>
          </a:p>
        </p:txBody>
      </p:sp>
      <p:sp>
        <p:nvSpPr>
          <p:cNvPr id="8" name="Inhaltsplatzhalter 3"/>
          <p:cNvSpPr>
            <a:spLocks noGrp="1"/>
          </p:cNvSpPr>
          <p:nvPr>
            <p:ph sz="half" idx="13"/>
          </p:nvPr>
        </p:nvSpPr>
        <p:spPr>
          <a:xfrm>
            <a:off x="8188800" y="1828800"/>
            <a:ext cx="3504000" cy="3120000"/>
          </a:xfrm>
        </p:spPr>
        <p:txBody>
          <a:bodyPr>
            <a:noAutofit/>
          </a:bodyPr>
          <a:lstStyle>
            <a:lvl1pPr marL="474121" indent="-474121">
              <a:spcAft>
                <a:spcPts val="1333"/>
              </a:spcAft>
              <a:buFont typeface="+mj-lt"/>
              <a:buAutoNum type="arabicPeriod"/>
              <a:defRPr sz="1867">
                <a:solidFill>
                  <a:srgbClr val="FFFFFF"/>
                </a:solidFill>
                <a:latin typeface="+mj-lt"/>
              </a:defRPr>
            </a:lvl1pPr>
            <a:lvl2pPr marL="723882" indent="-249760">
              <a:spcAft>
                <a:spcPts val="1333"/>
              </a:spcAft>
              <a:defRPr sz="1867">
                <a:solidFill>
                  <a:srgbClr val="FFFFFF"/>
                </a:solidFill>
                <a:latin typeface="+mj-lt"/>
              </a:defRPr>
            </a:lvl2pPr>
            <a:lvl3pPr marL="960943" indent="-237061">
              <a:spcAft>
                <a:spcPts val="1333"/>
              </a:spcAft>
              <a:defRPr sz="1867">
                <a:solidFill>
                  <a:srgbClr val="FFFFFF"/>
                </a:solidFill>
                <a:latin typeface="+mj-lt"/>
              </a:defRPr>
            </a:lvl3pPr>
            <a:lvl4pPr marL="1198003" indent="-237061">
              <a:spcAft>
                <a:spcPts val="1333"/>
              </a:spcAft>
              <a:defRPr sz="1867">
                <a:solidFill>
                  <a:srgbClr val="FFFFFF"/>
                </a:solidFill>
                <a:latin typeface="+mj-lt"/>
              </a:defRPr>
            </a:lvl4pPr>
            <a:lvl5pPr marL="1435064" indent="-237061">
              <a:spcAft>
                <a:spcPts val="1333"/>
              </a:spcAft>
              <a:defRPr sz="1867">
                <a:solidFill>
                  <a:srgbClr val="FFFFFF"/>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pic>
        <p:nvPicPr>
          <p:cNvPr id="9" name="EON_Logo_w"/>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48001" y="5764800"/>
            <a:ext cx="2072260" cy="614400"/>
          </a:xfrm>
          <a:prstGeom prst="rect">
            <a:avLst/>
          </a:prstGeom>
        </p:spPr>
      </p:pic>
    </p:spTree>
    <p:extLst>
      <p:ext uri="{BB962C8B-B14F-4D97-AF65-F5344CB8AC3E}">
        <p14:creationId xmlns:p14="http://schemas.microsoft.com/office/powerpoint/2010/main" val="1449866960"/>
      </p:ext>
    </p:extLst>
  </p:cSld>
  <p:clrMapOvr>
    <a:masterClrMapping/>
  </p:clrMapOvr>
  <p:hf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hapter less colour">
    <p:spTree>
      <p:nvGrpSpPr>
        <p:cNvPr id="1" name=""/>
        <p:cNvGrpSpPr/>
        <p:nvPr/>
      </p:nvGrpSpPr>
      <p:grpSpPr>
        <a:xfrm>
          <a:off x="0" y="0"/>
          <a:ext cx="0" cy="0"/>
          <a:chOff x="0" y="0"/>
          <a:chExt cx="0" cy="0"/>
        </a:xfrm>
      </p:grpSpPr>
      <p:sp>
        <p:nvSpPr>
          <p:cNvPr id="2" name="Titel 1"/>
          <p:cNvSpPr>
            <a:spLocks noGrp="1"/>
          </p:cNvSpPr>
          <p:nvPr>
            <p:ph type="title"/>
          </p:nvPr>
        </p:nvSpPr>
        <p:spPr>
          <a:xfrm>
            <a:off x="2088000" y="1545600"/>
            <a:ext cx="8016000" cy="3432000"/>
          </a:xfrm>
        </p:spPr>
        <p:txBody>
          <a:bodyPr anchor="b" anchorCtr="0">
            <a:noAutofit/>
          </a:bodyPr>
          <a:lstStyle>
            <a:lvl1pPr algn="r">
              <a:lnSpc>
                <a:spcPts val="8533"/>
              </a:lnSpc>
              <a:defRPr sz="8533" b="0" cap="none" baseline="0"/>
            </a:lvl1pPr>
          </a:lstStyle>
          <a:p>
            <a:r>
              <a:rPr lang="de-DE"/>
              <a:t>Mastertitelformat bearbeiten</a:t>
            </a:r>
          </a:p>
        </p:txBody>
      </p:sp>
      <p:grpSp>
        <p:nvGrpSpPr>
          <p:cNvPr id="10" name="Gruppieren 9"/>
          <p:cNvGrpSpPr/>
          <p:nvPr userDrawn="1"/>
        </p:nvGrpSpPr>
        <p:grpSpPr>
          <a:xfrm>
            <a:off x="10632000" y="0"/>
            <a:ext cx="1560000" cy="6859200"/>
            <a:chOff x="7974000" y="0"/>
            <a:chExt cx="1170000" cy="5144400"/>
          </a:xfrm>
        </p:grpSpPr>
        <p:sp>
          <p:nvSpPr>
            <p:cNvPr id="7" name="Rechteck 6"/>
            <p:cNvSpPr/>
            <p:nvPr userDrawn="1"/>
          </p:nvSpPr>
          <p:spPr>
            <a:xfrm>
              <a:off x="8766000" y="0"/>
              <a:ext cx="378000" cy="51444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8" name="Rechteck 7"/>
            <p:cNvSpPr/>
            <p:nvPr userDrawn="1"/>
          </p:nvSpPr>
          <p:spPr>
            <a:xfrm>
              <a:off x="8197200" y="0"/>
              <a:ext cx="5688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7974000" y="0"/>
              <a:ext cx="223200" cy="5144400"/>
            </a:xfrm>
            <a:prstGeom prst="rect">
              <a:avLst/>
            </a:prstGeom>
            <a:solidFill>
              <a:srgbClr val="B004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spTree>
    <p:extLst>
      <p:ext uri="{BB962C8B-B14F-4D97-AF65-F5344CB8AC3E}">
        <p14:creationId xmlns:p14="http://schemas.microsoft.com/office/powerpoint/2010/main" val="1102428180"/>
      </p:ext>
    </p:extLst>
  </p:cSld>
  <p:clrMapOvr>
    <a:masterClrMapping/>
  </p:clrMapOvr>
  <p:hf hdr="0" ftr="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hapter full color 1">
    <p:spTree>
      <p:nvGrpSpPr>
        <p:cNvPr id="1" name=""/>
        <p:cNvGrpSpPr/>
        <p:nvPr/>
      </p:nvGrpSpPr>
      <p:grpSpPr>
        <a:xfrm>
          <a:off x="0" y="0"/>
          <a:ext cx="0" cy="0"/>
          <a:chOff x="0" y="0"/>
          <a:chExt cx="0" cy="0"/>
        </a:xfrm>
      </p:grpSpPr>
      <p:sp>
        <p:nvSpPr>
          <p:cNvPr id="2" name="Titel 1"/>
          <p:cNvSpPr>
            <a:spLocks noGrp="1"/>
          </p:cNvSpPr>
          <p:nvPr>
            <p:ph type="title"/>
          </p:nvPr>
        </p:nvSpPr>
        <p:spPr>
          <a:xfrm>
            <a:off x="350400" y="1545600"/>
            <a:ext cx="8016000" cy="3432000"/>
          </a:xfrm>
        </p:spPr>
        <p:txBody>
          <a:bodyPr anchor="b" anchorCtr="0">
            <a:noAutofit/>
          </a:bodyPr>
          <a:lstStyle>
            <a:lvl1pPr algn="r">
              <a:lnSpc>
                <a:spcPts val="8533"/>
              </a:lnSpc>
              <a:defRPr sz="8533" b="0" cap="none" baseline="0">
                <a:solidFill>
                  <a:srgbClr val="FFFFFF"/>
                </a:solidFill>
              </a:defRPr>
            </a:lvl1pPr>
          </a:lstStyle>
          <a:p>
            <a:r>
              <a:rPr lang="de-DE"/>
              <a:t>Mastertitelformat bearbeiten</a:t>
            </a:r>
          </a:p>
        </p:txBody>
      </p:sp>
      <p:grpSp>
        <p:nvGrpSpPr>
          <p:cNvPr id="3" name="Gruppieren 2"/>
          <p:cNvGrpSpPr/>
          <p:nvPr userDrawn="1"/>
        </p:nvGrpSpPr>
        <p:grpSpPr>
          <a:xfrm>
            <a:off x="8870400" y="0"/>
            <a:ext cx="3321600" cy="6859200"/>
            <a:chOff x="6652800" y="0"/>
            <a:chExt cx="2491200" cy="5144400"/>
          </a:xfrm>
        </p:grpSpPr>
        <p:sp>
          <p:nvSpPr>
            <p:cNvPr id="8" name="Rechteck 7"/>
            <p:cNvSpPr/>
            <p:nvPr userDrawn="1"/>
          </p:nvSpPr>
          <p:spPr>
            <a:xfrm>
              <a:off x="7030800" y="0"/>
              <a:ext cx="21132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6652800" y="0"/>
              <a:ext cx="378000" cy="5144400"/>
            </a:xfrm>
            <a:prstGeom prst="rect">
              <a:avLst/>
            </a:prstGeom>
            <a:solidFill>
              <a:srgbClr val="B004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spTree>
    <p:extLst>
      <p:ext uri="{BB962C8B-B14F-4D97-AF65-F5344CB8AC3E}">
        <p14:creationId xmlns:p14="http://schemas.microsoft.com/office/powerpoint/2010/main" val="1521413056"/>
      </p:ext>
    </p:extLst>
  </p:cSld>
  <p:clrMapOvr>
    <a:masterClrMapping/>
  </p:clrMapOvr>
  <p:hf hdr="0" ftr="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hapter full color 2">
    <p:spTree>
      <p:nvGrpSpPr>
        <p:cNvPr id="1" name=""/>
        <p:cNvGrpSpPr/>
        <p:nvPr/>
      </p:nvGrpSpPr>
      <p:grpSpPr>
        <a:xfrm>
          <a:off x="0" y="0"/>
          <a:ext cx="0" cy="0"/>
          <a:chOff x="0" y="0"/>
          <a:chExt cx="0" cy="0"/>
        </a:xfrm>
      </p:grpSpPr>
      <p:sp>
        <p:nvSpPr>
          <p:cNvPr id="2" name="Titel 1"/>
          <p:cNvSpPr>
            <a:spLocks noGrp="1"/>
          </p:cNvSpPr>
          <p:nvPr>
            <p:ph type="title"/>
          </p:nvPr>
        </p:nvSpPr>
        <p:spPr>
          <a:xfrm>
            <a:off x="1358400" y="1545600"/>
            <a:ext cx="8016000" cy="3432000"/>
          </a:xfrm>
        </p:spPr>
        <p:txBody>
          <a:bodyPr anchor="b" anchorCtr="0">
            <a:noAutofit/>
          </a:bodyPr>
          <a:lstStyle>
            <a:lvl1pPr algn="r">
              <a:lnSpc>
                <a:spcPts val="8533"/>
              </a:lnSpc>
              <a:defRPr sz="8533" b="0" cap="none" baseline="0">
                <a:solidFill>
                  <a:srgbClr val="FFFFFF"/>
                </a:solidFill>
              </a:defRPr>
            </a:lvl1pPr>
          </a:lstStyle>
          <a:p>
            <a:r>
              <a:rPr lang="de-DE"/>
              <a:t>Mastertitelformat bearbeiten</a:t>
            </a:r>
          </a:p>
        </p:txBody>
      </p:sp>
      <p:sp>
        <p:nvSpPr>
          <p:cNvPr id="8" name="Rechteck 7"/>
          <p:cNvSpPr/>
          <p:nvPr userDrawn="1"/>
        </p:nvSpPr>
        <p:spPr>
          <a:xfrm>
            <a:off x="9878400" y="0"/>
            <a:ext cx="2313600" cy="68592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0" y="0"/>
            <a:ext cx="801600" cy="6859200"/>
          </a:xfrm>
          <a:prstGeom prst="rect">
            <a:avLst/>
          </a:prstGeom>
          <a:solidFill>
            <a:srgbClr val="E3E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Tree>
    <p:extLst>
      <p:ext uri="{BB962C8B-B14F-4D97-AF65-F5344CB8AC3E}">
        <p14:creationId xmlns:p14="http://schemas.microsoft.com/office/powerpoint/2010/main" val="1574164823"/>
      </p:ext>
    </p:extLst>
  </p:cSld>
  <p:clrMapOvr>
    <a:masterClrMapping/>
  </p:clrMapOvr>
  <p:hf hdr="0" ftr="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losing chart less color">
    <p:spTree>
      <p:nvGrpSpPr>
        <p:cNvPr id="1" name=""/>
        <p:cNvGrpSpPr/>
        <p:nvPr/>
      </p:nvGrpSpPr>
      <p:grpSpPr>
        <a:xfrm>
          <a:off x="0" y="0"/>
          <a:ext cx="0" cy="0"/>
          <a:chOff x="0" y="0"/>
          <a:chExt cx="0" cy="0"/>
        </a:xfrm>
      </p:grpSpPr>
      <p:pic>
        <p:nvPicPr>
          <p:cNvPr id="5" name="EON_Logo_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5601" y="4348800"/>
            <a:ext cx="2833169" cy="840000"/>
          </a:xfrm>
          <a:prstGeom prst="rect">
            <a:avLst/>
          </a:prstGeom>
        </p:spPr>
      </p:pic>
      <p:grpSp>
        <p:nvGrpSpPr>
          <p:cNvPr id="11" name="Gruppieren 10"/>
          <p:cNvGrpSpPr/>
          <p:nvPr userDrawn="1"/>
        </p:nvGrpSpPr>
        <p:grpSpPr>
          <a:xfrm>
            <a:off x="10632000" y="0"/>
            <a:ext cx="1560000" cy="6859200"/>
            <a:chOff x="7974000" y="0"/>
            <a:chExt cx="1170000" cy="5144400"/>
          </a:xfrm>
        </p:grpSpPr>
        <p:sp>
          <p:nvSpPr>
            <p:cNvPr id="8" name="Rechteck 7"/>
            <p:cNvSpPr/>
            <p:nvPr userDrawn="1"/>
          </p:nvSpPr>
          <p:spPr>
            <a:xfrm>
              <a:off x="8766000" y="0"/>
              <a:ext cx="378000" cy="51444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8197200" y="0"/>
              <a:ext cx="5688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10" name="Rechteck 9"/>
            <p:cNvSpPr/>
            <p:nvPr userDrawn="1"/>
          </p:nvSpPr>
          <p:spPr>
            <a:xfrm>
              <a:off x="7974000" y="0"/>
              <a:ext cx="223200" cy="5144400"/>
            </a:xfrm>
            <a:prstGeom prst="rect">
              <a:avLst/>
            </a:prstGeom>
            <a:solidFill>
              <a:srgbClr val="B004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sp>
        <p:nvSpPr>
          <p:cNvPr id="3" name="Textplatzhalter 2"/>
          <p:cNvSpPr>
            <a:spLocks noGrp="1"/>
          </p:cNvSpPr>
          <p:nvPr>
            <p:ph type="body" sz="quarter" idx="10"/>
          </p:nvPr>
        </p:nvSpPr>
        <p:spPr>
          <a:xfrm>
            <a:off x="3739200" y="1545600"/>
            <a:ext cx="6388800" cy="1440000"/>
          </a:xfrm>
        </p:spPr>
        <p:txBody>
          <a:bodyPr/>
          <a:lstStyle>
            <a:lvl1pPr algn="r">
              <a:lnSpc>
                <a:spcPct val="100000"/>
              </a:lnSpc>
              <a:spcAft>
                <a:spcPts val="0"/>
              </a:spcAft>
              <a:defRPr sz="8000">
                <a:solidFill>
                  <a:srgbClr val="EA1C0A"/>
                </a:solidFill>
                <a:latin typeface="+mj-lt"/>
              </a:defRPr>
            </a:lvl1pPr>
            <a:lvl2pPr algn="r">
              <a:lnSpc>
                <a:spcPct val="100000"/>
              </a:lnSpc>
              <a:spcAft>
                <a:spcPts val="0"/>
              </a:spcAft>
              <a:defRPr sz="8000">
                <a:solidFill>
                  <a:srgbClr val="EA1C0A"/>
                </a:solidFill>
                <a:latin typeface="+mj-lt"/>
              </a:defRPr>
            </a:lvl2pPr>
            <a:lvl3pPr algn="r">
              <a:lnSpc>
                <a:spcPct val="100000"/>
              </a:lnSpc>
              <a:spcAft>
                <a:spcPts val="0"/>
              </a:spcAft>
              <a:defRPr sz="8000">
                <a:solidFill>
                  <a:srgbClr val="EA1C0A"/>
                </a:solidFill>
                <a:latin typeface="+mj-lt"/>
              </a:defRPr>
            </a:lvl3pPr>
            <a:lvl4pPr algn="r">
              <a:lnSpc>
                <a:spcPct val="100000"/>
              </a:lnSpc>
              <a:spcAft>
                <a:spcPts val="0"/>
              </a:spcAft>
              <a:defRPr sz="8000">
                <a:solidFill>
                  <a:srgbClr val="EA1C0A"/>
                </a:solidFill>
                <a:latin typeface="+mj-lt"/>
              </a:defRPr>
            </a:lvl4pPr>
            <a:lvl5pPr algn="r">
              <a:lnSpc>
                <a:spcPct val="100000"/>
              </a:lnSpc>
              <a:spcAft>
                <a:spcPts val="0"/>
              </a:spcAft>
              <a:defRPr sz="8000">
                <a:solidFill>
                  <a:srgbClr val="EA1C0A"/>
                </a:solidFill>
                <a:latin typeface="+mj-lt"/>
              </a:defRPr>
            </a:lvl5pPr>
          </a:lstStyle>
          <a:p>
            <a:pPr lvl="0"/>
            <a:r>
              <a:rPr lang="de-DE"/>
              <a:t>Mastertextformat bearbeiten</a:t>
            </a:r>
          </a:p>
        </p:txBody>
      </p:sp>
      <p:sp>
        <p:nvSpPr>
          <p:cNvPr id="7" name="Textplatzhalter 6"/>
          <p:cNvSpPr>
            <a:spLocks noGrp="1"/>
          </p:cNvSpPr>
          <p:nvPr>
            <p:ph type="body" sz="quarter" idx="11"/>
          </p:nvPr>
        </p:nvSpPr>
        <p:spPr>
          <a:xfrm>
            <a:off x="3739200" y="3024000"/>
            <a:ext cx="6388800" cy="1032000"/>
          </a:xfrm>
        </p:spPr>
        <p:txBody>
          <a:bodyPr/>
          <a:lstStyle>
            <a:lvl1pPr algn="r">
              <a:lnSpc>
                <a:spcPct val="100000"/>
              </a:lnSpc>
              <a:spcAft>
                <a:spcPts val="0"/>
              </a:spcAft>
              <a:defRPr sz="3333">
                <a:solidFill>
                  <a:srgbClr val="EA1C0A"/>
                </a:solidFill>
              </a:defRPr>
            </a:lvl1pPr>
          </a:lstStyle>
          <a:p>
            <a:pPr lvl="0"/>
            <a:r>
              <a:rPr lang="de-DE"/>
              <a:t>Mastertextformat bearbeiten</a:t>
            </a:r>
          </a:p>
        </p:txBody>
      </p:sp>
    </p:spTree>
    <p:extLst>
      <p:ext uri="{BB962C8B-B14F-4D97-AF65-F5344CB8AC3E}">
        <p14:creationId xmlns:p14="http://schemas.microsoft.com/office/powerpoint/2010/main" val="3523062154"/>
      </p:ext>
    </p:extLst>
  </p:cSld>
  <p:clrMapOvr>
    <a:masterClrMapping/>
  </p:clrMapOvr>
  <p:hf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losing chart full color">
    <p:spTree>
      <p:nvGrpSpPr>
        <p:cNvPr id="1" name=""/>
        <p:cNvGrpSpPr/>
        <p:nvPr/>
      </p:nvGrpSpPr>
      <p:grpSpPr>
        <a:xfrm>
          <a:off x="0" y="0"/>
          <a:ext cx="0" cy="0"/>
          <a:chOff x="0" y="0"/>
          <a:chExt cx="0" cy="0"/>
        </a:xfrm>
      </p:grpSpPr>
      <p:sp>
        <p:nvSpPr>
          <p:cNvPr id="8" name="Rechteck 7"/>
          <p:cNvSpPr/>
          <p:nvPr userDrawn="1"/>
        </p:nvSpPr>
        <p:spPr>
          <a:xfrm>
            <a:off x="1051200" y="0"/>
            <a:ext cx="504000" cy="68592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0" y="0"/>
            <a:ext cx="1051200" cy="6859200"/>
          </a:xfrm>
          <a:prstGeom prst="rect">
            <a:avLst/>
          </a:prstGeom>
          <a:solidFill>
            <a:srgbClr val="E3E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10" name="Rechteck 9"/>
          <p:cNvSpPr/>
          <p:nvPr userDrawn="1"/>
        </p:nvSpPr>
        <p:spPr>
          <a:xfrm>
            <a:off x="8457600" y="0"/>
            <a:ext cx="3734400" cy="6859200"/>
          </a:xfrm>
          <a:prstGeom prst="rect">
            <a:avLst/>
          </a:prstGeom>
          <a:solidFill>
            <a:srgbClr val="B004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pic>
        <p:nvPicPr>
          <p:cNvPr id="2" name="EON_Logo_w"/>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121601" y="4348800"/>
            <a:ext cx="2833169" cy="840000"/>
          </a:xfrm>
          <a:prstGeom prst="rect">
            <a:avLst/>
          </a:prstGeom>
        </p:spPr>
      </p:pic>
      <p:sp>
        <p:nvSpPr>
          <p:cNvPr id="4" name="Textplatzhalter 3"/>
          <p:cNvSpPr>
            <a:spLocks noGrp="1"/>
          </p:cNvSpPr>
          <p:nvPr>
            <p:ph type="body" sz="quarter" idx="10"/>
          </p:nvPr>
        </p:nvSpPr>
        <p:spPr>
          <a:xfrm>
            <a:off x="1555200" y="1545600"/>
            <a:ext cx="6388800" cy="1440000"/>
          </a:xfrm>
        </p:spPr>
        <p:txBody>
          <a:bodyPr/>
          <a:lstStyle>
            <a:lvl1pPr algn="r">
              <a:lnSpc>
                <a:spcPct val="100000"/>
              </a:lnSpc>
              <a:spcAft>
                <a:spcPts val="0"/>
              </a:spcAft>
              <a:defRPr sz="8000">
                <a:solidFill>
                  <a:srgbClr val="FFFFFF"/>
                </a:solidFill>
                <a:latin typeface="+mj-lt"/>
              </a:defRPr>
            </a:lvl1pPr>
            <a:lvl2pPr algn="r">
              <a:lnSpc>
                <a:spcPct val="100000"/>
              </a:lnSpc>
              <a:spcAft>
                <a:spcPts val="0"/>
              </a:spcAft>
              <a:defRPr sz="8000">
                <a:solidFill>
                  <a:srgbClr val="FFFFFF"/>
                </a:solidFill>
                <a:latin typeface="+mj-lt"/>
              </a:defRPr>
            </a:lvl2pPr>
            <a:lvl3pPr algn="r">
              <a:lnSpc>
                <a:spcPct val="100000"/>
              </a:lnSpc>
              <a:spcAft>
                <a:spcPts val="0"/>
              </a:spcAft>
              <a:defRPr sz="8000">
                <a:solidFill>
                  <a:srgbClr val="FFFFFF"/>
                </a:solidFill>
                <a:latin typeface="+mj-lt"/>
              </a:defRPr>
            </a:lvl3pPr>
            <a:lvl4pPr algn="r">
              <a:lnSpc>
                <a:spcPct val="100000"/>
              </a:lnSpc>
              <a:spcAft>
                <a:spcPts val="0"/>
              </a:spcAft>
              <a:defRPr sz="8000">
                <a:solidFill>
                  <a:srgbClr val="FFFFFF"/>
                </a:solidFill>
                <a:latin typeface="+mj-lt"/>
              </a:defRPr>
            </a:lvl4pPr>
            <a:lvl5pPr algn="r">
              <a:lnSpc>
                <a:spcPct val="100000"/>
              </a:lnSpc>
              <a:spcAft>
                <a:spcPts val="0"/>
              </a:spcAft>
              <a:defRPr sz="8000">
                <a:solidFill>
                  <a:srgbClr val="FFFFFF"/>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Textplatzhalter 6"/>
          <p:cNvSpPr>
            <a:spLocks noGrp="1"/>
          </p:cNvSpPr>
          <p:nvPr>
            <p:ph type="body" sz="quarter" idx="11"/>
          </p:nvPr>
        </p:nvSpPr>
        <p:spPr>
          <a:xfrm>
            <a:off x="1555200" y="3024000"/>
            <a:ext cx="6388800" cy="1032000"/>
          </a:xfrm>
        </p:spPr>
        <p:txBody>
          <a:bodyPr/>
          <a:lstStyle>
            <a:lvl1pPr algn="r">
              <a:lnSpc>
                <a:spcPct val="100000"/>
              </a:lnSpc>
              <a:spcAft>
                <a:spcPts val="0"/>
              </a:spcAft>
              <a:defRPr sz="3333">
                <a:solidFill>
                  <a:srgbClr val="FFFFFF"/>
                </a:solidFill>
              </a:defRPr>
            </a:lvl1pPr>
            <a:lvl2pPr algn="r">
              <a:lnSpc>
                <a:spcPct val="100000"/>
              </a:lnSpc>
              <a:spcAft>
                <a:spcPts val="0"/>
              </a:spcAft>
              <a:defRPr sz="3333">
                <a:solidFill>
                  <a:srgbClr val="FFFFFF"/>
                </a:solidFill>
              </a:defRPr>
            </a:lvl2pPr>
            <a:lvl3pPr algn="r">
              <a:lnSpc>
                <a:spcPct val="100000"/>
              </a:lnSpc>
              <a:spcAft>
                <a:spcPts val="0"/>
              </a:spcAft>
              <a:defRPr sz="3333">
                <a:solidFill>
                  <a:srgbClr val="FFFFFF"/>
                </a:solidFill>
              </a:defRPr>
            </a:lvl3pPr>
            <a:lvl4pPr algn="r">
              <a:lnSpc>
                <a:spcPct val="100000"/>
              </a:lnSpc>
              <a:spcAft>
                <a:spcPts val="0"/>
              </a:spcAft>
              <a:defRPr sz="3333">
                <a:solidFill>
                  <a:srgbClr val="FFFFFF"/>
                </a:solidFill>
              </a:defRPr>
            </a:lvl4pPr>
            <a:lvl5pPr algn="r">
              <a:lnSpc>
                <a:spcPct val="100000"/>
              </a:lnSpc>
              <a:spcAft>
                <a:spcPts val="0"/>
              </a:spcAft>
              <a:defRPr sz="3333">
                <a:solidFill>
                  <a:srgbClr val="FFFFFF"/>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417233919"/>
      </p:ext>
    </p:extLst>
  </p:cSld>
  <p:clrMapOvr>
    <a:masterClrMapping/>
  </p:clrMapOvr>
  <p:hf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012DAF-AF01-310E-EEE9-CC4AB4FEB255}"/>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n-US"/>
          </a:p>
        </p:txBody>
      </p:sp>
      <p:sp>
        <p:nvSpPr>
          <p:cNvPr id="3" name="Untertitel 2">
            <a:extLst>
              <a:ext uri="{FF2B5EF4-FFF2-40B4-BE49-F238E27FC236}">
                <a16:creationId xmlns:a16="http://schemas.microsoft.com/office/drawing/2014/main" id="{1EC6F019-A669-B4F7-C744-0B7D4AE64E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a:p>
        </p:txBody>
      </p:sp>
      <p:sp>
        <p:nvSpPr>
          <p:cNvPr id="4" name="Datumsplatzhalter 3">
            <a:extLst>
              <a:ext uri="{FF2B5EF4-FFF2-40B4-BE49-F238E27FC236}">
                <a16:creationId xmlns:a16="http://schemas.microsoft.com/office/drawing/2014/main" id="{30A42AC9-09EF-E5A1-19C4-3F616D5A392D}"/>
              </a:ext>
            </a:extLst>
          </p:cNvPr>
          <p:cNvSpPr>
            <a:spLocks noGrp="1"/>
          </p:cNvSpPr>
          <p:nvPr>
            <p:ph type="dt" sz="half" idx="10"/>
          </p:nvPr>
        </p:nvSpPr>
        <p:spPr/>
        <p:txBody>
          <a:bodyPr/>
          <a:lstStyle/>
          <a:p>
            <a:fld id="{136F06B5-FD65-46B9-9D3A-99231A382F68}" type="datetimeFigureOut">
              <a:rPr lang="en-US" smtClean="0"/>
              <a:t>6/10/2026</a:t>
            </a:fld>
            <a:endParaRPr lang="en-US"/>
          </a:p>
        </p:txBody>
      </p:sp>
      <p:sp>
        <p:nvSpPr>
          <p:cNvPr id="5" name="Fußzeilenplatzhalter 4">
            <a:extLst>
              <a:ext uri="{FF2B5EF4-FFF2-40B4-BE49-F238E27FC236}">
                <a16:creationId xmlns:a16="http://schemas.microsoft.com/office/drawing/2014/main" id="{9C11EFF8-4403-F070-7176-EF02272E9E61}"/>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AB7A2DA9-A69E-D48B-6461-B8BC65EBC831}"/>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28835513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48589B-D7B8-DDB7-7330-FA844B8DE5D6}"/>
              </a:ext>
            </a:extLst>
          </p:cNvPr>
          <p:cNvSpPr>
            <a:spLocks noGrp="1"/>
          </p:cNvSpPr>
          <p:nvPr>
            <p:ph type="title"/>
          </p:nvPr>
        </p:nvSpPr>
        <p:spPr/>
        <p:txBody>
          <a:bodyPr/>
          <a:lstStyle/>
          <a:p>
            <a:r>
              <a:rPr lang="de-DE"/>
              <a:t>Mastertitelformat bearbeiten</a:t>
            </a:r>
            <a:endParaRPr lang="en-US"/>
          </a:p>
        </p:txBody>
      </p:sp>
      <p:sp>
        <p:nvSpPr>
          <p:cNvPr id="3" name="Inhaltsplatzhalter 2">
            <a:extLst>
              <a:ext uri="{FF2B5EF4-FFF2-40B4-BE49-F238E27FC236}">
                <a16:creationId xmlns:a16="http://schemas.microsoft.com/office/drawing/2014/main" id="{D3906996-E608-F6E8-D3C4-5C21781BC123}"/>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3729BB94-1E8A-1A6D-40A6-96A93AEFBC3F}"/>
              </a:ext>
            </a:extLst>
          </p:cNvPr>
          <p:cNvSpPr>
            <a:spLocks noGrp="1"/>
          </p:cNvSpPr>
          <p:nvPr>
            <p:ph type="dt" sz="half" idx="10"/>
          </p:nvPr>
        </p:nvSpPr>
        <p:spPr/>
        <p:txBody>
          <a:bodyPr/>
          <a:lstStyle/>
          <a:p>
            <a:fld id="{136F06B5-FD65-46B9-9D3A-99231A382F68}" type="datetimeFigureOut">
              <a:rPr lang="en-US" smtClean="0"/>
              <a:t>6/10/2026</a:t>
            </a:fld>
            <a:endParaRPr lang="en-US"/>
          </a:p>
        </p:txBody>
      </p:sp>
      <p:sp>
        <p:nvSpPr>
          <p:cNvPr id="5" name="Fußzeilenplatzhalter 4">
            <a:extLst>
              <a:ext uri="{FF2B5EF4-FFF2-40B4-BE49-F238E27FC236}">
                <a16:creationId xmlns:a16="http://schemas.microsoft.com/office/drawing/2014/main" id="{F0C8D20E-8032-0493-CACC-4DB1500C7740}"/>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74B07B7B-F32E-73F5-8269-E2524DC29C03}"/>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4894957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A22183-5676-FC14-1F79-85E63907AF88}"/>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n-US"/>
          </a:p>
        </p:txBody>
      </p:sp>
      <p:sp>
        <p:nvSpPr>
          <p:cNvPr id="3" name="Textplatzhalter 2">
            <a:extLst>
              <a:ext uri="{FF2B5EF4-FFF2-40B4-BE49-F238E27FC236}">
                <a16:creationId xmlns:a16="http://schemas.microsoft.com/office/drawing/2014/main" id="{8F5145F9-A0A3-D286-EF07-E200E05C20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7F29C50B-8867-61F8-E608-20A6F11AB9F1}"/>
              </a:ext>
            </a:extLst>
          </p:cNvPr>
          <p:cNvSpPr>
            <a:spLocks noGrp="1"/>
          </p:cNvSpPr>
          <p:nvPr>
            <p:ph type="dt" sz="half" idx="10"/>
          </p:nvPr>
        </p:nvSpPr>
        <p:spPr/>
        <p:txBody>
          <a:bodyPr/>
          <a:lstStyle/>
          <a:p>
            <a:fld id="{136F06B5-FD65-46B9-9D3A-99231A382F68}" type="datetimeFigureOut">
              <a:rPr lang="en-US" smtClean="0"/>
              <a:t>6/10/2026</a:t>
            </a:fld>
            <a:endParaRPr lang="en-US"/>
          </a:p>
        </p:txBody>
      </p:sp>
      <p:sp>
        <p:nvSpPr>
          <p:cNvPr id="5" name="Fußzeilenplatzhalter 4">
            <a:extLst>
              <a:ext uri="{FF2B5EF4-FFF2-40B4-BE49-F238E27FC236}">
                <a16:creationId xmlns:a16="http://schemas.microsoft.com/office/drawing/2014/main" id="{D362BEFE-A01E-695E-98F7-C972BC3E37FF}"/>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A9B476EA-A45E-9BD9-1FD4-7BA8943D8CB4}"/>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29638849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2C2D4E7-A405-E701-766A-FD3E258CDDC0}"/>
              </a:ext>
            </a:extLst>
          </p:cNvPr>
          <p:cNvSpPr>
            <a:spLocks noGrp="1"/>
          </p:cNvSpPr>
          <p:nvPr>
            <p:ph type="title"/>
          </p:nvPr>
        </p:nvSpPr>
        <p:spPr/>
        <p:txBody>
          <a:bodyPr/>
          <a:lstStyle/>
          <a:p>
            <a:r>
              <a:rPr lang="de-DE"/>
              <a:t>Mastertitelformat bearbeiten</a:t>
            </a:r>
            <a:endParaRPr lang="en-US"/>
          </a:p>
        </p:txBody>
      </p:sp>
      <p:sp>
        <p:nvSpPr>
          <p:cNvPr id="3" name="Inhaltsplatzhalter 2">
            <a:extLst>
              <a:ext uri="{FF2B5EF4-FFF2-40B4-BE49-F238E27FC236}">
                <a16:creationId xmlns:a16="http://schemas.microsoft.com/office/drawing/2014/main" id="{34F050B3-D7D9-4414-DCF5-E25D136607FA}"/>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Inhaltsplatzhalter 3">
            <a:extLst>
              <a:ext uri="{FF2B5EF4-FFF2-40B4-BE49-F238E27FC236}">
                <a16:creationId xmlns:a16="http://schemas.microsoft.com/office/drawing/2014/main" id="{14480749-B550-052A-395E-4071A510F117}"/>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Datumsplatzhalter 4">
            <a:extLst>
              <a:ext uri="{FF2B5EF4-FFF2-40B4-BE49-F238E27FC236}">
                <a16:creationId xmlns:a16="http://schemas.microsoft.com/office/drawing/2014/main" id="{D7740241-7D34-76ED-00D9-B989010BCD57}"/>
              </a:ext>
            </a:extLst>
          </p:cNvPr>
          <p:cNvSpPr>
            <a:spLocks noGrp="1"/>
          </p:cNvSpPr>
          <p:nvPr>
            <p:ph type="dt" sz="half" idx="10"/>
          </p:nvPr>
        </p:nvSpPr>
        <p:spPr/>
        <p:txBody>
          <a:bodyPr/>
          <a:lstStyle/>
          <a:p>
            <a:fld id="{136F06B5-FD65-46B9-9D3A-99231A382F68}" type="datetimeFigureOut">
              <a:rPr lang="en-US" smtClean="0"/>
              <a:t>6/10/2026</a:t>
            </a:fld>
            <a:endParaRPr lang="en-US"/>
          </a:p>
        </p:txBody>
      </p:sp>
      <p:sp>
        <p:nvSpPr>
          <p:cNvPr id="6" name="Fußzeilenplatzhalter 5">
            <a:extLst>
              <a:ext uri="{FF2B5EF4-FFF2-40B4-BE49-F238E27FC236}">
                <a16:creationId xmlns:a16="http://schemas.microsoft.com/office/drawing/2014/main" id="{B3320733-9309-4292-0983-A01E232BE833}"/>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938BF80C-4C3A-0EE3-02D7-AFD640CA4125}"/>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12042731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F4EA3B-15BC-5E96-621D-18BE06B437AD}"/>
              </a:ext>
            </a:extLst>
          </p:cNvPr>
          <p:cNvSpPr>
            <a:spLocks noGrp="1"/>
          </p:cNvSpPr>
          <p:nvPr>
            <p:ph type="title"/>
          </p:nvPr>
        </p:nvSpPr>
        <p:spPr>
          <a:xfrm>
            <a:off x="839788" y="365125"/>
            <a:ext cx="10515600" cy="1325563"/>
          </a:xfrm>
        </p:spPr>
        <p:txBody>
          <a:bodyPr/>
          <a:lstStyle/>
          <a:p>
            <a:r>
              <a:rPr lang="de-DE"/>
              <a:t>Mastertitelformat bearbeiten</a:t>
            </a:r>
            <a:endParaRPr lang="en-US"/>
          </a:p>
        </p:txBody>
      </p:sp>
      <p:sp>
        <p:nvSpPr>
          <p:cNvPr id="3" name="Textplatzhalter 2">
            <a:extLst>
              <a:ext uri="{FF2B5EF4-FFF2-40B4-BE49-F238E27FC236}">
                <a16:creationId xmlns:a16="http://schemas.microsoft.com/office/drawing/2014/main" id="{D4127C0B-BA6F-A7B0-1A56-E572C5F6E7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FEE855DE-1874-7D24-63E8-2590DF321A09}"/>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Textplatzhalter 4">
            <a:extLst>
              <a:ext uri="{FF2B5EF4-FFF2-40B4-BE49-F238E27FC236}">
                <a16:creationId xmlns:a16="http://schemas.microsoft.com/office/drawing/2014/main" id="{C8F0CB7B-14C1-AD61-D490-9073D49364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510201D8-A4A5-EE7E-5B84-D3507BCA46FE}"/>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7" name="Datumsplatzhalter 6">
            <a:extLst>
              <a:ext uri="{FF2B5EF4-FFF2-40B4-BE49-F238E27FC236}">
                <a16:creationId xmlns:a16="http://schemas.microsoft.com/office/drawing/2014/main" id="{551D757C-DE0F-F31A-DCF9-1D2712172A34}"/>
              </a:ext>
            </a:extLst>
          </p:cNvPr>
          <p:cNvSpPr>
            <a:spLocks noGrp="1"/>
          </p:cNvSpPr>
          <p:nvPr>
            <p:ph type="dt" sz="half" idx="10"/>
          </p:nvPr>
        </p:nvSpPr>
        <p:spPr/>
        <p:txBody>
          <a:bodyPr/>
          <a:lstStyle/>
          <a:p>
            <a:fld id="{136F06B5-FD65-46B9-9D3A-99231A382F68}" type="datetimeFigureOut">
              <a:rPr lang="en-US" smtClean="0"/>
              <a:t>6/10/2026</a:t>
            </a:fld>
            <a:endParaRPr lang="en-US"/>
          </a:p>
        </p:txBody>
      </p:sp>
      <p:sp>
        <p:nvSpPr>
          <p:cNvPr id="8" name="Fußzeilenplatzhalter 7">
            <a:extLst>
              <a:ext uri="{FF2B5EF4-FFF2-40B4-BE49-F238E27FC236}">
                <a16:creationId xmlns:a16="http://schemas.microsoft.com/office/drawing/2014/main" id="{7CD762BB-8F9D-BF5F-5E26-9F65A3831A26}"/>
              </a:ext>
            </a:extLst>
          </p:cNvPr>
          <p:cNvSpPr>
            <a:spLocks noGrp="1"/>
          </p:cNvSpPr>
          <p:nvPr>
            <p:ph type="ftr" sz="quarter" idx="11"/>
          </p:nvPr>
        </p:nvSpPr>
        <p:spPr/>
        <p:txBody>
          <a:bodyPr/>
          <a:lstStyle/>
          <a:p>
            <a:endParaRPr lang="en-US"/>
          </a:p>
        </p:txBody>
      </p:sp>
      <p:sp>
        <p:nvSpPr>
          <p:cNvPr id="9" name="Foliennummernplatzhalter 8">
            <a:extLst>
              <a:ext uri="{FF2B5EF4-FFF2-40B4-BE49-F238E27FC236}">
                <a16:creationId xmlns:a16="http://schemas.microsoft.com/office/drawing/2014/main" id="{3BFBBCEB-7315-7D48-2580-38556BD9F3AA}"/>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2549192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D5B3E35-1C71-4CB8-7755-E12936ADFC2E}"/>
              </a:ext>
            </a:extLst>
          </p:cNvPr>
          <p:cNvSpPr>
            <a:spLocks noGrp="1"/>
          </p:cNvSpPr>
          <p:nvPr>
            <p:ph type="title"/>
          </p:nvPr>
        </p:nvSpPr>
        <p:spPr/>
        <p:txBody>
          <a:bodyPr/>
          <a:lstStyle/>
          <a:p>
            <a:r>
              <a:rPr lang="de-DE"/>
              <a:t>Mastertitelformat bearbeiten</a:t>
            </a:r>
            <a:endParaRPr lang="en-US"/>
          </a:p>
        </p:txBody>
      </p:sp>
      <p:sp>
        <p:nvSpPr>
          <p:cNvPr id="3" name="Datumsplatzhalter 2">
            <a:extLst>
              <a:ext uri="{FF2B5EF4-FFF2-40B4-BE49-F238E27FC236}">
                <a16:creationId xmlns:a16="http://schemas.microsoft.com/office/drawing/2014/main" id="{79606F7C-FCF9-420F-E45F-7CB4766B700F}"/>
              </a:ext>
            </a:extLst>
          </p:cNvPr>
          <p:cNvSpPr>
            <a:spLocks noGrp="1"/>
          </p:cNvSpPr>
          <p:nvPr>
            <p:ph type="dt" sz="half" idx="10"/>
          </p:nvPr>
        </p:nvSpPr>
        <p:spPr/>
        <p:txBody>
          <a:bodyPr/>
          <a:lstStyle/>
          <a:p>
            <a:fld id="{136F06B5-FD65-46B9-9D3A-99231A382F68}" type="datetimeFigureOut">
              <a:rPr lang="en-US" smtClean="0"/>
              <a:t>6/10/2026</a:t>
            </a:fld>
            <a:endParaRPr lang="en-US"/>
          </a:p>
        </p:txBody>
      </p:sp>
      <p:sp>
        <p:nvSpPr>
          <p:cNvPr id="4" name="Fußzeilenplatzhalter 3">
            <a:extLst>
              <a:ext uri="{FF2B5EF4-FFF2-40B4-BE49-F238E27FC236}">
                <a16:creationId xmlns:a16="http://schemas.microsoft.com/office/drawing/2014/main" id="{06052FBF-E36B-6B24-4990-DA725A2486A4}"/>
              </a:ext>
            </a:extLst>
          </p:cNvPr>
          <p:cNvSpPr>
            <a:spLocks noGrp="1"/>
          </p:cNvSpPr>
          <p:nvPr>
            <p:ph type="ftr" sz="quarter" idx="11"/>
          </p:nvPr>
        </p:nvSpPr>
        <p:spPr/>
        <p:txBody>
          <a:bodyPr/>
          <a:lstStyle/>
          <a:p>
            <a:endParaRPr lang="en-US"/>
          </a:p>
        </p:txBody>
      </p:sp>
      <p:sp>
        <p:nvSpPr>
          <p:cNvPr id="5" name="Foliennummernplatzhalter 4">
            <a:extLst>
              <a:ext uri="{FF2B5EF4-FFF2-40B4-BE49-F238E27FC236}">
                <a16:creationId xmlns:a16="http://schemas.microsoft.com/office/drawing/2014/main" id="{0A312885-BB08-5F35-B981-0BEA56D3D8E4}"/>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3116205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A987704A-ED56-3201-946F-6FC3715DD8D9}"/>
              </a:ext>
            </a:extLst>
          </p:cNvPr>
          <p:cNvSpPr>
            <a:spLocks noGrp="1"/>
          </p:cNvSpPr>
          <p:nvPr>
            <p:ph type="dt" sz="half" idx="10"/>
          </p:nvPr>
        </p:nvSpPr>
        <p:spPr/>
        <p:txBody>
          <a:bodyPr/>
          <a:lstStyle/>
          <a:p>
            <a:fld id="{136F06B5-FD65-46B9-9D3A-99231A382F68}" type="datetimeFigureOut">
              <a:rPr lang="en-US" smtClean="0"/>
              <a:t>6/10/2026</a:t>
            </a:fld>
            <a:endParaRPr lang="en-US"/>
          </a:p>
        </p:txBody>
      </p:sp>
      <p:sp>
        <p:nvSpPr>
          <p:cNvPr id="3" name="Fußzeilenplatzhalter 2">
            <a:extLst>
              <a:ext uri="{FF2B5EF4-FFF2-40B4-BE49-F238E27FC236}">
                <a16:creationId xmlns:a16="http://schemas.microsoft.com/office/drawing/2014/main" id="{11013B30-5D9E-2FA0-1D0C-925987C9661A}"/>
              </a:ext>
            </a:extLst>
          </p:cNvPr>
          <p:cNvSpPr>
            <a:spLocks noGrp="1"/>
          </p:cNvSpPr>
          <p:nvPr>
            <p:ph type="ftr" sz="quarter" idx="11"/>
          </p:nvPr>
        </p:nvSpPr>
        <p:spPr/>
        <p:txBody>
          <a:bodyPr/>
          <a:lstStyle/>
          <a:p>
            <a:endParaRPr lang="en-US"/>
          </a:p>
        </p:txBody>
      </p:sp>
      <p:sp>
        <p:nvSpPr>
          <p:cNvPr id="4" name="Foliennummernplatzhalter 3">
            <a:extLst>
              <a:ext uri="{FF2B5EF4-FFF2-40B4-BE49-F238E27FC236}">
                <a16:creationId xmlns:a16="http://schemas.microsoft.com/office/drawing/2014/main" id="{2AC6FD12-36E3-8DF1-6366-F5AEE362A7DE}"/>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18289143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30119B-315D-B920-23B5-57758B0F2476}"/>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a:p>
        </p:txBody>
      </p:sp>
      <p:sp>
        <p:nvSpPr>
          <p:cNvPr id="3" name="Inhaltsplatzhalter 2">
            <a:extLst>
              <a:ext uri="{FF2B5EF4-FFF2-40B4-BE49-F238E27FC236}">
                <a16:creationId xmlns:a16="http://schemas.microsoft.com/office/drawing/2014/main" id="{AF206147-CA8B-4F42-A9CC-D2E475F472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Textplatzhalter 3">
            <a:extLst>
              <a:ext uri="{FF2B5EF4-FFF2-40B4-BE49-F238E27FC236}">
                <a16:creationId xmlns:a16="http://schemas.microsoft.com/office/drawing/2014/main" id="{F68FB48C-1FF6-B816-B535-9C7D8A7D28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375AA089-6F12-9979-3FD2-583910D2C11F}"/>
              </a:ext>
            </a:extLst>
          </p:cNvPr>
          <p:cNvSpPr>
            <a:spLocks noGrp="1"/>
          </p:cNvSpPr>
          <p:nvPr>
            <p:ph type="dt" sz="half" idx="10"/>
          </p:nvPr>
        </p:nvSpPr>
        <p:spPr/>
        <p:txBody>
          <a:bodyPr/>
          <a:lstStyle/>
          <a:p>
            <a:fld id="{136F06B5-FD65-46B9-9D3A-99231A382F68}" type="datetimeFigureOut">
              <a:rPr lang="en-US" smtClean="0"/>
              <a:t>6/10/2026</a:t>
            </a:fld>
            <a:endParaRPr lang="en-US"/>
          </a:p>
        </p:txBody>
      </p:sp>
      <p:sp>
        <p:nvSpPr>
          <p:cNvPr id="6" name="Fußzeilenplatzhalter 5">
            <a:extLst>
              <a:ext uri="{FF2B5EF4-FFF2-40B4-BE49-F238E27FC236}">
                <a16:creationId xmlns:a16="http://schemas.microsoft.com/office/drawing/2014/main" id="{8DE48287-C351-6E27-F1CE-A0A7029CB485}"/>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CD500953-A6EB-560B-3F5D-13CA77EA663D}"/>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42303651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6C446D-9815-7A2D-8943-58EF70C3F6D0}"/>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a:p>
        </p:txBody>
      </p:sp>
      <p:sp>
        <p:nvSpPr>
          <p:cNvPr id="3" name="Bildplatzhalter 2">
            <a:extLst>
              <a:ext uri="{FF2B5EF4-FFF2-40B4-BE49-F238E27FC236}">
                <a16:creationId xmlns:a16="http://schemas.microsoft.com/office/drawing/2014/main" id="{46C7C8F7-D6BB-BA0C-5F4B-202B9A7D21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a:extLst>
              <a:ext uri="{FF2B5EF4-FFF2-40B4-BE49-F238E27FC236}">
                <a16:creationId xmlns:a16="http://schemas.microsoft.com/office/drawing/2014/main" id="{1D818899-8A37-28AC-6938-D2383CC79E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30D2B8E7-0FDC-4FF2-10B7-28634C432BD1}"/>
              </a:ext>
            </a:extLst>
          </p:cNvPr>
          <p:cNvSpPr>
            <a:spLocks noGrp="1"/>
          </p:cNvSpPr>
          <p:nvPr>
            <p:ph type="dt" sz="half" idx="10"/>
          </p:nvPr>
        </p:nvSpPr>
        <p:spPr/>
        <p:txBody>
          <a:bodyPr/>
          <a:lstStyle/>
          <a:p>
            <a:fld id="{136F06B5-FD65-46B9-9D3A-99231A382F68}" type="datetimeFigureOut">
              <a:rPr lang="en-US" smtClean="0"/>
              <a:t>6/10/2026</a:t>
            </a:fld>
            <a:endParaRPr lang="en-US"/>
          </a:p>
        </p:txBody>
      </p:sp>
      <p:sp>
        <p:nvSpPr>
          <p:cNvPr id="6" name="Fußzeilenplatzhalter 5">
            <a:extLst>
              <a:ext uri="{FF2B5EF4-FFF2-40B4-BE49-F238E27FC236}">
                <a16:creationId xmlns:a16="http://schemas.microsoft.com/office/drawing/2014/main" id="{AE066018-971C-3FEA-CB00-0833A256D33A}"/>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2E1D488B-F026-D3CE-EC16-19A75C2D9D5B}"/>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12847872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AA9536-2732-44D0-F810-6E902E163522}"/>
              </a:ext>
            </a:extLst>
          </p:cNvPr>
          <p:cNvSpPr>
            <a:spLocks noGrp="1"/>
          </p:cNvSpPr>
          <p:nvPr>
            <p:ph type="title"/>
          </p:nvPr>
        </p:nvSpPr>
        <p:spPr/>
        <p:txBody>
          <a:bodyPr/>
          <a:lstStyle/>
          <a:p>
            <a:r>
              <a:rPr lang="de-DE"/>
              <a:t>Mastertitelformat bearbeiten</a:t>
            </a:r>
            <a:endParaRPr lang="en-US"/>
          </a:p>
        </p:txBody>
      </p:sp>
      <p:sp>
        <p:nvSpPr>
          <p:cNvPr id="3" name="Vertikaler Textplatzhalter 2">
            <a:extLst>
              <a:ext uri="{FF2B5EF4-FFF2-40B4-BE49-F238E27FC236}">
                <a16:creationId xmlns:a16="http://schemas.microsoft.com/office/drawing/2014/main" id="{5439A2CA-DF59-8AFB-BE61-B6CE091C8255}"/>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D73F8562-92F6-D108-5E69-D47B83177C0A}"/>
              </a:ext>
            </a:extLst>
          </p:cNvPr>
          <p:cNvSpPr>
            <a:spLocks noGrp="1"/>
          </p:cNvSpPr>
          <p:nvPr>
            <p:ph type="dt" sz="half" idx="10"/>
          </p:nvPr>
        </p:nvSpPr>
        <p:spPr/>
        <p:txBody>
          <a:bodyPr/>
          <a:lstStyle/>
          <a:p>
            <a:fld id="{136F06B5-FD65-46B9-9D3A-99231A382F68}" type="datetimeFigureOut">
              <a:rPr lang="en-US" smtClean="0"/>
              <a:t>6/10/2026</a:t>
            </a:fld>
            <a:endParaRPr lang="en-US"/>
          </a:p>
        </p:txBody>
      </p:sp>
      <p:sp>
        <p:nvSpPr>
          <p:cNvPr id="5" name="Fußzeilenplatzhalter 4">
            <a:extLst>
              <a:ext uri="{FF2B5EF4-FFF2-40B4-BE49-F238E27FC236}">
                <a16:creationId xmlns:a16="http://schemas.microsoft.com/office/drawing/2014/main" id="{377E111E-FBC7-FF28-7972-028EC11448A2}"/>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17E69FAA-C3D3-0E2E-9BC5-1E26BFD252B7}"/>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21089776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9C5BD3CD-FD7F-72DC-95B7-000EE99ACC27}"/>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n-US"/>
          </a:p>
        </p:txBody>
      </p:sp>
      <p:sp>
        <p:nvSpPr>
          <p:cNvPr id="3" name="Vertikaler Textplatzhalter 2">
            <a:extLst>
              <a:ext uri="{FF2B5EF4-FFF2-40B4-BE49-F238E27FC236}">
                <a16:creationId xmlns:a16="http://schemas.microsoft.com/office/drawing/2014/main" id="{3B366118-9C1C-285E-4FC6-6828F6A64C1F}"/>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5D3893E1-CEC1-1BCA-AFC6-7EFC778E42DC}"/>
              </a:ext>
            </a:extLst>
          </p:cNvPr>
          <p:cNvSpPr>
            <a:spLocks noGrp="1"/>
          </p:cNvSpPr>
          <p:nvPr>
            <p:ph type="dt" sz="half" idx="10"/>
          </p:nvPr>
        </p:nvSpPr>
        <p:spPr/>
        <p:txBody>
          <a:bodyPr/>
          <a:lstStyle/>
          <a:p>
            <a:fld id="{136F06B5-FD65-46B9-9D3A-99231A382F68}" type="datetimeFigureOut">
              <a:rPr lang="en-US" smtClean="0"/>
              <a:t>6/10/2026</a:t>
            </a:fld>
            <a:endParaRPr lang="en-US"/>
          </a:p>
        </p:txBody>
      </p:sp>
      <p:sp>
        <p:nvSpPr>
          <p:cNvPr id="5" name="Fußzeilenplatzhalter 4">
            <a:extLst>
              <a:ext uri="{FF2B5EF4-FFF2-40B4-BE49-F238E27FC236}">
                <a16:creationId xmlns:a16="http://schemas.microsoft.com/office/drawing/2014/main" id="{3137B140-89B1-24E8-A5C2-AF639C28937F}"/>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1AE67003-2354-0A0C-233A-D1F66415A363}"/>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313911949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elfolie 01">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blackWhite">
          <a:xfrm>
            <a:off x="768351" y="3095512"/>
            <a:ext cx="5325048" cy="3048435"/>
          </a:xfrm>
          <a:solidFill>
            <a:schemeClr val="accent2"/>
          </a:solidFill>
        </p:spPr>
        <p:txBody>
          <a:bodyPr lIns="396000" tIns="396000" rIns="396000" bIns="432000">
            <a:noAutofit/>
          </a:bodyPr>
          <a:lstStyle>
            <a:lvl1pPr>
              <a:defRPr sz="3200" b="0">
                <a:solidFill>
                  <a:schemeClr val="bg1"/>
                </a:solidFill>
              </a:defRPr>
            </a:lvl1pPr>
          </a:lstStyle>
          <a:p>
            <a:r>
              <a:rPr lang="de-DE" noProof="0" dirty="0"/>
              <a:t>Titel durch Klicken hinzufügen</a:t>
            </a:r>
          </a:p>
        </p:txBody>
      </p:sp>
      <p:sp>
        <p:nvSpPr>
          <p:cNvPr id="5" name="Fußzeilenplatzhalter 4"/>
          <p:cNvSpPr>
            <a:spLocks noGrp="1"/>
          </p:cNvSpPr>
          <p:nvPr>
            <p:ph type="ftr" sz="quarter" idx="11"/>
          </p:nvPr>
        </p:nvSpPr>
        <p:spPr bwMode="blackWhite">
          <a:xfrm>
            <a:off x="1295888" y="5370509"/>
            <a:ext cx="4224000" cy="205184"/>
          </a:xfrm>
        </p:spPr>
        <p:txBody>
          <a:bodyPr anchor="b" anchorCtr="0"/>
          <a:lstStyle>
            <a:lvl1pPr>
              <a:defRPr sz="1333">
                <a:solidFill>
                  <a:schemeClr val="bg1"/>
                </a:solidFill>
              </a:defRPr>
            </a:lvl1pPr>
          </a:lstStyle>
          <a:p>
            <a:r>
              <a:rPr lang="de-DE" dirty="0"/>
              <a:t>Westnetz GmbH · Name · TT Monat JJJJ</a:t>
            </a:r>
          </a:p>
        </p:txBody>
      </p:sp>
      <p:grpSp>
        <p:nvGrpSpPr>
          <p:cNvPr id="41" name="Gruppieren 40"/>
          <p:cNvGrpSpPr/>
          <p:nvPr userDrawn="1"/>
        </p:nvGrpSpPr>
        <p:grpSpPr>
          <a:xfrm>
            <a:off x="767408" y="-166621"/>
            <a:ext cx="9889099" cy="144000"/>
            <a:chOff x="575556" y="-124966"/>
            <a:chExt cx="7416824" cy="108000"/>
          </a:xfrm>
        </p:grpSpPr>
        <p:sp>
          <p:nvSpPr>
            <p:cNvPr id="42" name="Freihandform 41"/>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3" name="Freihandform 42"/>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4" name="Freihandform 43"/>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5" name="Freihandform 44"/>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46" name="Gruppieren 45"/>
          <p:cNvGrpSpPr/>
          <p:nvPr userDrawn="1"/>
        </p:nvGrpSpPr>
        <p:grpSpPr>
          <a:xfrm>
            <a:off x="767408" y="6880621"/>
            <a:ext cx="9889099" cy="144000"/>
            <a:chOff x="575556" y="5160466"/>
            <a:chExt cx="7416824" cy="108000"/>
          </a:xfrm>
        </p:grpSpPr>
        <p:sp>
          <p:nvSpPr>
            <p:cNvPr id="47" name="Freihandform 46"/>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8" name="Freihandform 47"/>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9" name="Freihandform 48"/>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0" name="Freihandform 49"/>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51" name="Gruppieren 50"/>
          <p:cNvGrpSpPr/>
          <p:nvPr userDrawn="1"/>
        </p:nvGrpSpPr>
        <p:grpSpPr>
          <a:xfrm>
            <a:off x="-221271" y="1930675"/>
            <a:ext cx="192000" cy="4234640"/>
            <a:chOff x="-165953" y="1448006"/>
            <a:chExt cx="144000" cy="3175980"/>
          </a:xfrm>
        </p:grpSpPr>
        <p:sp>
          <p:nvSpPr>
            <p:cNvPr id="52" name="Freihandform 51"/>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3" name="Freihandform 52"/>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54" name="Gruppieren 53"/>
          <p:cNvGrpSpPr/>
          <p:nvPr userDrawn="1"/>
        </p:nvGrpSpPr>
        <p:grpSpPr>
          <a:xfrm>
            <a:off x="12221656" y="1940836"/>
            <a:ext cx="192000" cy="4229040"/>
            <a:chOff x="9166242" y="1455627"/>
            <a:chExt cx="144000" cy="3171780"/>
          </a:xfrm>
        </p:grpSpPr>
        <p:sp>
          <p:nvSpPr>
            <p:cNvPr id="55" name="Freihandform 54"/>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6" name="Freihandform 55"/>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pic>
        <p:nvPicPr>
          <p:cNvPr id="23" name="Grafik 22">
            <a:extLst>
              <a:ext uri="{FF2B5EF4-FFF2-40B4-BE49-F238E27FC236}">
                <a16:creationId xmlns:a16="http://schemas.microsoft.com/office/drawing/2014/main" id="{B06A0E27-F6F3-4C73-AAF8-F99F6B325404}"/>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7" name="Grafik 6">
            <a:extLst>
              <a:ext uri="{FF2B5EF4-FFF2-40B4-BE49-F238E27FC236}">
                <a16:creationId xmlns:a16="http://schemas.microsoft.com/office/drawing/2014/main" id="{306A7367-67CE-4B73-AC1D-980111827A78}"/>
              </a:ext>
            </a:extLst>
          </p:cNvPr>
          <p:cNvPicPr>
            <a:picLocks noChangeAspect="1"/>
          </p:cNvPicPr>
          <p:nvPr userDrawn="1"/>
        </p:nvPicPr>
        <p:blipFill>
          <a:blip r:embed="rId3"/>
          <a:stretch>
            <a:fillRect/>
          </a:stretch>
        </p:blipFill>
        <p:spPr bwMode="black">
          <a:xfrm>
            <a:off x="440214" y="287999"/>
            <a:ext cx="2539977" cy="469208"/>
          </a:xfrm>
          <a:prstGeom prst="rect">
            <a:avLst/>
          </a:prstGeom>
        </p:spPr>
      </p:pic>
    </p:spTree>
    <p:extLst>
      <p:ext uri="{BB962C8B-B14F-4D97-AF65-F5344CB8AC3E}">
        <p14:creationId xmlns:p14="http://schemas.microsoft.com/office/powerpoint/2010/main" val="347823776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elfolie 02">
    <p:bg>
      <p:bgPr>
        <a:solidFill>
          <a:schemeClr val="accent4"/>
        </a:solidFill>
        <a:effectLst/>
      </p:bgPr>
    </p:bg>
    <p:spTree>
      <p:nvGrpSpPr>
        <p:cNvPr id="1" name=""/>
        <p:cNvGrpSpPr/>
        <p:nvPr/>
      </p:nvGrpSpPr>
      <p:grpSpPr>
        <a:xfrm>
          <a:off x="0" y="0"/>
          <a:ext cx="0" cy="0"/>
          <a:chOff x="0" y="0"/>
          <a:chExt cx="0" cy="0"/>
        </a:xfrm>
      </p:grpSpPr>
      <p:grpSp>
        <p:nvGrpSpPr>
          <p:cNvPr id="20" name="Gruppieren 19"/>
          <p:cNvGrpSpPr/>
          <p:nvPr userDrawn="1"/>
        </p:nvGrpSpPr>
        <p:grpSpPr>
          <a:xfrm>
            <a:off x="767408" y="-166621"/>
            <a:ext cx="9889099" cy="144000"/>
            <a:chOff x="575556" y="-124966"/>
            <a:chExt cx="7416824" cy="108000"/>
          </a:xfrm>
        </p:grpSpPr>
        <p:sp>
          <p:nvSpPr>
            <p:cNvPr id="21" name="Freihandform 20"/>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2" name="Freihandform 21"/>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3" name="Freihandform 22"/>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30" name="Freihandform 29"/>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31" name="Gruppieren 30"/>
          <p:cNvGrpSpPr/>
          <p:nvPr userDrawn="1"/>
        </p:nvGrpSpPr>
        <p:grpSpPr>
          <a:xfrm>
            <a:off x="767408" y="6880621"/>
            <a:ext cx="9889099" cy="144000"/>
            <a:chOff x="575556" y="5160466"/>
            <a:chExt cx="7416824" cy="108000"/>
          </a:xfrm>
        </p:grpSpPr>
        <p:sp>
          <p:nvSpPr>
            <p:cNvPr id="32" name="Freihandform 31"/>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3" name="Freihandform 32"/>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4" name="Freihandform 33"/>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5" name="Freihandform 34"/>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6" name="Gruppieren 35"/>
          <p:cNvGrpSpPr/>
          <p:nvPr userDrawn="1"/>
        </p:nvGrpSpPr>
        <p:grpSpPr>
          <a:xfrm>
            <a:off x="-221271" y="1930675"/>
            <a:ext cx="192000" cy="4234640"/>
            <a:chOff x="-165953" y="1448006"/>
            <a:chExt cx="144000" cy="3175980"/>
          </a:xfrm>
        </p:grpSpPr>
        <p:sp>
          <p:nvSpPr>
            <p:cNvPr id="37" name="Freihandform 36"/>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8" name="Freihandform 37"/>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9" name="Gruppieren 38"/>
          <p:cNvGrpSpPr/>
          <p:nvPr userDrawn="1"/>
        </p:nvGrpSpPr>
        <p:grpSpPr>
          <a:xfrm>
            <a:off x="12221656" y="1940836"/>
            <a:ext cx="192000" cy="4229040"/>
            <a:chOff x="9166242" y="1455627"/>
            <a:chExt cx="144000" cy="3171780"/>
          </a:xfrm>
        </p:grpSpPr>
        <p:sp>
          <p:nvSpPr>
            <p:cNvPr id="40" name="Freihandform 39"/>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1" name="Freihandform 40"/>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sp>
        <p:nvSpPr>
          <p:cNvPr id="26" name="Titel 1"/>
          <p:cNvSpPr>
            <a:spLocks noGrp="1"/>
          </p:cNvSpPr>
          <p:nvPr>
            <p:ph type="ctrTitle" hasCustomPrompt="1"/>
          </p:nvPr>
        </p:nvSpPr>
        <p:spPr bwMode="blackWhite">
          <a:xfrm>
            <a:off x="768351" y="3095512"/>
            <a:ext cx="5325048" cy="3048435"/>
          </a:xfrm>
          <a:solidFill>
            <a:schemeClr val="accent2"/>
          </a:solidFill>
        </p:spPr>
        <p:txBody>
          <a:bodyPr lIns="396000" tIns="396000" rIns="396000" bIns="432000">
            <a:noAutofit/>
          </a:bodyPr>
          <a:lstStyle>
            <a:lvl1pPr>
              <a:defRPr sz="3200" b="0">
                <a:solidFill>
                  <a:schemeClr val="bg1"/>
                </a:solidFill>
              </a:defRPr>
            </a:lvl1pPr>
          </a:lstStyle>
          <a:p>
            <a:r>
              <a:rPr lang="de-DE" noProof="0" dirty="0"/>
              <a:t>Titel durch Klicken hinzufügen</a:t>
            </a:r>
          </a:p>
        </p:txBody>
      </p:sp>
      <p:sp>
        <p:nvSpPr>
          <p:cNvPr id="27" name="Fußzeilenplatzhalter 4"/>
          <p:cNvSpPr>
            <a:spLocks noGrp="1"/>
          </p:cNvSpPr>
          <p:nvPr>
            <p:ph type="ftr" sz="quarter" idx="11"/>
          </p:nvPr>
        </p:nvSpPr>
        <p:spPr bwMode="blackWhite">
          <a:xfrm>
            <a:off x="1295888" y="5370509"/>
            <a:ext cx="4224000" cy="205184"/>
          </a:xfrm>
        </p:spPr>
        <p:txBody>
          <a:bodyPr anchor="b" anchorCtr="0"/>
          <a:lstStyle>
            <a:lvl1pPr>
              <a:defRPr sz="1333">
                <a:solidFill>
                  <a:schemeClr val="bg1"/>
                </a:solidFill>
              </a:defRPr>
            </a:lvl1pPr>
          </a:lstStyle>
          <a:p>
            <a:r>
              <a:rPr lang="de-DE" dirty="0"/>
              <a:t>Westnetz GmbH · Name · TT Monat JJJJ</a:t>
            </a:r>
          </a:p>
        </p:txBody>
      </p:sp>
      <p:pic>
        <p:nvPicPr>
          <p:cNvPr id="25" name="Grafik 24">
            <a:extLst>
              <a:ext uri="{FF2B5EF4-FFF2-40B4-BE49-F238E27FC236}">
                <a16:creationId xmlns:a16="http://schemas.microsoft.com/office/drawing/2014/main" id="{40E6AE41-F7C9-44BD-BBEC-AEE6947FFEC2}"/>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24" name="Grafik 23">
            <a:extLst>
              <a:ext uri="{FF2B5EF4-FFF2-40B4-BE49-F238E27FC236}">
                <a16:creationId xmlns:a16="http://schemas.microsoft.com/office/drawing/2014/main" id="{4485BC7C-5216-4A4B-898E-B4E4C736F7B4}"/>
              </a:ext>
            </a:extLst>
          </p:cNvPr>
          <p:cNvPicPr>
            <a:picLocks noChangeAspect="1"/>
          </p:cNvPicPr>
          <p:nvPr userDrawn="1"/>
        </p:nvPicPr>
        <p:blipFill>
          <a:blip r:embed="rId3"/>
          <a:stretch>
            <a:fillRect/>
          </a:stretch>
        </p:blipFill>
        <p:spPr bwMode="black">
          <a:xfrm>
            <a:off x="440214" y="287999"/>
            <a:ext cx="2539972" cy="469207"/>
          </a:xfrm>
          <a:prstGeom prst="rect">
            <a:avLst/>
          </a:prstGeom>
        </p:spPr>
      </p:pic>
    </p:spTree>
    <p:extLst>
      <p:ext uri="{BB962C8B-B14F-4D97-AF65-F5344CB8AC3E}">
        <p14:creationId xmlns:p14="http://schemas.microsoft.com/office/powerpoint/2010/main" val="160227162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elfolie 03">
    <p:spTree>
      <p:nvGrpSpPr>
        <p:cNvPr id="1" name=""/>
        <p:cNvGrpSpPr/>
        <p:nvPr/>
      </p:nvGrpSpPr>
      <p:grpSpPr>
        <a:xfrm>
          <a:off x="0" y="0"/>
          <a:ext cx="0" cy="0"/>
          <a:chOff x="0" y="0"/>
          <a:chExt cx="0" cy="0"/>
        </a:xfrm>
      </p:grpSpPr>
      <p:sp>
        <p:nvSpPr>
          <p:cNvPr id="3" name="Bildplatzhalter 2"/>
          <p:cNvSpPr>
            <a:spLocks noGrp="1"/>
          </p:cNvSpPr>
          <p:nvPr>
            <p:ph type="pic" sz="quarter" idx="12"/>
          </p:nvPr>
        </p:nvSpPr>
        <p:spPr>
          <a:xfrm>
            <a:off x="0" y="-600"/>
            <a:ext cx="12192000" cy="6858600"/>
          </a:xfrm>
          <a:blipFill>
            <a:blip r:embed="rId2"/>
            <a:stretch>
              <a:fillRect/>
            </a:stretch>
          </a:blipFill>
        </p:spPr>
        <p:txBody>
          <a:bodyPr vert="horz" wrap="square" lIns="0" tIns="0" rIns="0" bIns="0" rtlCol="0">
            <a:noAutofit/>
          </a:bodyPr>
          <a:lstStyle>
            <a:lvl1pPr marL="0" indent="0" algn="ctr">
              <a:buNone/>
              <a:defRPr lang="de-DE" sz="1333" dirty="0"/>
            </a:lvl1pPr>
          </a:lstStyle>
          <a:p>
            <a:r>
              <a:rPr lang="de-DE"/>
              <a:t>Bild durch Klicken auf Symbol hinzufügen</a:t>
            </a:r>
            <a:endParaRPr lang="de-DE" dirty="0"/>
          </a:p>
        </p:txBody>
      </p:sp>
      <p:grpSp>
        <p:nvGrpSpPr>
          <p:cNvPr id="20" name="Gruppieren 19"/>
          <p:cNvGrpSpPr/>
          <p:nvPr userDrawn="1"/>
        </p:nvGrpSpPr>
        <p:grpSpPr>
          <a:xfrm>
            <a:off x="767408" y="-166621"/>
            <a:ext cx="9889099" cy="144000"/>
            <a:chOff x="575556" y="-124966"/>
            <a:chExt cx="7416824" cy="108000"/>
          </a:xfrm>
        </p:grpSpPr>
        <p:sp>
          <p:nvSpPr>
            <p:cNvPr id="21" name="Freihandform 20"/>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2" name="Freihandform 21"/>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3" name="Freihandform 22"/>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30" name="Freihandform 29"/>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31" name="Gruppieren 30"/>
          <p:cNvGrpSpPr/>
          <p:nvPr userDrawn="1"/>
        </p:nvGrpSpPr>
        <p:grpSpPr>
          <a:xfrm>
            <a:off x="767408" y="6880621"/>
            <a:ext cx="9889099" cy="144000"/>
            <a:chOff x="575556" y="5160466"/>
            <a:chExt cx="7416824" cy="108000"/>
          </a:xfrm>
        </p:grpSpPr>
        <p:sp>
          <p:nvSpPr>
            <p:cNvPr id="32" name="Freihandform 31"/>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3" name="Freihandform 32"/>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4" name="Freihandform 33"/>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5" name="Freihandform 34"/>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6" name="Gruppieren 35"/>
          <p:cNvGrpSpPr/>
          <p:nvPr userDrawn="1"/>
        </p:nvGrpSpPr>
        <p:grpSpPr>
          <a:xfrm>
            <a:off x="-221271" y="1930675"/>
            <a:ext cx="192000" cy="4234640"/>
            <a:chOff x="-165953" y="1448006"/>
            <a:chExt cx="144000" cy="3175980"/>
          </a:xfrm>
        </p:grpSpPr>
        <p:sp>
          <p:nvSpPr>
            <p:cNvPr id="37" name="Freihandform 36"/>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8" name="Freihandform 37"/>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9" name="Gruppieren 38"/>
          <p:cNvGrpSpPr/>
          <p:nvPr userDrawn="1"/>
        </p:nvGrpSpPr>
        <p:grpSpPr>
          <a:xfrm>
            <a:off x="12221656" y="1940836"/>
            <a:ext cx="192000" cy="4229040"/>
            <a:chOff x="9166242" y="1455627"/>
            <a:chExt cx="144000" cy="3171780"/>
          </a:xfrm>
        </p:grpSpPr>
        <p:sp>
          <p:nvSpPr>
            <p:cNvPr id="40" name="Freihandform 39"/>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1" name="Freihandform 40"/>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sp>
        <p:nvSpPr>
          <p:cNvPr id="42" name="Titel 1"/>
          <p:cNvSpPr>
            <a:spLocks noGrp="1"/>
          </p:cNvSpPr>
          <p:nvPr>
            <p:ph type="ctrTitle" hasCustomPrompt="1"/>
          </p:nvPr>
        </p:nvSpPr>
        <p:spPr bwMode="blackWhite">
          <a:xfrm>
            <a:off x="6672064" y="1604797"/>
            <a:ext cx="4608512" cy="2256251"/>
          </a:xfrm>
          <a:solidFill>
            <a:srgbClr val="EB4B0A"/>
          </a:solidFill>
        </p:spPr>
        <p:txBody>
          <a:bodyPr lIns="396000" tIns="396000" rIns="396000" bIns="432000">
            <a:noAutofit/>
          </a:bodyPr>
          <a:lstStyle>
            <a:lvl1pPr>
              <a:defRPr sz="3200" b="0">
                <a:solidFill>
                  <a:schemeClr val="bg1"/>
                </a:solidFill>
              </a:defRPr>
            </a:lvl1pPr>
          </a:lstStyle>
          <a:p>
            <a:r>
              <a:rPr lang="de-DE" noProof="0" dirty="0"/>
              <a:t>Titel durch Klicken hinzufügen</a:t>
            </a:r>
          </a:p>
        </p:txBody>
      </p:sp>
      <p:sp>
        <p:nvSpPr>
          <p:cNvPr id="43" name="Fußzeilenplatzhalter 4"/>
          <p:cNvSpPr>
            <a:spLocks noGrp="1"/>
          </p:cNvSpPr>
          <p:nvPr>
            <p:ph type="ftr" sz="quarter" idx="11"/>
          </p:nvPr>
        </p:nvSpPr>
        <p:spPr bwMode="blackWhite">
          <a:xfrm>
            <a:off x="7249312" y="3120056"/>
            <a:ext cx="3792000" cy="205184"/>
          </a:xfrm>
        </p:spPr>
        <p:txBody>
          <a:bodyPr anchor="b" anchorCtr="0"/>
          <a:lstStyle>
            <a:lvl1pPr>
              <a:defRPr sz="1333">
                <a:solidFill>
                  <a:schemeClr val="bg1"/>
                </a:solidFill>
              </a:defRPr>
            </a:lvl1pPr>
          </a:lstStyle>
          <a:p>
            <a:r>
              <a:rPr lang="de-DE" dirty="0"/>
              <a:t>Westnetz GmbH · Name · TT Monat JJJJ</a:t>
            </a:r>
          </a:p>
        </p:txBody>
      </p:sp>
    </p:spTree>
    <p:extLst>
      <p:ext uri="{BB962C8B-B14F-4D97-AF65-F5344CB8AC3E}">
        <p14:creationId xmlns:p14="http://schemas.microsoft.com/office/powerpoint/2010/main" val="338622629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elfolie 04">
    <p:spTree>
      <p:nvGrpSpPr>
        <p:cNvPr id="1" name=""/>
        <p:cNvGrpSpPr/>
        <p:nvPr/>
      </p:nvGrpSpPr>
      <p:grpSpPr>
        <a:xfrm>
          <a:off x="0" y="0"/>
          <a:ext cx="0" cy="0"/>
          <a:chOff x="0" y="0"/>
          <a:chExt cx="0" cy="0"/>
        </a:xfrm>
      </p:grpSpPr>
      <p:sp>
        <p:nvSpPr>
          <p:cNvPr id="3" name="Bildplatzhalter 2"/>
          <p:cNvSpPr>
            <a:spLocks noGrp="1"/>
          </p:cNvSpPr>
          <p:nvPr>
            <p:ph type="pic" sz="quarter" idx="12"/>
          </p:nvPr>
        </p:nvSpPr>
        <p:spPr>
          <a:xfrm>
            <a:off x="0" y="-600"/>
            <a:ext cx="12192000" cy="6858600"/>
          </a:xfrm>
          <a:blipFill>
            <a:blip r:embed="rId2"/>
            <a:stretch>
              <a:fillRect/>
            </a:stretch>
          </a:blipFill>
        </p:spPr>
        <p:txBody>
          <a:bodyPr vert="horz" wrap="square" lIns="0" tIns="0" rIns="0" bIns="0" rtlCol="0">
            <a:noAutofit/>
          </a:bodyPr>
          <a:lstStyle>
            <a:lvl1pPr marL="0" indent="0" algn="ctr">
              <a:buNone/>
              <a:defRPr lang="de-DE" sz="1333" dirty="0"/>
            </a:lvl1pPr>
          </a:lstStyle>
          <a:p>
            <a:r>
              <a:rPr lang="de-DE"/>
              <a:t>Bild durch Klicken auf Symbol hinzufügen</a:t>
            </a:r>
            <a:endParaRPr lang="de-DE" dirty="0"/>
          </a:p>
        </p:txBody>
      </p:sp>
      <p:grpSp>
        <p:nvGrpSpPr>
          <p:cNvPr id="20" name="Gruppieren 19"/>
          <p:cNvGrpSpPr/>
          <p:nvPr userDrawn="1"/>
        </p:nvGrpSpPr>
        <p:grpSpPr>
          <a:xfrm>
            <a:off x="767408" y="-166621"/>
            <a:ext cx="9889099" cy="144000"/>
            <a:chOff x="575556" y="-124966"/>
            <a:chExt cx="7416824" cy="108000"/>
          </a:xfrm>
        </p:grpSpPr>
        <p:sp>
          <p:nvSpPr>
            <p:cNvPr id="21" name="Freihandform 20"/>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2" name="Freihandform 21"/>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3" name="Freihandform 22"/>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30" name="Freihandform 29"/>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31" name="Gruppieren 30"/>
          <p:cNvGrpSpPr/>
          <p:nvPr userDrawn="1"/>
        </p:nvGrpSpPr>
        <p:grpSpPr>
          <a:xfrm>
            <a:off x="767408" y="6880621"/>
            <a:ext cx="9889099" cy="144000"/>
            <a:chOff x="575556" y="5160466"/>
            <a:chExt cx="7416824" cy="108000"/>
          </a:xfrm>
        </p:grpSpPr>
        <p:sp>
          <p:nvSpPr>
            <p:cNvPr id="32" name="Freihandform 31"/>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3" name="Freihandform 32"/>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4" name="Freihandform 33"/>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5" name="Freihandform 34"/>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6" name="Gruppieren 35"/>
          <p:cNvGrpSpPr/>
          <p:nvPr userDrawn="1"/>
        </p:nvGrpSpPr>
        <p:grpSpPr>
          <a:xfrm>
            <a:off x="-221271" y="1930675"/>
            <a:ext cx="192000" cy="4234640"/>
            <a:chOff x="-165953" y="1448006"/>
            <a:chExt cx="144000" cy="3175980"/>
          </a:xfrm>
        </p:grpSpPr>
        <p:sp>
          <p:nvSpPr>
            <p:cNvPr id="37" name="Freihandform 36"/>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8" name="Freihandform 37"/>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9" name="Gruppieren 38"/>
          <p:cNvGrpSpPr/>
          <p:nvPr userDrawn="1"/>
        </p:nvGrpSpPr>
        <p:grpSpPr>
          <a:xfrm>
            <a:off x="12221656" y="1940836"/>
            <a:ext cx="192000" cy="4229040"/>
            <a:chOff x="9166242" y="1455627"/>
            <a:chExt cx="144000" cy="3171780"/>
          </a:xfrm>
        </p:grpSpPr>
        <p:sp>
          <p:nvSpPr>
            <p:cNvPr id="40" name="Freihandform 39"/>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1" name="Freihandform 40"/>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sp>
        <p:nvSpPr>
          <p:cNvPr id="42" name="Titel 1"/>
          <p:cNvSpPr>
            <a:spLocks noGrp="1"/>
          </p:cNvSpPr>
          <p:nvPr>
            <p:ph type="ctrTitle" hasCustomPrompt="1"/>
          </p:nvPr>
        </p:nvSpPr>
        <p:spPr bwMode="blackWhite">
          <a:xfrm>
            <a:off x="1055440" y="1806979"/>
            <a:ext cx="4608512" cy="2256251"/>
          </a:xfrm>
          <a:solidFill>
            <a:srgbClr val="64B42D"/>
          </a:solidFill>
        </p:spPr>
        <p:txBody>
          <a:bodyPr lIns="396000" tIns="396000" rIns="396000" bIns="432000">
            <a:noAutofit/>
          </a:bodyPr>
          <a:lstStyle>
            <a:lvl1pPr>
              <a:defRPr sz="3200" b="0">
                <a:solidFill>
                  <a:schemeClr val="bg1"/>
                </a:solidFill>
              </a:defRPr>
            </a:lvl1pPr>
          </a:lstStyle>
          <a:p>
            <a:r>
              <a:rPr lang="de-DE" noProof="0" dirty="0"/>
              <a:t>Titel durch Klicken hinzufügen</a:t>
            </a:r>
          </a:p>
        </p:txBody>
      </p:sp>
      <p:sp>
        <p:nvSpPr>
          <p:cNvPr id="43" name="Fußzeilenplatzhalter 4"/>
          <p:cNvSpPr>
            <a:spLocks noGrp="1"/>
          </p:cNvSpPr>
          <p:nvPr>
            <p:ph type="ftr" sz="quarter" idx="11"/>
          </p:nvPr>
        </p:nvSpPr>
        <p:spPr bwMode="blackWhite">
          <a:xfrm>
            <a:off x="1632688" y="3322237"/>
            <a:ext cx="3792000" cy="205184"/>
          </a:xfrm>
        </p:spPr>
        <p:txBody>
          <a:bodyPr anchor="b" anchorCtr="0"/>
          <a:lstStyle>
            <a:lvl1pPr>
              <a:defRPr sz="1333">
                <a:solidFill>
                  <a:schemeClr val="bg1"/>
                </a:solidFill>
              </a:defRPr>
            </a:lvl1pPr>
          </a:lstStyle>
          <a:p>
            <a:r>
              <a:rPr lang="de-DE" dirty="0"/>
              <a:t>Westnetz GmbH · Name · TT Monat JJJJ</a:t>
            </a:r>
          </a:p>
        </p:txBody>
      </p:sp>
    </p:spTree>
    <p:extLst>
      <p:ext uri="{BB962C8B-B14F-4D97-AF65-F5344CB8AC3E}">
        <p14:creationId xmlns:p14="http://schemas.microsoft.com/office/powerpoint/2010/main" val="811174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elfolie 05">
    <p:spTree>
      <p:nvGrpSpPr>
        <p:cNvPr id="1" name=""/>
        <p:cNvGrpSpPr/>
        <p:nvPr/>
      </p:nvGrpSpPr>
      <p:grpSpPr>
        <a:xfrm>
          <a:off x="0" y="0"/>
          <a:ext cx="0" cy="0"/>
          <a:chOff x="0" y="0"/>
          <a:chExt cx="0" cy="0"/>
        </a:xfrm>
      </p:grpSpPr>
      <p:grpSp>
        <p:nvGrpSpPr>
          <p:cNvPr id="20" name="Gruppieren 19"/>
          <p:cNvGrpSpPr/>
          <p:nvPr userDrawn="1"/>
        </p:nvGrpSpPr>
        <p:grpSpPr>
          <a:xfrm>
            <a:off x="767408" y="-166621"/>
            <a:ext cx="9889099" cy="144000"/>
            <a:chOff x="575556" y="-124966"/>
            <a:chExt cx="7416824" cy="108000"/>
          </a:xfrm>
        </p:grpSpPr>
        <p:sp>
          <p:nvSpPr>
            <p:cNvPr id="21" name="Freihandform 20"/>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2" name="Freihandform 21"/>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3" name="Freihandform 22"/>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30" name="Freihandform 29"/>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31" name="Gruppieren 30"/>
          <p:cNvGrpSpPr/>
          <p:nvPr userDrawn="1"/>
        </p:nvGrpSpPr>
        <p:grpSpPr>
          <a:xfrm>
            <a:off x="767408" y="6880621"/>
            <a:ext cx="9889099" cy="144000"/>
            <a:chOff x="575556" y="5160466"/>
            <a:chExt cx="7416824" cy="108000"/>
          </a:xfrm>
        </p:grpSpPr>
        <p:sp>
          <p:nvSpPr>
            <p:cNvPr id="32" name="Freihandform 31"/>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3" name="Freihandform 32"/>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4" name="Freihandform 33"/>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5" name="Freihandform 34"/>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6" name="Gruppieren 35"/>
          <p:cNvGrpSpPr/>
          <p:nvPr userDrawn="1"/>
        </p:nvGrpSpPr>
        <p:grpSpPr>
          <a:xfrm>
            <a:off x="-221271" y="1930675"/>
            <a:ext cx="192000" cy="4234640"/>
            <a:chOff x="-165953" y="1448006"/>
            <a:chExt cx="144000" cy="3175980"/>
          </a:xfrm>
        </p:grpSpPr>
        <p:sp>
          <p:nvSpPr>
            <p:cNvPr id="37" name="Freihandform 36"/>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8" name="Freihandform 37"/>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9" name="Gruppieren 38"/>
          <p:cNvGrpSpPr/>
          <p:nvPr userDrawn="1"/>
        </p:nvGrpSpPr>
        <p:grpSpPr>
          <a:xfrm>
            <a:off x="12221656" y="1940836"/>
            <a:ext cx="192000" cy="4229040"/>
            <a:chOff x="9166242" y="1455627"/>
            <a:chExt cx="144000" cy="3171780"/>
          </a:xfrm>
        </p:grpSpPr>
        <p:sp>
          <p:nvSpPr>
            <p:cNvPr id="40" name="Freihandform 39"/>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1" name="Freihandform 40"/>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sp>
        <p:nvSpPr>
          <p:cNvPr id="42" name="Titel 1"/>
          <p:cNvSpPr>
            <a:spLocks noGrp="1"/>
          </p:cNvSpPr>
          <p:nvPr>
            <p:ph type="ctrTitle" hasCustomPrompt="1"/>
          </p:nvPr>
        </p:nvSpPr>
        <p:spPr bwMode="gray">
          <a:xfrm>
            <a:off x="4752000" y="3380317"/>
            <a:ext cx="6384560" cy="1611683"/>
          </a:xfrm>
          <a:noFill/>
        </p:spPr>
        <p:txBody>
          <a:bodyPr vert="horz" wrap="square" lIns="0" tIns="0" rIns="0" bIns="0" rtlCol="0" anchor="b" anchorCtr="0">
            <a:noAutofit/>
          </a:bodyPr>
          <a:lstStyle>
            <a:lvl1pPr>
              <a:defRPr lang="en-GB" sz="3733" b="0" noProof="0" dirty="0">
                <a:solidFill>
                  <a:schemeClr val="tx1"/>
                </a:solidFill>
              </a:defRPr>
            </a:lvl1pPr>
          </a:lstStyle>
          <a:p>
            <a:pPr lvl="0"/>
            <a:r>
              <a:rPr lang="de-DE" noProof="0" dirty="0"/>
              <a:t>Titel durch Klicken hinzufügen</a:t>
            </a:r>
          </a:p>
        </p:txBody>
      </p:sp>
      <p:sp>
        <p:nvSpPr>
          <p:cNvPr id="43" name="Fußzeilenplatzhalter 4"/>
          <p:cNvSpPr>
            <a:spLocks noGrp="1"/>
          </p:cNvSpPr>
          <p:nvPr>
            <p:ph type="ftr" sz="quarter" idx="11"/>
          </p:nvPr>
        </p:nvSpPr>
        <p:spPr bwMode="gray">
          <a:xfrm>
            <a:off x="4752000" y="5218548"/>
            <a:ext cx="5904507" cy="205184"/>
          </a:xfrm>
        </p:spPr>
        <p:txBody>
          <a:bodyPr anchor="t" anchorCtr="0"/>
          <a:lstStyle>
            <a:lvl1pPr>
              <a:defRPr sz="1333">
                <a:solidFill>
                  <a:schemeClr val="tx1"/>
                </a:solidFill>
              </a:defRPr>
            </a:lvl1pPr>
          </a:lstStyle>
          <a:p>
            <a:r>
              <a:rPr lang="de-DE" dirty="0"/>
              <a:t>Westnetz GmbH · Name · TT Monat JJJJ</a:t>
            </a:r>
          </a:p>
        </p:txBody>
      </p:sp>
      <p:pic>
        <p:nvPicPr>
          <p:cNvPr id="26" name="Grafik 25">
            <a:extLst>
              <a:ext uri="{FF2B5EF4-FFF2-40B4-BE49-F238E27FC236}">
                <a16:creationId xmlns:a16="http://schemas.microsoft.com/office/drawing/2014/main" id="{1598A5CF-04FB-4037-8ED7-24AA7B2CD5CF}"/>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27" name="Grafik 26">
            <a:extLst>
              <a:ext uri="{FF2B5EF4-FFF2-40B4-BE49-F238E27FC236}">
                <a16:creationId xmlns:a16="http://schemas.microsoft.com/office/drawing/2014/main" id="{F8470F7A-9A73-4FA3-B7A2-4821678CC227}"/>
              </a:ext>
            </a:extLst>
          </p:cNvPr>
          <p:cNvPicPr>
            <a:picLocks noChangeAspect="1"/>
          </p:cNvPicPr>
          <p:nvPr userDrawn="1"/>
        </p:nvPicPr>
        <p:blipFill>
          <a:blip r:embed="rId3"/>
          <a:stretch>
            <a:fillRect/>
          </a:stretch>
        </p:blipFill>
        <p:spPr bwMode="black">
          <a:xfrm>
            <a:off x="440214" y="287999"/>
            <a:ext cx="2539977" cy="469208"/>
          </a:xfrm>
          <a:prstGeom prst="rect">
            <a:avLst/>
          </a:prstGeom>
        </p:spPr>
      </p:pic>
    </p:spTree>
    <p:extLst>
      <p:ext uri="{BB962C8B-B14F-4D97-AF65-F5344CB8AC3E}">
        <p14:creationId xmlns:p14="http://schemas.microsoft.com/office/powerpoint/2010/main" val="10815835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elfolie 06">
    <p:bg>
      <p:bgPr>
        <a:solidFill>
          <a:schemeClr val="accent4"/>
        </a:solidFill>
        <a:effectLst/>
      </p:bgPr>
    </p:bg>
    <p:spTree>
      <p:nvGrpSpPr>
        <p:cNvPr id="1" name=""/>
        <p:cNvGrpSpPr/>
        <p:nvPr/>
      </p:nvGrpSpPr>
      <p:grpSpPr>
        <a:xfrm>
          <a:off x="0" y="0"/>
          <a:ext cx="0" cy="0"/>
          <a:chOff x="0" y="0"/>
          <a:chExt cx="0" cy="0"/>
        </a:xfrm>
      </p:grpSpPr>
      <p:grpSp>
        <p:nvGrpSpPr>
          <p:cNvPr id="20" name="Gruppieren 19"/>
          <p:cNvGrpSpPr/>
          <p:nvPr userDrawn="1"/>
        </p:nvGrpSpPr>
        <p:grpSpPr>
          <a:xfrm>
            <a:off x="767408" y="-166621"/>
            <a:ext cx="9889099" cy="144000"/>
            <a:chOff x="575556" y="-124966"/>
            <a:chExt cx="7416824" cy="108000"/>
          </a:xfrm>
        </p:grpSpPr>
        <p:sp>
          <p:nvSpPr>
            <p:cNvPr id="21" name="Freihandform 20"/>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22" name="Freihandform 21"/>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23" name="Freihandform 22"/>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0" name="Freihandform 29"/>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1" name="Gruppieren 30"/>
          <p:cNvGrpSpPr/>
          <p:nvPr userDrawn="1"/>
        </p:nvGrpSpPr>
        <p:grpSpPr>
          <a:xfrm>
            <a:off x="767408" y="6880621"/>
            <a:ext cx="9889099" cy="144000"/>
            <a:chOff x="575556" y="5160466"/>
            <a:chExt cx="7416824" cy="108000"/>
          </a:xfrm>
        </p:grpSpPr>
        <p:sp>
          <p:nvSpPr>
            <p:cNvPr id="32" name="Freihandform 31"/>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3" name="Freihandform 32"/>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4" name="Freihandform 33"/>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5" name="Freihandform 34"/>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6" name="Gruppieren 35"/>
          <p:cNvGrpSpPr/>
          <p:nvPr userDrawn="1"/>
        </p:nvGrpSpPr>
        <p:grpSpPr>
          <a:xfrm>
            <a:off x="-221271" y="1930675"/>
            <a:ext cx="192000" cy="4234640"/>
            <a:chOff x="-165953" y="1448006"/>
            <a:chExt cx="144000" cy="3175980"/>
          </a:xfrm>
        </p:grpSpPr>
        <p:sp>
          <p:nvSpPr>
            <p:cNvPr id="37" name="Freihandform 36"/>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8" name="Freihandform 37"/>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9" name="Gruppieren 38"/>
          <p:cNvGrpSpPr/>
          <p:nvPr userDrawn="1"/>
        </p:nvGrpSpPr>
        <p:grpSpPr>
          <a:xfrm>
            <a:off x="12221656" y="1940836"/>
            <a:ext cx="192000" cy="4229040"/>
            <a:chOff x="9166242" y="1455627"/>
            <a:chExt cx="144000" cy="3171780"/>
          </a:xfrm>
        </p:grpSpPr>
        <p:sp>
          <p:nvSpPr>
            <p:cNvPr id="40" name="Freihandform 39"/>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1" name="Freihandform 40"/>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sp>
        <p:nvSpPr>
          <p:cNvPr id="42" name="Titel 1"/>
          <p:cNvSpPr>
            <a:spLocks noGrp="1"/>
          </p:cNvSpPr>
          <p:nvPr>
            <p:ph type="ctrTitle" hasCustomPrompt="1"/>
          </p:nvPr>
        </p:nvSpPr>
        <p:spPr bwMode="blackWhite">
          <a:xfrm>
            <a:off x="4751851" y="3380317"/>
            <a:ext cx="6384000" cy="1611816"/>
          </a:xfrm>
          <a:noFill/>
        </p:spPr>
        <p:txBody>
          <a:bodyPr lIns="0" tIns="0" rIns="0" bIns="0" anchor="b" anchorCtr="0">
            <a:noAutofit/>
          </a:bodyPr>
          <a:lstStyle>
            <a:lvl1pPr>
              <a:defRPr sz="3733" b="0">
                <a:solidFill>
                  <a:schemeClr val="bg1"/>
                </a:solidFill>
              </a:defRPr>
            </a:lvl1pPr>
          </a:lstStyle>
          <a:p>
            <a:r>
              <a:rPr lang="de-DE" noProof="0" dirty="0"/>
              <a:t>Titel durch Klicken hinzufügen</a:t>
            </a:r>
          </a:p>
        </p:txBody>
      </p:sp>
      <p:sp>
        <p:nvSpPr>
          <p:cNvPr id="43" name="Fußzeilenplatzhalter 4"/>
          <p:cNvSpPr>
            <a:spLocks noGrp="1"/>
          </p:cNvSpPr>
          <p:nvPr>
            <p:ph type="ftr" sz="quarter" idx="11"/>
          </p:nvPr>
        </p:nvSpPr>
        <p:spPr bwMode="blackWhite">
          <a:xfrm>
            <a:off x="4752000" y="5218548"/>
            <a:ext cx="5904507" cy="205184"/>
          </a:xfrm>
        </p:spPr>
        <p:txBody>
          <a:bodyPr anchor="t" anchorCtr="0"/>
          <a:lstStyle>
            <a:lvl1pPr>
              <a:defRPr sz="1333">
                <a:solidFill>
                  <a:schemeClr val="bg1"/>
                </a:solidFill>
              </a:defRPr>
            </a:lvl1pPr>
          </a:lstStyle>
          <a:p>
            <a:r>
              <a:rPr lang="de-DE" dirty="0"/>
              <a:t>Westnetz GmbH · Name · TT Monat JJJJ</a:t>
            </a:r>
          </a:p>
        </p:txBody>
      </p:sp>
      <p:pic>
        <p:nvPicPr>
          <p:cNvPr id="24" name="Grafik 23">
            <a:extLst>
              <a:ext uri="{FF2B5EF4-FFF2-40B4-BE49-F238E27FC236}">
                <a16:creationId xmlns:a16="http://schemas.microsoft.com/office/drawing/2014/main" id="{F6FDA8EC-6F7D-472D-AF01-8FC1A2CE3A14}"/>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25" name="Grafik 24">
            <a:extLst>
              <a:ext uri="{FF2B5EF4-FFF2-40B4-BE49-F238E27FC236}">
                <a16:creationId xmlns:a16="http://schemas.microsoft.com/office/drawing/2014/main" id="{B3ED9B74-CA29-41AF-B071-78A8AF5600CB}"/>
              </a:ext>
            </a:extLst>
          </p:cNvPr>
          <p:cNvPicPr>
            <a:picLocks noChangeAspect="1"/>
          </p:cNvPicPr>
          <p:nvPr userDrawn="1"/>
        </p:nvPicPr>
        <p:blipFill>
          <a:blip r:embed="rId3"/>
          <a:stretch>
            <a:fillRect/>
          </a:stretch>
        </p:blipFill>
        <p:spPr bwMode="black">
          <a:xfrm>
            <a:off x="440214" y="287999"/>
            <a:ext cx="2539972" cy="469207"/>
          </a:xfrm>
          <a:prstGeom prst="rect">
            <a:avLst/>
          </a:prstGeom>
        </p:spPr>
      </p:pic>
    </p:spTree>
    <p:extLst>
      <p:ext uri="{BB962C8B-B14F-4D97-AF65-F5344CB8AC3E}">
        <p14:creationId xmlns:p14="http://schemas.microsoft.com/office/powerpoint/2010/main" val="17381724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genda Druck">
    <p:bg bwMode="gray">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749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Agenda Bildschirm">
    <p:bg>
      <p:bgPr>
        <a:solidFill>
          <a:schemeClr val="accent2"/>
        </a:solid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767408" y="-166621"/>
            <a:ext cx="9889099" cy="144000"/>
            <a:chOff x="575556" y="-124966"/>
            <a:chExt cx="7416824" cy="108000"/>
          </a:xfrm>
        </p:grpSpPr>
        <p:sp>
          <p:nvSpPr>
            <p:cNvPr id="25" name="Freihandform 24"/>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26" name="Freihandform 25"/>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27" name="Freihandform 26"/>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28" name="Freihandform 27"/>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grpSp>
      <p:grpSp>
        <p:nvGrpSpPr>
          <p:cNvPr id="29" name="Gruppieren 28"/>
          <p:cNvGrpSpPr/>
          <p:nvPr userDrawn="1"/>
        </p:nvGrpSpPr>
        <p:grpSpPr>
          <a:xfrm>
            <a:off x="767408" y="6880621"/>
            <a:ext cx="9889099" cy="144000"/>
            <a:chOff x="575556" y="5160466"/>
            <a:chExt cx="7416824" cy="108000"/>
          </a:xfrm>
        </p:grpSpPr>
        <p:sp>
          <p:nvSpPr>
            <p:cNvPr id="30" name="Freihandform 29"/>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1" name="Freihandform 30"/>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2" name="Freihandform 31"/>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3" name="Freihandform 32"/>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4" name="Gruppieren 33"/>
          <p:cNvGrpSpPr/>
          <p:nvPr userDrawn="1"/>
        </p:nvGrpSpPr>
        <p:grpSpPr>
          <a:xfrm>
            <a:off x="-221271" y="1930675"/>
            <a:ext cx="192000" cy="4234640"/>
            <a:chOff x="-165953" y="1448006"/>
            <a:chExt cx="144000" cy="3175980"/>
          </a:xfrm>
        </p:grpSpPr>
        <p:sp>
          <p:nvSpPr>
            <p:cNvPr id="35" name="Freihandform 34"/>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6" name="Freihandform 35"/>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7" name="Gruppieren 36"/>
          <p:cNvGrpSpPr/>
          <p:nvPr userDrawn="1"/>
        </p:nvGrpSpPr>
        <p:grpSpPr>
          <a:xfrm>
            <a:off x="12221656" y="1940836"/>
            <a:ext cx="192000" cy="4229040"/>
            <a:chOff x="9166242" y="1455627"/>
            <a:chExt cx="144000" cy="3171780"/>
          </a:xfrm>
        </p:grpSpPr>
        <p:sp>
          <p:nvSpPr>
            <p:cNvPr id="38" name="Freihandform 37"/>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9" name="Freihandform 38"/>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pic>
        <p:nvPicPr>
          <p:cNvPr id="20" name="Grafik 19">
            <a:extLst>
              <a:ext uri="{FF2B5EF4-FFF2-40B4-BE49-F238E27FC236}">
                <a16:creationId xmlns:a16="http://schemas.microsoft.com/office/drawing/2014/main" id="{16A1D19D-783E-487C-AC22-90958F3768D6}"/>
              </a:ext>
            </a:extLst>
          </p:cNvPr>
          <p:cNvPicPr>
            <a:picLocks noChangeAspect="1"/>
          </p:cNvPicPr>
          <p:nvPr userDrawn="1"/>
        </p:nvPicPr>
        <p:blipFill>
          <a:blip r:embed="rId2"/>
          <a:stretch>
            <a:fillRect/>
          </a:stretch>
        </p:blipFill>
        <p:spPr bwMode="black">
          <a:xfrm>
            <a:off x="10780800" y="364590"/>
            <a:ext cx="1147200" cy="200903"/>
          </a:xfrm>
          <a:prstGeom prst="rect">
            <a:avLst/>
          </a:prstGeom>
        </p:spPr>
      </p:pic>
      <p:pic>
        <p:nvPicPr>
          <p:cNvPr id="21" name="Grafik 20">
            <a:extLst>
              <a:ext uri="{FF2B5EF4-FFF2-40B4-BE49-F238E27FC236}">
                <a16:creationId xmlns:a16="http://schemas.microsoft.com/office/drawing/2014/main" id="{116F5688-64D6-4270-871E-C395B83F6071}"/>
              </a:ext>
            </a:extLst>
          </p:cNvPr>
          <p:cNvPicPr>
            <a:picLocks noChangeAspect="1"/>
          </p:cNvPicPr>
          <p:nvPr userDrawn="1"/>
        </p:nvPicPr>
        <p:blipFill>
          <a:blip r:embed="rId3"/>
          <a:stretch>
            <a:fillRect/>
          </a:stretch>
        </p:blipFill>
        <p:spPr bwMode="black">
          <a:xfrm>
            <a:off x="10778772" y="6280361"/>
            <a:ext cx="1149227" cy="212296"/>
          </a:xfrm>
          <a:prstGeom prst="rect">
            <a:avLst/>
          </a:prstGeom>
        </p:spPr>
      </p:pic>
    </p:spTree>
    <p:extLst>
      <p:ext uri="{BB962C8B-B14F-4D97-AF65-F5344CB8AC3E}">
        <p14:creationId xmlns:p14="http://schemas.microsoft.com/office/powerpoint/2010/main" val="371702364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rennchart Druck">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365EF8B5-AEF8-468F-AD7D-1AB905AE7CAF}"/>
              </a:ext>
            </a:extLst>
          </p:cNvPr>
          <p:cNvGraphicFramePr>
            <a:graphicFrameLocks noChangeAspect="1"/>
          </p:cNvGraphicFramePr>
          <p:nvPr userDrawn="1">
            <p:custDataLst>
              <p:tags r:id="rId1"/>
            </p:custDataLst>
            <p:extLst>
              <p:ext uri="{D42A27DB-BD31-4B8C-83A1-F6EECF244321}">
                <p14:modId xmlns:p14="http://schemas.microsoft.com/office/powerpoint/2010/main" val="1529354559"/>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3" name="Objekt 2" hidden="1">
                        <a:extLst>
                          <a:ext uri="{FF2B5EF4-FFF2-40B4-BE49-F238E27FC236}">
                            <a16:creationId xmlns:a16="http://schemas.microsoft.com/office/drawing/2014/main" id="{365EF8B5-AEF8-468F-AD7D-1AB905AE7CAF}"/>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2" name="Titel 1"/>
          <p:cNvSpPr>
            <a:spLocks noGrp="1"/>
          </p:cNvSpPr>
          <p:nvPr>
            <p:ph type="title" hasCustomPrompt="1"/>
          </p:nvPr>
        </p:nvSpPr>
        <p:spPr bwMode="black">
          <a:xfrm>
            <a:off x="4037953" y="2503382"/>
            <a:ext cx="6619465" cy="886396"/>
          </a:xfrm>
        </p:spPr>
        <p:txBody>
          <a:bodyPr anchor="b"/>
          <a:lstStyle>
            <a:lvl1pPr>
              <a:defRPr sz="6400" b="0" cap="all" baseline="0">
                <a:solidFill>
                  <a:srgbClr val="E60055"/>
                </a:solidFill>
              </a:defRPr>
            </a:lvl1pPr>
          </a:lstStyle>
          <a:p>
            <a:r>
              <a:rPr lang="de-DE" noProof="0" dirty="0" err="1"/>
              <a:t>trennfolie</a:t>
            </a:r>
            <a:endParaRPr lang="de-DE" noProof="0" dirty="0"/>
          </a:p>
        </p:txBody>
      </p:sp>
      <p:sp>
        <p:nvSpPr>
          <p:cNvPr id="10" name="Textplatzhalter 9"/>
          <p:cNvSpPr>
            <a:spLocks noGrp="1"/>
          </p:cNvSpPr>
          <p:nvPr>
            <p:ph type="body" sz="quarter" idx="10"/>
          </p:nvPr>
        </p:nvSpPr>
        <p:spPr>
          <a:xfrm>
            <a:off x="4037289" y="3424735"/>
            <a:ext cx="6617673" cy="574453"/>
          </a:xfrm>
        </p:spPr>
        <p:txBody>
          <a:bodyPr vert="horz" wrap="square" lIns="0" tIns="0" rIns="0" bIns="0" rtlCol="0" anchor="t" anchorCtr="0">
            <a:spAutoFit/>
          </a:bodyPr>
          <a:lstStyle>
            <a:lvl1pPr marL="0" indent="0">
              <a:buNone/>
              <a:defRPr lang="de-DE" sz="3733" b="0" cap="none" baseline="0" smtClean="0">
                <a:latin typeface="+mj-lt"/>
                <a:ea typeface="+mj-ea"/>
                <a:cs typeface="+mj-cs"/>
              </a:defRPr>
            </a:lvl1pPr>
            <a:lvl2pPr>
              <a:defRPr lang="de-DE" sz="2400" smtClean="0"/>
            </a:lvl2pPr>
            <a:lvl3pPr>
              <a:defRPr lang="de-DE" sz="2400" smtClean="0"/>
            </a:lvl3pPr>
            <a:lvl4pPr>
              <a:defRPr lang="de-DE" sz="2400" smtClean="0"/>
            </a:lvl4pPr>
            <a:lvl5pPr>
              <a:defRPr lang="de-DE" sz="2400"/>
            </a:lvl5pPr>
          </a:lstStyle>
          <a:p>
            <a:pPr lvl="0"/>
            <a:r>
              <a:rPr lang="de-DE" sz="3733" cap="none" baseline="0" noProof="0">
                <a:solidFill>
                  <a:schemeClr val="tx1"/>
                </a:solidFill>
              </a:rPr>
              <a:t>Mastertextformat bearbeiten</a:t>
            </a:r>
          </a:p>
        </p:txBody>
      </p:sp>
    </p:spTree>
    <p:extLst>
      <p:ext uri="{BB962C8B-B14F-4D97-AF65-F5344CB8AC3E}">
        <p14:creationId xmlns:p14="http://schemas.microsoft.com/office/powerpoint/2010/main" val="269997950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rennchart Bildschirm">
    <p:bg>
      <p:bgPr>
        <a:solidFill>
          <a:srgbClr val="005F69"/>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black">
          <a:xfrm>
            <a:off x="4037953" y="2503382"/>
            <a:ext cx="6619465" cy="886396"/>
          </a:xfrm>
        </p:spPr>
        <p:txBody>
          <a:bodyPr anchor="b"/>
          <a:lstStyle>
            <a:lvl1pPr>
              <a:defRPr sz="6400" b="0" cap="all" baseline="0">
                <a:solidFill>
                  <a:srgbClr val="E60055"/>
                </a:solidFill>
              </a:defRPr>
            </a:lvl1pPr>
          </a:lstStyle>
          <a:p>
            <a:r>
              <a:rPr lang="de-DE" noProof="0" dirty="0"/>
              <a:t>Trennfolie</a:t>
            </a:r>
          </a:p>
        </p:txBody>
      </p:sp>
      <p:sp>
        <p:nvSpPr>
          <p:cNvPr id="10" name="Textplatzhalter 9"/>
          <p:cNvSpPr>
            <a:spLocks noGrp="1"/>
          </p:cNvSpPr>
          <p:nvPr>
            <p:ph type="body" sz="quarter" idx="10"/>
          </p:nvPr>
        </p:nvSpPr>
        <p:spPr>
          <a:xfrm>
            <a:off x="4037289" y="3424735"/>
            <a:ext cx="6617673" cy="574453"/>
          </a:xfrm>
        </p:spPr>
        <p:txBody>
          <a:bodyPr vert="horz" wrap="square" lIns="0" tIns="0" rIns="0" bIns="0" rtlCol="0" anchor="t" anchorCtr="0">
            <a:spAutoFit/>
          </a:bodyPr>
          <a:lstStyle>
            <a:lvl1pPr marL="0" indent="0">
              <a:buNone/>
              <a:defRPr lang="de-DE" sz="3733" b="0" cap="none" baseline="0" smtClean="0">
                <a:latin typeface="+mj-lt"/>
                <a:ea typeface="+mj-ea"/>
                <a:cs typeface="+mj-cs"/>
              </a:defRPr>
            </a:lvl1pPr>
            <a:lvl2pPr>
              <a:defRPr lang="de-DE" sz="2400" smtClean="0"/>
            </a:lvl2pPr>
            <a:lvl3pPr>
              <a:defRPr lang="de-DE" sz="2400" smtClean="0"/>
            </a:lvl3pPr>
            <a:lvl4pPr>
              <a:defRPr lang="de-DE" sz="2400" smtClean="0"/>
            </a:lvl4pPr>
            <a:lvl5pPr>
              <a:defRPr lang="de-DE" sz="2400"/>
            </a:lvl5pPr>
          </a:lstStyle>
          <a:p>
            <a:pPr lvl="0"/>
            <a:r>
              <a:rPr lang="de-DE" sz="3733" cap="none" baseline="0" noProof="0">
                <a:solidFill>
                  <a:schemeClr val="tx1"/>
                </a:solidFill>
              </a:rPr>
              <a:t>Mastertextformat bearbeiten</a:t>
            </a:r>
          </a:p>
        </p:txBody>
      </p:sp>
      <p:grpSp>
        <p:nvGrpSpPr>
          <p:cNvPr id="28" name="Gruppieren 27"/>
          <p:cNvGrpSpPr/>
          <p:nvPr userDrawn="1"/>
        </p:nvGrpSpPr>
        <p:grpSpPr>
          <a:xfrm>
            <a:off x="767408" y="-166621"/>
            <a:ext cx="9889099" cy="144000"/>
            <a:chOff x="575556" y="-124966"/>
            <a:chExt cx="7416824" cy="108000"/>
          </a:xfrm>
        </p:grpSpPr>
        <p:sp>
          <p:nvSpPr>
            <p:cNvPr id="29" name="Freihandform 28"/>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30" name="Freihandform 29"/>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31" name="Freihandform 30"/>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32" name="Freihandform 31"/>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grpSp>
      <p:grpSp>
        <p:nvGrpSpPr>
          <p:cNvPr id="33" name="Gruppieren 32"/>
          <p:cNvGrpSpPr/>
          <p:nvPr userDrawn="1"/>
        </p:nvGrpSpPr>
        <p:grpSpPr>
          <a:xfrm>
            <a:off x="767408" y="6880621"/>
            <a:ext cx="9889099" cy="144000"/>
            <a:chOff x="575556" y="5160466"/>
            <a:chExt cx="7416824" cy="108000"/>
          </a:xfrm>
        </p:grpSpPr>
        <p:sp>
          <p:nvSpPr>
            <p:cNvPr id="34" name="Freihandform 33"/>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5" name="Freihandform 34"/>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6" name="Freihandform 35"/>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7" name="Freihandform 36"/>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8" name="Gruppieren 37"/>
          <p:cNvGrpSpPr/>
          <p:nvPr userDrawn="1"/>
        </p:nvGrpSpPr>
        <p:grpSpPr>
          <a:xfrm>
            <a:off x="-221271" y="1930675"/>
            <a:ext cx="192000" cy="4234640"/>
            <a:chOff x="-165953" y="1448006"/>
            <a:chExt cx="144000" cy="3175980"/>
          </a:xfrm>
        </p:grpSpPr>
        <p:sp>
          <p:nvSpPr>
            <p:cNvPr id="39" name="Freihandform 38"/>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0" name="Freihandform 39"/>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41" name="Gruppieren 40"/>
          <p:cNvGrpSpPr/>
          <p:nvPr userDrawn="1"/>
        </p:nvGrpSpPr>
        <p:grpSpPr>
          <a:xfrm>
            <a:off x="12221656" y="1940836"/>
            <a:ext cx="192000" cy="4229040"/>
            <a:chOff x="9166242" y="1455627"/>
            <a:chExt cx="144000" cy="3171780"/>
          </a:xfrm>
        </p:grpSpPr>
        <p:sp>
          <p:nvSpPr>
            <p:cNvPr id="42" name="Freihandform 41"/>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3" name="Freihandform 42"/>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pic>
        <p:nvPicPr>
          <p:cNvPr id="22" name="Grafik 21">
            <a:extLst>
              <a:ext uri="{FF2B5EF4-FFF2-40B4-BE49-F238E27FC236}">
                <a16:creationId xmlns:a16="http://schemas.microsoft.com/office/drawing/2014/main" id="{F53463B1-F665-4466-9B2A-C859B565C885}"/>
              </a:ext>
            </a:extLst>
          </p:cNvPr>
          <p:cNvPicPr>
            <a:picLocks noChangeAspect="1"/>
          </p:cNvPicPr>
          <p:nvPr userDrawn="1"/>
        </p:nvPicPr>
        <p:blipFill>
          <a:blip r:embed="rId2"/>
          <a:stretch>
            <a:fillRect/>
          </a:stretch>
        </p:blipFill>
        <p:spPr bwMode="black">
          <a:xfrm>
            <a:off x="10780800" y="364590"/>
            <a:ext cx="1147200" cy="200903"/>
          </a:xfrm>
          <a:prstGeom prst="rect">
            <a:avLst/>
          </a:prstGeom>
        </p:spPr>
      </p:pic>
      <p:pic>
        <p:nvPicPr>
          <p:cNvPr id="23" name="Grafik 22">
            <a:extLst>
              <a:ext uri="{FF2B5EF4-FFF2-40B4-BE49-F238E27FC236}">
                <a16:creationId xmlns:a16="http://schemas.microsoft.com/office/drawing/2014/main" id="{024F050C-ADB9-48C7-81E4-D6F411525426}"/>
              </a:ext>
            </a:extLst>
          </p:cNvPr>
          <p:cNvPicPr>
            <a:picLocks noChangeAspect="1"/>
          </p:cNvPicPr>
          <p:nvPr userDrawn="1"/>
        </p:nvPicPr>
        <p:blipFill>
          <a:blip r:embed="rId3"/>
          <a:stretch>
            <a:fillRect/>
          </a:stretch>
        </p:blipFill>
        <p:spPr bwMode="black">
          <a:xfrm>
            <a:off x="10778772" y="6280361"/>
            <a:ext cx="1149227" cy="212296"/>
          </a:xfrm>
          <a:prstGeom prst="rect">
            <a:avLst/>
          </a:prstGeom>
        </p:spPr>
      </p:pic>
    </p:spTree>
    <p:extLst>
      <p:ext uri="{BB962C8B-B14F-4D97-AF65-F5344CB8AC3E}">
        <p14:creationId xmlns:p14="http://schemas.microsoft.com/office/powerpoint/2010/main" val="260689880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el und Text">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DB20AECB-6C66-4FA9-A95E-2611405C4B93}"/>
              </a:ext>
            </a:extLst>
          </p:cNvPr>
          <p:cNvGraphicFramePr>
            <a:graphicFrameLocks noChangeAspect="1"/>
          </p:cNvGraphicFramePr>
          <p:nvPr userDrawn="1">
            <p:custDataLst>
              <p:tags r:id="rId1"/>
            </p:custDataLst>
            <p:extLst>
              <p:ext uri="{D42A27DB-BD31-4B8C-83A1-F6EECF244321}">
                <p14:modId xmlns:p14="http://schemas.microsoft.com/office/powerpoint/2010/main" val="2363708737"/>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7" name="Objekt 6" hidden="1">
                        <a:extLst>
                          <a:ext uri="{FF2B5EF4-FFF2-40B4-BE49-F238E27FC236}">
                            <a16:creationId xmlns:a16="http://schemas.microsoft.com/office/drawing/2014/main" id="{DB20AECB-6C66-4FA9-A95E-2611405C4B93}"/>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5" name="Rechteck 4" hidden="1">
            <a:extLst>
              <a:ext uri="{FF2B5EF4-FFF2-40B4-BE49-F238E27FC236}">
                <a16:creationId xmlns:a16="http://schemas.microsoft.com/office/drawing/2014/main" id="{3F8E83C3-C999-4914-94BA-C50E0EDCF59B}"/>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a:xfrm>
            <a:off x="767408" y="708639"/>
            <a:ext cx="9120000" cy="480132"/>
          </a:xfrm>
        </p:spPr>
        <p:txBody>
          <a:bodyPr/>
          <a:lstStyle/>
          <a:p>
            <a:r>
              <a:rPr lang="de-DE" noProof="0"/>
              <a:t>Mastertitelformat bearbeiten</a:t>
            </a:r>
            <a:endParaRPr lang="de-DE" noProof="0" dirty="0"/>
          </a:p>
        </p:txBody>
      </p:sp>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13" name="Textplatzhalter 8"/>
          <p:cNvSpPr>
            <a:spLocks noGrp="1"/>
          </p:cNvSpPr>
          <p:nvPr>
            <p:ph type="body" sz="quarter" idx="14" hasCustomPrompt="1"/>
          </p:nvPr>
        </p:nvSpPr>
        <p:spPr>
          <a:xfrm>
            <a:off x="767999" y="336000"/>
            <a:ext cx="9120000" cy="287259"/>
          </a:xfrm>
        </p:spPr>
        <p:txBody>
          <a:bodyPr anchor="ctr" anchorCtr="0"/>
          <a:lstStyle>
            <a:lvl1pPr marL="0" indent="0">
              <a:spcBef>
                <a:spcPts val="0"/>
              </a:spcBef>
              <a:buNone/>
              <a:defRPr sz="1867">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Kapitelname</a:t>
            </a:r>
          </a:p>
        </p:txBody>
      </p:sp>
      <p:sp>
        <p:nvSpPr>
          <p:cNvPr id="6" name="Textplatzhalter 5"/>
          <p:cNvSpPr>
            <a:spLocks noGrp="1"/>
          </p:cNvSpPr>
          <p:nvPr>
            <p:ph type="body" sz="quarter" idx="15" hasCustomPrompt="1"/>
          </p:nvPr>
        </p:nvSpPr>
        <p:spPr>
          <a:xfrm>
            <a:off x="768351" y="1872000"/>
            <a:ext cx="9889067" cy="4293851"/>
          </a:xfrm>
        </p:spPr>
        <p:txBody>
          <a:bodyPr/>
          <a:lstStyle>
            <a:lvl1pPr>
              <a:defRPr/>
            </a:lvl1pPr>
            <a:lvl2pPr>
              <a:defRPr/>
            </a:lvl2pPr>
            <a:lvl3pPr>
              <a:defRPr/>
            </a:lvl3pPr>
            <a:lvl4pPr>
              <a:defRPr/>
            </a:lvl4pPr>
            <a:lvl5pPr>
              <a:defRPr/>
            </a:lvl5pPr>
          </a:lstStyle>
          <a:p>
            <a:pPr lvl="0"/>
            <a:r>
              <a:rPr lang="de-DE" noProof="0" dirty="0"/>
              <a:t>Text durch klicken bearbeiten</a:t>
            </a:r>
          </a:p>
          <a:p>
            <a:pPr lvl="1"/>
            <a:r>
              <a:rPr lang="de-DE" noProof="0" dirty="0"/>
              <a:t>Vierte Ebene</a:t>
            </a:r>
          </a:p>
          <a:p>
            <a:pPr lvl="2"/>
            <a:r>
              <a:rPr lang="de-DE" noProof="0" dirty="0"/>
              <a:t>Fünfte Ebene</a:t>
            </a:r>
          </a:p>
          <a:p>
            <a:pPr lvl="3"/>
            <a:r>
              <a:rPr lang="de-DE" noProof="0" dirty="0"/>
              <a:t>Erste Ebene</a:t>
            </a:r>
          </a:p>
          <a:p>
            <a:pPr lvl="4"/>
            <a:r>
              <a:rPr lang="de-DE" noProof="0" dirty="0"/>
              <a:t>Zweite Ebene</a:t>
            </a:r>
          </a:p>
        </p:txBody>
      </p:sp>
    </p:spTree>
    <p:extLst>
      <p:ext uri="{BB962C8B-B14F-4D97-AF65-F5344CB8AC3E}">
        <p14:creationId xmlns:p14="http://schemas.microsoft.com/office/powerpoint/2010/main" val="33569584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0D0A2B70-5DDD-46C0-B676-B52EA2E722A8}"/>
              </a:ext>
            </a:extLst>
          </p:cNvPr>
          <p:cNvGraphicFramePr>
            <a:graphicFrameLocks noChangeAspect="1"/>
          </p:cNvGraphicFramePr>
          <p:nvPr userDrawn="1">
            <p:custDataLst>
              <p:tags r:id="rId1"/>
            </p:custDataLst>
            <p:extLst>
              <p:ext uri="{D42A27DB-BD31-4B8C-83A1-F6EECF244321}">
                <p14:modId xmlns:p14="http://schemas.microsoft.com/office/powerpoint/2010/main" val="3569667111"/>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6" name="Objekt 5" hidden="1">
                        <a:extLst>
                          <a:ext uri="{FF2B5EF4-FFF2-40B4-BE49-F238E27FC236}">
                            <a16:creationId xmlns:a16="http://schemas.microsoft.com/office/drawing/2014/main" id="{0D0A2B70-5DDD-46C0-B676-B52EA2E722A8}"/>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5" name="Rechteck 4" hidden="1">
            <a:extLst>
              <a:ext uri="{FF2B5EF4-FFF2-40B4-BE49-F238E27FC236}">
                <a16:creationId xmlns:a16="http://schemas.microsoft.com/office/drawing/2014/main" id="{878923E8-D18F-493D-BAF7-4177C8507649}"/>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a:xfrm>
            <a:off x="767408" y="708639"/>
            <a:ext cx="9120000" cy="480132"/>
          </a:xfrm>
        </p:spPr>
        <p:txBody>
          <a:bodyPr/>
          <a:lstStyle/>
          <a:p>
            <a:r>
              <a:rPr lang="de-DE" noProof="0"/>
              <a:t>Mastertitelformat bearbeiten</a:t>
            </a:r>
            <a:endParaRPr lang="de-DE" noProof="0" dirty="0"/>
          </a:p>
        </p:txBody>
      </p:sp>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13" name="Textplatzhalter 8"/>
          <p:cNvSpPr>
            <a:spLocks noGrp="1"/>
          </p:cNvSpPr>
          <p:nvPr>
            <p:ph type="body" sz="quarter" idx="14" hasCustomPrompt="1"/>
          </p:nvPr>
        </p:nvSpPr>
        <p:spPr>
          <a:xfrm>
            <a:off x="767999" y="336000"/>
            <a:ext cx="9120000" cy="287259"/>
          </a:xfrm>
        </p:spPr>
        <p:txBody>
          <a:bodyPr anchor="ctr" anchorCtr="0"/>
          <a:lstStyle>
            <a:lvl1pPr marL="0" indent="0">
              <a:spcBef>
                <a:spcPts val="0"/>
              </a:spcBef>
              <a:buNone/>
              <a:defRPr sz="1867">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Kapitelname</a:t>
            </a:r>
          </a:p>
        </p:txBody>
      </p:sp>
    </p:spTree>
    <p:extLst>
      <p:ext uri="{BB962C8B-B14F-4D97-AF65-F5344CB8AC3E}">
        <p14:creationId xmlns:p14="http://schemas.microsoft.com/office/powerpoint/2010/main" val="29086503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el, Bild links, Text rechts">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4C54A1DB-7F27-46FA-9306-37D13DBCEA9A}"/>
              </a:ext>
            </a:extLst>
          </p:cNvPr>
          <p:cNvGraphicFramePr>
            <a:graphicFrameLocks noChangeAspect="1"/>
          </p:cNvGraphicFramePr>
          <p:nvPr userDrawn="1">
            <p:custDataLst>
              <p:tags r:id="rId1"/>
            </p:custDataLst>
            <p:extLst>
              <p:ext uri="{D42A27DB-BD31-4B8C-83A1-F6EECF244321}">
                <p14:modId xmlns:p14="http://schemas.microsoft.com/office/powerpoint/2010/main" val="784068316"/>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6" name="Objekt 5" hidden="1">
                        <a:extLst>
                          <a:ext uri="{FF2B5EF4-FFF2-40B4-BE49-F238E27FC236}">
                            <a16:creationId xmlns:a16="http://schemas.microsoft.com/office/drawing/2014/main" id="{4C54A1DB-7F27-46FA-9306-37D13DBCEA9A}"/>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5" name="Rechteck 4" hidden="1">
            <a:extLst>
              <a:ext uri="{FF2B5EF4-FFF2-40B4-BE49-F238E27FC236}">
                <a16:creationId xmlns:a16="http://schemas.microsoft.com/office/drawing/2014/main" id="{3F4FDF2C-5DBA-4006-92B2-482E75F1DD46}"/>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a:xfrm>
            <a:off x="767408" y="708639"/>
            <a:ext cx="9120000" cy="480132"/>
          </a:xfrm>
        </p:spPr>
        <p:txBody>
          <a:bodyPr/>
          <a:lstStyle/>
          <a:p>
            <a:r>
              <a:rPr lang="de-DE" noProof="0"/>
              <a:t>Mastertitelformat bearbeiten</a:t>
            </a:r>
            <a:endParaRPr lang="de-DE" noProof="0" dirty="0"/>
          </a:p>
        </p:txBody>
      </p:sp>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9" name="Bildplatzhalter 8"/>
          <p:cNvSpPr>
            <a:spLocks noGrp="1"/>
          </p:cNvSpPr>
          <p:nvPr>
            <p:ph type="pic" sz="quarter" idx="12"/>
          </p:nvPr>
        </p:nvSpPr>
        <p:spPr>
          <a:xfrm>
            <a:off x="768351" y="1940984"/>
            <a:ext cx="4751916" cy="3936000"/>
          </a:xfrm>
          <a:blipFill>
            <a:blip r:embed="rId6"/>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12" name="Textplatzhalter 2"/>
          <p:cNvSpPr>
            <a:spLocks noGrp="1"/>
          </p:cNvSpPr>
          <p:nvPr>
            <p:ph idx="13" hasCustomPrompt="1"/>
          </p:nvPr>
        </p:nvSpPr>
        <p:spPr bwMode="gray">
          <a:xfrm>
            <a:off x="767409" y="5966987"/>
            <a:ext cx="4754033" cy="246221"/>
          </a:xfrm>
          <a:prstGeom prst="rect">
            <a:avLst/>
          </a:prstGeom>
        </p:spPr>
        <p:txBody>
          <a:bodyPr vert="horz" wrap="square" lIns="0" tIns="0" rIns="0" bIns="0" rtlCol="0">
            <a:spAutoFit/>
          </a:bodyPr>
          <a:lstStyle>
            <a:lvl1pPr marL="0" indent="0">
              <a:buNone/>
              <a:defRPr sz="1600"/>
            </a:lvl1pPr>
          </a:lstStyle>
          <a:p>
            <a:pPr lvl="0"/>
            <a:r>
              <a:rPr lang="de-DE" noProof="0" dirty="0"/>
              <a:t>Optionale Bildunterschrift in Schwarz oder in Farbe</a:t>
            </a:r>
          </a:p>
        </p:txBody>
      </p:sp>
      <p:sp>
        <p:nvSpPr>
          <p:cNvPr id="13" name="Textplatzhalter 8"/>
          <p:cNvSpPr>
            <a:spLocks noGrp="1"/>
          </p:cNvSpPr>
          <p:nvPr>
            <p:ph type="body" sz="quarter" idx="14" hasCustomPrompt="1"/>
          </p:nvPr>
        </p:nvSpPr>
        <p:spPr>
          <a:xfrm>
            <a:off x="767999" y="336000"/>
            <a:ext cx="9120000" cy="287259"/>
          </a:xfrm>
        </p:spPr>
        <p:txBody>
          <a:bodyPr anchor="ctr" anchorCtr="0"/>
          <a:lstStyle>
            <a:lvl1pPr marL="0" indent="0">
              <a:spcBef>
                <a:spcPts val="0"/>
              </a:spcBef>
              <a:buNone/>
              <a:defRPr sz="1867">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Kapitelname</a:t>
            </a:r>
          </a:p>
        </p:txBody>
      </p:sp>
      <p:sp>
        <p:nvSpPr>
          <p:cNvPr id="14" name="Textplatzhalter 13"/>
          <p:cNvSpPr>
            <a:spLocks noGrp="1"/>
          </p:cNvSpPr>
          <p:nvPr>
            <p:ph type="body" sz="quarter" idx="15" hasCustomPrompt="1"/>
          </p:nvPr>
        </p:nvSpPr>
        <p:spPr>
          <a:xfrm>
            <a:off x="5903385" y="1872000"/>
            <a:ext cx="4754033" cy="4293851"/>
          </a:xfrm>
        </p:spPr>
        <p:txBody>
          <a:bodyPr/>
          <a:lstStyle>
            <a:lvl1pPr>
              <a:defRPr/>
            </a:lvl1pPr>
            <a:lvl2pPr>
              <a:defRPr/>
            </a:lvl2pPr>
            <a:lvl3pPr>
              <a:defRPr/>
            </a:lvl3pPr>
            <a:lvl4pPr>
              <a:defRPr/>
            </a:lvl4pPr>
            <a:lvl5pPr>
              <a:defRPr/>
            </a:lvl5pPr>
          </a:lstStyle>
          <a:p>
            <a:pPr lvl="0"/>
            <a:r>
              <a:rPr lang="de-DE" noProof="0" dirty="0"/>
              <a:t>Text durch klicken bearbeiten</a:t>
            </a:r>
          </a:p>
          <a:p>
            <a:pPr lvl="1"/>
            <a:r>
              <a:rPr lang="de-DE" noProof="0" dirty="0"/>
              <a:t>Vierte Ebene</a:t>
            </a:r>
          </a:p>
          <a:p>
            <a:pPr lvl="2"/>
            <a:r>
              <a:rPr lang="de-DE" noProof="0" dirty="0"/>
              <a:t>Fünfte Ebene</a:t>
            </a:r>
          </a:p>
          <a:p>
            <a:pPr lvl="3"/>
            <a:r>
              <a:rPr lang="de-DE" noProof="0" dirty="0"/>
              <a:t>Erste Ebene</a:t>
            </a:r>
          </a:p>
          <a:p>
            <a:pPr lvl="4"/>
            <a:r>
              <a:rPr lang="de-DE" noProof="0" dirty="0"/>
              <a:t>Zweite Ebene</a:t>
            </a:r>
          </a:p>
        </p:txBody>
      </p:sp>
    </p:spTree>
    <p:extLst>
      <p:ext uri="{BB962C8B-B14F-4D97-AF65-F5344CB8AC3E}">
        <p14:creationId xmlns:p14="http://schemas.microsoft.com/office/powerpoint/2010/main" val="11034926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el, 2/3 Bild und 1/3 Text">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65C404D7-E007-4334-A0E0-B33D1FFEBC55}"/>
              </a:ext>
            </a:extLst>
          </p:cNvPr>
          <p:cNvGraphicFramePr>
            <a:graphicFrameLocks noChangeAspect="1"/>
          </p:cNvGraphicFramePr>
          <p:nvPr userDrawn="1">
            <p:custDataLst>
              <p:tags r:id="rId1"/>
            </p:custDataLst>
            <p:extLst>
              <p:ext uri="{D42A27DB-BD31-4B8C-83A1-F6EECF244321}">
                <p14:modId xmlns:p14="http://schemas.microsoft.com/office/powerpoint/2010/main" val="806425273"/>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6" name="Objekt 5" hidden="1">
                        <a:extLst>
                          <a:ext uri="{FF2B5EF4-FFF2-40B4-BE49-F238E27FC236}">
                            <a16:creationId xmlns:a16="http://schemas.microsoft.com/office/drawing/2014/main" id="{65C404D7-E007-4334-A0E0-B33D1FFEBC55}"/>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5" name="Rechteck 4" hidden="1">
            <a:extLst>
              <a:ext uri="{FF2B5EF4-FFF2-40B4-BE49-F238E27FC236}">
                <a16:creationId xmlns:a16="http://schemas.microsoft.com/office/drawing/2014/main" id="{7A9924E8-1AD4-4298-8609-F13EB107A2C0}"/>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a:xfrm>
            <a:off x="767408" y="708639"/>
            <a:ext cx="9120000" cy="480132"/>
          </a:xfrm>
        </p:spPr>
        <p:txBody>
          <a:bodyPr/>
          <a:lstStyle/>
          <a:p>
            <a:r>
              <a:rPr lang="de-DE" noProof="0"/>
              <a:t>Mastertitelformat bearbeiten</a:t>
            </a:r>
            <a:endParaRPr lang="de-DE" noProof="0" dirty="0"/>
          </a:p>
        </p:txBody>
      </p:sp>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9" name="Bildplatzhalter 8"/>
          <p:cNvSpPr>
            <a:spLocks noGrp="1"/>
          </p:cNvSpPr>
          <p:nvPr>
            <p:ph type="pic" sz="quarter" idx="12"/>
          </p:nvPr>
        </p:nvSpPr>
        <p:spPr>
          <a:xfrm>
            <a:off x="768352" y="1940984"/>
            <a:ext cx="6335761" cy="3936000"/>
          </a:xfrm>
          <a:blipFill>
            <a:blip r:embed="rId6"/>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12" name="Textplatzhalter 2"/>
          <p:cNvSpPr>
            <a:spLocks noGrp="1"/>
          </p:cNvSpPr>
          <p:nvPr>
            <p:ph idx="13" hasCustomPrompt="1"/>
          </p:nvPr>
        </p:nvSpPr>
        <p:spPr bwMode="gray">
          <a:xfrm>
            <a:off x="767407" y="5966987"/>
            <a:ext cx="6336000" cy="246221"/>
          </a:xfrm>
          <a:prstGeom prst="rect">
            <a:avLst/>
          </a:prstGeom>
        </p:spPr>
        <p:txBody>
          <a:bodyPr vert="horz" wrap="square" lIns="0" tIns="0" rIns="0" bIns="0" rtlCol="0">
            <a:spAutoFit/>
          </a:bodyPr>
          <a:lstStyle>
            <a:lvl1pPr marL="0" indent="0">
              <a:buNone/>
              <a:defRPr sz="1600"/>
            </a:lvl1pPr>
          </a:lstStyle>
          <a:p>
            <a:pPr lvl="0"/>
            <a:r>
              <a:rPr lang="de-DE" noProof="0" dirty="0"/>
              <a:t>Optionale Bildunterschrift in Schwarz oder in Farbe</a:t>
            </a:r>
          </a:p>
        </p:txBody>
      </p:sp>
      <p:sp>
        <p:nvSpPr>
          <p:cNvPr id="13" name="Textplatzhalter 8"/>
          <p:cNvSpPr>
            <a:spLocks noGrp="1"/>
          </p:cNvSpPr>
          <p:nvPr>
            <p:ph type="body" sz="quarter" idx="14" hasCustomPrompt="1"/>
          </p:nvPr>
        </p:nvSpPr>
        <p:spPr>
          <a:xfrm>
            <a:off x="767999" y="336000"/>
            <a:ext cx="9120000" cy="287259"/>
          </a:xfrm>
        </p:spPr>
        <p:txBody>
          <a:bodyPr anchor="ctr" anchorCtr="0"/>
          <a:lstStyle>
            <a:lvl1pPr marL="0" indent="0">
              <a:spcBef>
                <a:spcPts val="0"/>
              </a:spcBef>
              <a:buNone/>
              <a:defRPr sz="1867">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Kapitelname</a:t>
            </a:r>
          </a:p>
        </p:txBody>
      </p:sp>
      <p:sp>
        <p:nvSpPr>
          <p:cNvPr id="14" name="Textplatzhalter 13"/>
          <p:cNvSpPr>
            <a:spLocks noGrp="1"/>
          </p:cNvSpPr>
          <p:nvPr>
            <p:ph type="body" sz="quarter" idx="15" hasCustomPrompt="1"/>
          </p:nvPr>
        </p:nvSpPr>
        <p:spPr>
          <a:xfrm>
            <a:off x="7488155" y="1872000"/>
            <a:ext cx="3169263" cy="4293851"/>
          </a:xfrm>
        </p:spPr>
        <p:txBody>
          <a:bodyPr/>
          <a:lstStyle>
            <a:lvl1pPr>
              <a:defRPr/>
            </a:lvl1pPr>
            <a:lvl2pPr>
              <a:defRPr/>
            </a:lvl2pPr>
            <a:lvl3pPr>
              <a:defRPr/>
            </a:lvl3pPr>
            <a:lvl4pPr>
              <a:defRPr/>
            </a:lvl4pPr>
            <a:lvl5pPr>
              <a:defRPr/>
            </a:lvl5pPr>
          </a:lstStyle>
          <a:p>
            <a:pPr lvl="0"/>
            <a:r>
              <a:rPr lang="de-DE" noProof="0" dirty="0"/>
              <a:t>Text durch klicken bearbeiten</a:t>
            </a:r>
          </a:p>
          <a:p>
            <a:pPr lvl="1"/>
            <a:r>
              <a:rPr lang="de-DE" noProof="0" dirty="0"/>
              <a:t>Vierte Ebene</a:t>
            </a:r>
          </a:p>
          <a:p>
            <a:pPr lvl="2"/>
            <a:r>
              <a:rPr lang="de-DE" noProof="0" dirty="0"/>
              <a:t>Fünfte Ebene</a:t>
            </a:r>
          </a:p>
          <a:p>
            <a:pPr lvl="3"/>
            <a:r>
              <a:rPr lang="de-DE" noProof="0" dirty="0"/>
              <a:t>Erste Ebene</a:t>
            </a:r>
          </a:p>
          <a:p>
            <a:pPr lvl="4"/>
            <a:r>
              <a:rPr lang="de-DE" noProof="0" dirty="0"/>
              <a:t>Zweite Ebene</a:t>
            </a:r>
          </a:p>
        </p:txBody>
      </p:sp>
    </p:spTree>
    <p:extLst>
      <p:ext uri="{BB962C8B-B14F-4D97-AF65-F5344CB8AC3E}">
        <p14:creationId xmlns:p14="http://schemas.microsoft.com/office/powerpoint/2010/main" val="147663587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el und Bi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FD83A4F3-4D74-46C9-9FFD-369708F3D69C}"/>
              </a:ext>
            </a:extLst>
          </p:cNvPr>
          <p:cNvGraphicFramePr>
            <a:graphicFrameLocks noChangeAspect="1"/>
          </p:cNvGraphicFramePr>
          <p:nvPr userDrawn="1">
            <p:custDataLst>
              <p:tags r:id="rId1"/>
            </p:custDataLst>
            <p:extLst>
              <p:ext uri="{D42A27DB-BD31-4B8C-83A1-F6EECF244321}">
                <p14:modId xmlns:p14="http://schemas.microsoft.com/office/powerpoint/2010/main" val="559935236"/>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6" name="Objekt 5" hidden="1">
                        <a:extLst>
                          <a:ext uri="{FF2B5EF4-FFF2-40B4-BE49-F238E27FC236}">
                            <a16:creationId xmlns:a16="http://schemas.microsoft.com/office/drawing/2014/main" id="{FD83A4F3-4D74-46C9-9FFD-369708F3D69C}"/>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5" name="Rechteck 4" hidden="1">
            <a:extLst>
              <a:ext uri="{FF2B5EF4-FFF2-40B4-BE49-F238E27FC236}">
                <a16:creationId xmlns:a16="http://schemas.microsoft.com/office/drawing/2014/main" id="{0182E95A-2D87-4C56-9166-14A394C57A02}"/>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a:xfrm>
            <a:off x="767408" y="708639"/>
            <a:ext cx="9120000" cy="480132"/>
          </a:xfrm>
        </p:spPr>
        <p:txBody>
          <a:bodyPr/>
          <a:lstStyle/>
          <a:p>
            <a:r>
              <a:rPr lang="de-DE" noProof="0"/>
              <a:t>Mastertitelformat bearbeiten</a:t>
            </a:r>
            <a:endParaRPr lang="de-DE" noProof="0" dirty="0"/>
          </a:p>
        </p:txBody>
      </p:sp>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9" name="Bildplatzhalter 8"/>
          <p:cNvSpPr>
            <a:spLocks noGrp="1"/>
          </p:cNvSpPr>
          <p:nvPr>
            <p:ph type="pic" sz="quarter" idx="12"/>
          </p:nvPr>
        </p:nvSpPr>
        <p:spPr>
          <a:xfrm>
            <a:off x="768351" y="1940984"/>
            <a:ext cx="9889067" cy="3936000"/>
          </a:xfrm>
          <a:blipFill>
            <a:blip r:embed="rId6"/>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12" name="Textplatzhalter 2"/>
          <p:cNvSpPr>
            <a:spLocks noGrp="1"/>
          </p:cNvSpPr>
          <p:nvPr>
            <p:ph idx="13" hasCustomPrompt="1"/>
          </p:nvPr>
        </p:nvSpPr>
        <p:spPr bwMode="gray">
          <a:xfrm>
            <a:off x="767407" y="5966987"/>
            <a:ext cx="9888000" cy="246221"/>
          </a:xfrm>
          <a:prstGeom prst="rect">
            <a:avLst/>
          </a:prstGeom>
        </p:spPr>
        <p:txBody>
          <a:bodyPr vert="horz" wrap="square" lIns="0" tIns="0" rIns="0" bIns="0" rtlCol="0">
            <a:spAutoFit/>
          </a:bodyPr>
          <a:lstStyle>
            <a:lvl1pPr marL="0" indent="0">
              <a:buNone/>
              <a:defRPr sz="1600"/>
            </a:lvl1pPr>
          </a:lstStyle>
          <a:p>
            <a:pPr lvl="0"/>
            <a:r>
              <a:rPr lang="de-DE" noProof="0" dirty="0"/>
              <a:t>Optionale Bildunterschrift in Schwarz oder in Farbe</a:t>
            </a:r>
          </a:p>
        </p:txBody>
      </p:sp>
      <p:sp>
        <p:nvSpPr>
          <p:cNvPr id="13" name="Textplatzhalter 8"/>
          <p:cNvSpPr>
            <a:spLocks noGrp="1"/>
          </p:cNvSpPr>
          <p:nvPr>
            <p:ph type="body" sz="quarter" idx="14" hasCustomPrompt="1"/>
          </p:nvPr>
        </p:nvSpPr>
        <p:spPr>
          <a:xfrm>
            <a:off x="767999" y="336000"/>
            <a:ext cx="9120000" cy="287259"/>
          </a:xfrm>
        </p:spPr>
        <p:txBody>
          <a:bodyPr anchor="ctr" anchorCtr="0"/>
          <a:lstStyle>
            <a:lvl1pPr marL="0" indent="0">
              <a:spcBef>
                <a:spcPts val="0"/>
              </a:spcBef>
              <a:buNone/>
              <a:defRPr sz="1867">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Kapitelname</a:t>
            </a:r>
          </a:p>
        </p:txBody>
      </p:sp>
    </p:spTree>
    <p:extLst>
      <p:ext uri="{BB962C8B-B14F-4D97-AF65-F5344CB8AC3E}">
        <p14:creationId xmlns:p14="http://schemas.microsoft.com/office/powerpoint/2010/main" val="389952583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el und 2 Bilder">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3394BB13-371F-4715-8E40-FC0CDDFBCDE8}"/>
              </a:ext>
            </a:extLst>
          </p:cNvPr>
          <p:cNvGraphicFramePr>
            <a:graphicFrameLocks noChangeAspect="1"/>
          </p:cNvGraphicFramePr>
          <p:nvPr userDrawn="1">
            <p:custDataLst>
              <p:tags r:id="rId1"/>
            </p:custDataLst>
            <p:extLst>
              <p:ext uri="{D42A27DB-BD31-4B8C-83A1-F6EECF244321}">
                <p14:modId xmlns:p14="http://schemas.microsoft.com/office/powerpoint/2010/main" val="1948873747"/>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6" name="Objekt 5" hidden="1">
                        <a:extLst>
                          <a:ext uri="{FF2B5EF4-FFF2-40B4-BE49-F238E27FC236}">
                            <a16:creationId xmlns:a16="http://schemas.microsoft.com/office/drawing/2014/main" id="{3394BB13-371F-4715-8E40-FC0CDDFBCDE8}"/>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5" name="Rechteck 4" hidden="1">
            <a:extLst>
              <a:ext uri="{FF2B5EF4-FFF2-40B4-BE49-F238E27FC236}">
                <a16:creationId xmlns:a16="http://schemas.microsoft.com/office/drawing/2014/main" id="{029AAA88-0EDB-4B32-8B38-813B5C6234FF}"/>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a:xfrm>
            <a:off x="767408" y="708639"/>
            <a:ext cx="9120000" cy="480132"/>
          </a:xfrm>
        </p:spPr>
        <p:txBody>
          <a:bodyPr/>
          <a:lstStyle/>
          <a:p>
            <a:r>
              <a:rPr lang="de-DE" noProof="0"/>
              <a:t>Mastertitelformat bearbeiten</a:t>
            </a:r>
            <a:endParaRPr lang="de-DE" noProof="0" dirty="0"/>
          </a:p>
        </p:txBody>
      </p:sp>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9" name="Bildplatzhalter 8"/>
          <p:cNvSpPr>
            <a:spLocks noGrp="1"/>
          </p:cNvSpPr>
          <p:nvPr>
            <p:ph type="pic" sz="quarter" idx="12"/>
          </p:nvPr>
        </p:nvSpPr>
        <p:spPr>
          <a:xfrm>
            <a:off x="768351" y="1940984"/>
            <a:ext cx="4751916" cy="3936000"/>
          </a:xfrm>
          <a:blipFill>
            <a:blip r:embed="rId6"/>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12" name="Textplatzhalter 2"/>
          <p:cNvSpPr>
            <a:spLocks noGrp="1"/>
          </p:cNvSpPr>
          <p:nvPr>
            <p:ph idx="13" hasCustomPrompt="1"/>
          </p:nvPr>
        </p:nvSpPr>
        <p:spPr bwMode="gray">
          <a:xfrm>
            <a:off x="767409" y="5966987"/>
            <a:ext cx="4754033" cy="246221"/>
          </a:xfrm>
          <a:prstGeom prst="rect">
            <a:avLst/>
          </a:prstGeom>
        </p:spPr>
        <p:txBody>
          <a:bodyPr vert="horz" wrap="square" lIns="0" tIns="0" rIns="0" bIns="0" rtlCol="0">
            <a:spAutoFit/>
          </a:bodyPr>
          <a:lstStyle>
            <a:lvl1pPr marL="0" indent="0">
              <a:buNone/>
              <a:defRPr sz="1600"/>
            </a:lvl1pPr>
          </a:lstStyle>
          <a:p>
            <a:pPr lvl="0"/>
            <a:r>
              <a:rPr lang="de-DE" noProof="0" dirty="0"/>
              <a:t>Optionale Bildunterschrift in Schwarz oder in Farbe</a:t>
            </a:r>
          </a:p>
        </p:txBody>
      </p:sp>
      <p:sp>
        <p:nvSpPr>
          <p:cNvPr id="13" name="Textplatzhalter 8"/>
          <p:cNvSpPr>
            <a:spLocks noGrp="1"/>
          </p:cNvSpPr>
          <p:nvPr>
            <p:ph type="body" sz="quarter" idx="14" hasCustomPrompt="1"/>
          </p:nvPr>
        </p:nvSpPr>
        <p:spPr>
          <a:xfrm>
            <a:off x="767999" y="336000"/>
            <a:ext cx="9120000" cy="287259"/>
          </a:xfrm>
        </p:spPr>
        <p:txBody>
          <a:bodyPr anchor="ctr" anchorCtr="0"/>
          <a:lstStyle>
            <a:lvl1pPr marL="0" indent="0">
              <a:spcBef>
                <a:spcPts val="0"/>
              </a:spcBef>
              <a:buNone/>
              <a:defRPr sz="1867">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Kapitelname</a:t>
            </a:r>
          </a:p>
        </p:txBody>
      </p:sp>
      <p:sp>
        <p:nvSpPr>
          <p:cNvPr id="11" name="Bildplatzhalter 8"/>
          <p:cNvSpPr>
            <a:spLocks noGrp="1"/>
          </p:cNvSpPr>
          <p:nvPr>
            <p:ph type="pic" sz="quarter" idx="15"/>
          </p:nvPr>
        </p:nvSpPr>
        <p:spPr>
          <a:xfrm>
            <a:off x="5904443" y="1940984"/>
            <a:ext cx="4751916" cy="3936000"/>
          </a:xfrm>
          <a:blipFill>
            <a:blip r:embed="rId6"/>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15" name="Textplatzhalter 2"/>
          <p:cNvSpPr>
            <a:spLocks noGrp="1"/>
          </p:cNvSpPr>
          <p:nvPr>
            <p:ph idx="16" hasCustomPrompt="1"/>
          </p:nvPr>
        </p:nvSpPr>
        <p:spPr bwMode="gray">
          <a:xfrm>
            <a:off x="5904444" y="5966987"/>
            <a:ext cx="4754033" cy="246221"/>
          </a:xfrm>
          <a:prstGeom prst="rect">
            <a:avLst/>
          </a:prstGeom>
        </p:spPr>
        <p:txBody>
          <a:bodyPr vert="horz" wrap="square" lIns="0" tIns="0" rIns="0" bIns="0" rtlCol="0">
            <a:spAutoFit/>
          </a:bodyPr>
          <a:lstStyle>
            <a:lvl1pPr marL="0" indent="0">
              <a:buNone/>
              <a:defRPr sz="1600"/>
            </a:lvl1pPr>
          </a:lstStyle>
          <a:p>
            <a:pPr lvl="0"/>
            <a:r>
              <a:rPr lang="de-DE" noProof="0" dirty="0"/>
              <a:t>Optionale Bildunterschrift in Schwarz oder in Farbe</a:t>
            </a:r>
          </a:p>
        </p:txBody>
      </p:sp>
    </p:spTree>
    <p:extLst>
      <p:ext uri="{BB962C8B-B14F-4D97-AF65-F5344CB8AC3E}">
        <p14:creationId xmlns:p14="http://schemas.microsoft.com/office/powerpoint/2010/main" val="150758807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Vollbild hell">
    <p:spTree>
      <p:nvGrpSpPr>
        <p:cNvPr id="1" name=""/>
        <p:cNvGrpSpPr/>
        <p:nvPr/>
      </p:nvGrpSpPr>
      <p:grpSpPr>
        <a:xfrm>
          <a:off x="0" y="0"/>
          <a:ext cx="0" cy="0"/>
          <a:chOff x="0" y="0"/>
          <a:chExt cx="0" cy="0"/>
        </a:xfrm>
      </p:grpSpPr>
      <p:sp>
        <p:nvSpPr>
          <p:cNvPr id="5" name="Bildplatzhalter 8"/>
          <p:cNvSpPr>
            <a:spLocks noGrp="1"/>
          </p:cNvSpPr>
          <p:nvPr>
            <p:ph type="pic" sz="quarter" idx="12"/>
          </p:nvPr>
        </p:nvSpPr>
        <p:spPr>
          <a:xfrm>
            <a:off x="0" y="0"/>
            <a:ext cx="12192000" cy="6858000"/>
          </a:xfrm>
          <a:blipFill>
            <a:blip r:embed="rId2"/>
            <a:stretch>
              <a:fillRect/>
            </a:stretch>
          </a:blipFill>
        </p:spPr>
        <p:txBody>
          <a:bodyPr vert="horz" wrap="square" lIns="0" tIns="0" rIns="0" bIns="0" rtlCol="0">
            <a:noAutofit/>
          </a:bodyPr>
          <a:lstStyle>
            <a:lvl1pPr marL="0" indent="0" algn="ctr">
              <a:buFont typeface="Arial" panose="020B0604020202020204" pitchFamily="34" charset="0"/>
              <a:buNone/>
              <a:defRPr lang="de-DE" sz="1333"/>
            </a:lvl1pPr>
          </a:lstStyle>
          <a:p>
            <a:r>
              <a:rPr lang="de-DE"/>
              <a:t>Bild durch Klicken auf Symbol hinzufügen</a:t>
            </a:r>
            <a:endParaRPr lang="de-DE" dirty="0"/>
          </a:p>
        </p:txBody>
      </p:sp>
      <p:sp>
        <p:nvSpPr>
          <p:cNvPr id="8" name="Titel 1"/>
          <p:cNvSpPr>
            <a:spLocks noGrp="1"/>
          </p:cNvSpPr>
          <p:nvPr>
            <p:ph type="ctrTitle"/>
          </p:nvPr>
        </p:nvSpPr>
        <p:spPr bwMode="blackWhite">
          <a:xfrm>
            <a:off x="768349" y="3429000"/>
            <a:ext cx="4608000" cy="1920000"/>
          </a:xfrm>
          <a:solidFill>
            <a:srgbClr val="64B42D"/>
          </a:solidFill>
        </p:spPr>
        <p:txBody>
          <a:bodyPr lIns="216000" tIns="201600" rIns="180000" bIns="230400">
            <a:noAutofit/>
          </a:bodyPr>
          <a:lstStyle>
            <a:lvl1pPr>
              <a:defRPr sz="2667" b="0">
                <a:solidFill>
                  <a:schemeClr val="bg1"/>
                </a:solidFill>
              </a:defRPr>
            </a:lvl1pPr>
          </a:lstStyle>
          <a:p>
            <a:r>
              <a:rPr lang="de-DE" noProof="0"/>
              <a:t>Mastertitelformat bearbeiten</a:t>
            </a:r>
            <a:endParaRPr lang="de-DE" noProof="0" dirty="0"/>
          </a:p>
        </p:txBody>
      </p:sp>
    </p:spTree>
    <p:extLst>
      <p:ext uri="{BB962C8B-B14F-4D97-AF65-F5344CB8AC3E}">
        <p14:creationId xmlns:p14="http://schemas.microsoft.com/office/powerpoint/2010/main" val="69521653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Vollbild dunkel">
    <p:spTree>
      <p:nvGrpSpPr>
        <p:cNvPr id="1" name=""/>
        <p:cNvGrpSpPr/>
        <p:nvPr/>
      </p:nvGrpSpPr>
      <p:grpSpPr>
        <a:xfrm>
          <a:off x="0" y="0"/>
          <a:ext cx="0" cy="0"/>
          <a:chOff x="0" y="0"/>
          <a:chExt cx="0" cy="0"/>
        </a:xfrm>
      </p:grpSpPr>
      <p:sp>
        <p:nvSpPr>
          <p:cNvPr id="5" name="Bildplatzhalter 8"/>
          <p:cNvSpPr>
            <a:spLocks noGrp="1"/>
          </p:cNvSpPr>
          <p:nvPr>
            <p:ph type="pic" sz="quarter" idx="12"/>
          </p:nvPr>
        </p:nvSpPr>
        <p:spPr>
          <a:xfrm>
            <a:off x="0" y="0"/>
            <a:ext cx="12192000" cy="6858000"/>
          </a:xfrm>
          <a:blipFill>
            <a:blip r:embed="rId2"/>
            <a:stretch>
              <a:fillRect/>
            </a:stretch>
          </a:blipFill>
        </p:spPr>
        <p:txBody>
          <a:bodyPr vert="horz" wrap="square" lIns="0" tIns="0" rIns="0" bIns="0" rtlCol="0">
            <a:noAutofit/>
          </a:bodyPr>
          <a:lstStyle>
            <a:lvl1pPr marL="228594" indent="-228594" algn="ctr">
              <a:buFont typeface="Arial" panose="020B0604020202020204" pitchFamily="34" charset="0"/>
              <a:buNone/>
              <a:defRPr lang="de-DE" sz="1333"/>
            </a:lvl1pPr>
          </a:lstStyle>
          <a:p>
            <a:r>
              <a:rPr lang="de-DE"/>
              <a:t>Bild durch Klicken auf Symbol hinzufügen</a:t>
            </a:r>
            <a:endParaRPr lang="de-DE" dirty="0"/>
          </a:p>
        </p:txBody>
      </p:sp>
      <p:sp>
        <p:nvSpPr>
          <p:cNvPr id="8" name="Titel 1"/>
          <p:cNvSpPr>
            <a:spLocks noGrp="1"/>
          </p:cNvSpPr>
          <p:nvPr>
            <p:ph type="ctrTitle"/>
          </p:nvPr>
        </p:nvSpPr>
        <p:spPr bwMode="blackWhite">
          <a:xfrm>
            <a:off x="1506539" y="1115219"/>
            <a:ext cx="3456000" cy="1920000"/>
          </a:xfrm>
          <a:solidFill>
            <a:srgbClr val="E60055"/>
          </a:solidFill>
        </p:spPr>
        <p:txBody>
          <a:bodyPr lIns="216000" tIns="201600" rIns="180000" bIns="230400">
            <a:noAutofit/>
          </a:bodyPr>
          <a:lstStyle>
            <a:lvl1pPr>
              <a:defRPr sz="2267" b="0">
                <a:solidFill>
                  <a:schemeClr val="bg1"/>
                </a:solidFill>
              </a:defRPr>
            </a:lvl1pPr>
          </a:lstStyle>
          <a:p>
            <a:r>
              <a:rPr lang="de-DE" noProof="0"/>
              <a:t>Mastertitelformat bearbeiten</a:t>
            </a:r>
            <a:endParaRPr lang="de-DE" noProof="0" dirty="0"/>
          </a:p>
        </p:txBody>
      </p:sp>
    </p:spTree>
    <p:extLst>
      <p:ext uri="{BB962C8B-B14F-4D97-AF65-F5344CB8AC3E}">
        <p14:creationId xmlns:p14="http://schemas.microsoft.com/office/powerpoint/2010/main" val="126660602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 Bilder mit 3 Textboxen">
    <p:spTree>
      <p:nvGrpSpPr>
        <p:cNvPr id="1" name=""/>
        <p:cNvGrpSpPr/>
        <p:nvPr/>
      </p:nvGrpSpPr>
      <p:grpSpPr>
        <a:xfrm>
          <a:off x="0" y="0"/>
          <a:ext cx="0" cy="0"/>
          <a:chOff x="0" y="0"/>
          <a:chExt cx="0" cy="0"/>
        </a:xfrm>
      </p:grpSpPr>
      <p:sp>
        <p:nvSpPr>
          <p:cNvPr id="5" name="Bildplatzhalter 8"/>
          <p:cNvSpPr>
            <a:spLocks noGrp="1"/>
          </p:cNvSpPr>
          <p:nvPr>
            <p:ph type="pic" sz="quarter" idx="12"/>
          </p:nvPr>
        </p:nvSpPr>
        <p:spPr>
          <a:xfrm>
            <a:off x="-6581" y="0"/>
            <a:ext cx="4080000" cy="6859200"/>
          </a:xfrm>
          <a:blipFill>
            <a:blip r:embed="rId2"/>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6" name="Bildplatzhalter 8"/>
          <p:cNvSpPr>
            <a:spLocks noGrp="1"/>
          </p:cNvSpPr>
          <p:nvPr>
            <p:ph type="pic" sz="quarter" idx="13"/>
          </p:nvPr>
        </p:nvSpPr>
        <p:spPr>
          <a:xfrm>
            <a:off x="4056000" y="0"/>
            <a:ext cx="4080000" cy="6859200"/>
          </a:xfrm>
          <a:blipFill>
            <a:blip r:embed="rId2"/>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7" name="Bildplatzhalter 8"/>
          <p:cNvSpPr>
            <a:spLocks noGrp="1"/>
          </p:cNvSpPr>
          <p:nvPr>
            <p:ph type="pic" sz="quarter" idx="14"/>
          </p:nvPr>
        </p:nvSpPr>
        <p:spPr>
          <a:xfrm>
            <a:off x="8112000" y="0"/>
            <a:ext cx="4080000" cy="6859200"/>
          </a:xfrm>
          <a:blipFill>
            <a:blip r:embed="rId2"/>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10" name="Textplatzhalter 5"/>
          <p:cNvSpPr>
            <a:spLocks noGrp="1"/>
          </p:cNvSpPr>
          <p:nvPr>
            <p:ph type="body" sz="quarter" idx="15"/>
          </p:nvPr>
        </p:nvSpPr>
        <p:spPr bwMode="blackWhite">
          <a:xfrm>
            <a:off x="503675" y="4625747"/>
            <a:ext cx="3072000" cy="1536000"/>
          </a:xfrm>
          <a:solidFill>
            <a:schemeClr val="accent1"/>
          </a:solidFill>
        </p:spPr>
        <p:txBody>
          <a:bodyPr lIns="216000" tIns="144000" rIns="180000" bIns="230400">
            <a:noAutofit/>
          </a:bodyPr>
          <a:lstStyle>
            <a:lvl1pPr>
              <a:defRPr sz="1600" b="0">
                <a:solidFill>
                  <a:schemeClr val="bg1"/>
                </a:solidFill>
              </a:defRPr>
            </a:lvl1pPr>
            <a:lvl4pPr>
              <a:defRPr>
                <a:solidFill>
                  <a:schemeClr val="bg1"/>
                </a:solidFill>
              </a:defRPr>
            </a:lvl4pPr>
          </a:lstStyle>
          <a:p>
            <a:pPr lvl="0"/>
            <a:r>
              <a:rPr lang="de-DE" noProof="0"/>
              <a:t>Mastertextformat bearbeiten</a:t>
            </a:r>
          </a:p>
        </p:txBody>
      </p:sp>
      <p:sp>
        <p:nvSpPr>
          <p:cNvPr id="13" name="Textplatzhalter 5"/>
          <p:cNvSpPr>
            <a:spLocks noGrp="1"/>
          </p:cNvSpPr>
          <p:nvPr>
            <p:ph type="body" sz="quarter" idx="17"/>
          </p:nvPr>
        </p:nvSpPr>
        <p:spPr bwMode="blackWhite">
          <a:xfrm>
            <a:off x="4560000" y="4625747"/>
            <a:ext cx="3072000" cy="1536000"/>
          </a:xfrm>
          <a:solidFill>
            <a:schemeClr val="accent6"/>
          </a:solidFill>
        </p:spPr>
        <p:txBody>
          <a:bodyPr lIns="216000" tIns="144000" rIns="180000" bIns="230400">
            <a:noAutofit/>
          </a:bodyPr>
          <a:lstStyle>
            <a:lvl1pPr>
              <a:defRPr sz="1600" b="0">
                <a:solidFill>
                  <a:schemeClr val="bg1"/>
                </a:solidFill>
              </a:defRPr>
            </a:lvl1pPr>
            <a:lvl4pPr>
              <a:defRPr>
                <a:solidFill>
                  <a:schemeClr val="bg1"/>
                </a:solidFill>
              </a:defRPr>
            </a:lvl4pPr>
          </a:lstStyle>
          <a:p>
            <a:pPr lvl="0"/>
            <a:r>
              <a:rPr lang="de-DE" noProof="0"/>
              <a:t>Mastertextformat bearbeiten</a:t>
            </a:r>
          </a:p>
        </p:txBody>
      </p:sp>
      <p:sp>
        <p:nvSpPr>
          <p:cNvPr id="15" name="Textplatzhalter 5"/>
          <p:cNvSpPr>
            <a:spLocks noGrp="1"/>
          </p:cNvSpPr>
          <p:nvPr>
            <p:ph type="body" sz="quarter" idx="18"/>
          </p:nvPr>
        </p:nvSpPr>
        <p:spPr bwMode="blackWhite">
          <a:xfrm>
            <a:off x="8616000" y="4625747"/>
            <a:ext cx="3072000" cy="1536000"/>
          </a:xfrm>
          <a:solidFill>
            <a:srgbClr val="64B42D"/>
          </a:solidFill>
        </p:spPr>
        <p:txBody>
          <a:bodyPr lIns="216000" tIns="144000" rIns="180000" bIns="230400">
            <a:noAutofit/>
          </a:bodyPr>
          <a:lstStyle>
            <a:lvl1pPr>
              <a:defRPr sz="1600" b="0">
                <a:solidFill>
                  <a:schemeClr val="bg1"/>
                </a:solidFill>
              </a:defRPr>
            </a:lvl1pPr>
            <a:lvl4pPr>
              <a:defRPr>
                <a:solidFill>
                  <a:schemeClr val="bg1"/>
                </a:solidFill>
              </a:defRPr>
            </a:lvl4pPr>
          </a:lstStyle>
          <a:p>
            <a:pPr lvl="0"/>
            <a:r>
              <a:rPr lang="de-DE" noProof="0"/>
              <a:t>Mastertextformat bearbeiten</a:t>
            </a:r>
          </a:p>
        </p:txBody>
      </p:sp>
    </p:spTree>
    <p:extLst>
      <p:ext uri="{BB962C8B-B14F-4D97-AF65-F5344CB8AC3E}">
        <p14:creationId xmlns:p14="http://schemas.microsoft.com/office/powerpoint/2010/main" val="5185992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Zusammenfassung Druck">
    <p:spTree>
      <p:nvGrpSpPr>
        <p:cNvPr id="1" name=""/>
        <p:cNvGrpSpPr/>
        <p:nvPr/>
      </p:nvGrpSpPr>
      <p:grpSpPr>
        <a:xfrm>
          <a:off x="0" y="0"/>
          <a:ext cx="0" cy="0"/>
          <a:chOff x="0" y="0"/>
          <a:chExt cx="0" cy="0"/>
        </a:xfrm>
      </p:grpSpPr>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6" name="Textplatzhalter 5"/>
          <p:cNvSpPr>
            <a:spLocks noGrp="1"/>
          </p:cNvSpPr>
          <p:nvPr>
            <p:ph type="body" sz="quarter" idx="12"/>
          </p:nvPr>
        </p:nvSpPr>
        <p:spPr bwMode="blackWhite">
          <a:xfrm>
            <a:off x="1666556" y="1316765"/>
            <a:ext cx="3840000" cy="1920000"/>
          </a:xfrm>
          <a:solidFill>
            <a:schemeClr val="accent1"/>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sp>
        <p:nvSpPr>
          <p:cNvPr id="11" name="Textplatzhalter 5"/>
          <p:cNvSpPr>
            <a:spLocks noGrp="1"/>
          </p:cNvSpPr>
          <p:nvPr>
            <p:ph type="body" sz="quarter" idx="13"/>
          </p:nvPr>
        </p:nvSpPr>
        <p:spPr bwMode="blackWhite">
          <a:xfrm>
            <a:off x="514556" y="3573016"/>
            <a:ext cx="4992000" cy="1920000"/>
          </a:xfrm>
          <a:solidFill>
            <a:schemeClr val="accent3"/>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sp>
        <p:nvSpPr>
          <p:cNvPr id="12" name="Textplatzhalter 5"/>
          <p:cNvSpPr>
            <a:spLocks noGrp="1"/>
          </p:cNvSpPr>
          <p:nvPr>
            <p:ph type="body" sz="quarter" idx="14"/>
          </p:nvPr>
        </p:nvSpPr>
        <p:spPr bwMode="blackWhite">
          <a:xfrm>
            <a:off x="5902649" y="1943951"/>
            <a:ext cx="3840000" cy="1920000"/>
          </a:xfrm>
          <a:solidFill>
            <a:schemeClr val="accent5"/>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sp>
        <p:nvSpPr>
          <p:cNvPr id="13" name="Textplatzhalter 5"/>
          <p:cNvSpPr>
            <a:spLocks noGrp="1"/>
          </p:cNvSpPr>
          <p:nvPr>
            <p:ph type="body" sz="quarter" idx="15"/>
          </p:nvPr>
        </p:nvSpPr>
        <p:spPr bwMode="blackWhite">
          <a:xfrm>
            <a:off x="5902649" y="4232136"/>
            <a:ext cx="4992000" cy="1920000"/>
          </a:xfrm>
          <a:solidFill>
            <a:srgbClr val="64B42D"/>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spTree>
    <p:extLst>
      <p:ext uri="{BB962C8B-B14F-4D97-AF65-F5344CB8AC3E}">
        <p14:creationId xmlns:p14="http://schemas.microsoft.com/office/powerpoint/2010/main" val="5404516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Zusammenfassung Bildschirm">
    <p:bg>
      <p:bgPr>
        <a:solidFill>
          <a:schemeClr val="tx2"/>
        </a:solidFill>
        <a:effectLst/>
      </p:bgPr>
    </p:bg>
    <p:spTree>
      <p:nvGrpSpPr>
        <p:cNvPr id="1" name=""/>
        <p:cNvGrpSpPr/>
        <p:nvPr/>
      </p:nvGrpSpPr>
      <p:grpSpPr>
        <a:xfrm>
          <a:off x="0" y="0"/>
          <a:ext cx="0" cy="0"/>
          <a:chOff x="0" y="0"/>
          <a:chExt cx="0" cy="0"/>
        </a:xfrm>
      </p:grpSpPr>
      <p:sp>
        <p:nvSpPr>
          <p:cNvPr id="3" name="Fußzeilenplatzhalter 2"/>
          <p:cNvSpPr>
            <a:spLocks noGrp="1"/>
          </p:cNvSpPr>
          <p:nvPr>
            <p:ph type="ftr" sz="quarter" idx="10"/>
          </p:nvPr>
        </p:nvSpPr>
        <p:spPr bwMode="blackWhite"/>
        <p:txBody>
          <a:bodyPr/>
          <a:lstStyle>
            <a:lvl1pPr>
              <a:defRPr>
                <a:solidFill>
                  <a:schemeClr val="bg1"/>
                </a:solidFill>
              </a:defRPr>
            </a:lvl1pPr>
          </a:lstStyle>
          <a:p>
            <a:r>
              <a:rPr lang="de-DE" noProof="0" dirty="0"/>
              <a:t>Westnetz GmbH · Name · TT Monat JJJJ</a:t>
            </a:r>
          </a:p>
        </p:txBody>
      </p:sp>
      <p:sp>
        <p:nvSpPr>
          <p:cNvPr id="4" name="Foliennummernplatzhalter 3"/>
          <p:cNvSpPr>
            <a:spLocks noGrp="1"/>
          </p:cNvSpPr>
          <p:nvPr>
            <p:ph type="sldNum" sz="quarter" idx="11"/>
          </p:nvPr>
        </p:nvSpPr>
        <p:spPr bwMode="blackWhite"/>
        <p:txBody>
          <a:bodyPr/>
          <a:lstStyle>
            <a:lvl1pPr>
              <a:defRPr>
                <a:solidFill>
                  <a:schemeClr val="bg1"/>
                </a:solidFill>
              </a:defRPr>
            </a:lvl1pPr>
          </a:lstStyle>
          <a:p>
            <a:fld id="{F05F51B1-EF07-4A0A-8ED6-43388CBBB34F}" type="slidenum">
              <a:rPr lang="de-DE" noProof="0" smtClean="0"/>
              <a:pPr/>
              <a:t>‹Nr.›</a:t>
            </a:fld>
            <a:endParaRPr lang="de-DE" noProof="0" dirty="0"/>
          </a:p>
        </p:txBody>
      </p:sp>
      <p:sp>
        <p:nvSpPr>
          <p:cNvPr id="10" name="Textplatzhalter 5"/>
          <p:cNvSpPr>
            <a:spLocks noGrp="1"/>
          </p:cNvSpPr>
          <p:nvPr>
            <p:ph type="body" sz="quarter" idx="12"/>
          </p:nvPr>
        </p:nvSpPr>
        <p:spPr bwMode="blackWhite">
          <a:xfrm>
            <a:off x="1666556" y="1316765"/>
            <a:ext cx="3840000" cy="1920000"/>
          </a:xfrm>
          <a:solidFill>
            <a:schemeClr val="accent1"/>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sp>
        <p:nvSpPr>
          <p:cNvPr id="14" name="Textplatzhalter 5"/>
          <p:cNvSpPr>
            <a:spLocks noGrp="1"/>
          </p:cNvSpPr>
          <p:nvPr>
            <p:ph type="body" sz="quarter" idx="13"/>
          </p:nvPr>
        </p:nvSpPr>
        <p:spPr bwMode="blackWhite">
          <a:xfrm>
            <a:off x="514556" y="3573016"/>
            <a:ext cx="4992000" cy="1920000"/>
          </a:xfrm>
          <a:solidFill>
            <a:schemeClr val="accent3"/>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sp>
        <p:nvSpPr>
          <p:cNvPr id="15" name="Textplatzhalter 5"/>
          <p:cNvSpPr>
            <a:spLocks noGrp="1"/>
          </p:cNvSpPr>
          <p:nvPr>
            <p:ph type="body" sz="quarter" idx="14"/>
          </p:nvPr>
        </p:nvSpPr>
        <p:spPr bwMode="blackWhite">
          <a:xfrm>
            <a:off x="5902649" y="1943951"/>
            <a:ext cx="3840000" cy="1920000"/>
          </a:xfrm>
          <a:solidFill>
            <a:schemeClr val="accent5"/>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sp>
        <p:nvSpPr>
          <p:cNvPr id="16" name="Textplatzhalter 5"/>
          <p:cNvSpPr>
            <a:spLocks noGrp="1"/>
          </p:cNvSpPr>
          <p:nvPr>
            <p:ph type="body" sz="quarter" idx="15"/>
          </p:nvPr>
        </p:nvSpPr>
        <p:spPr bwMode="blackWhite">
          <a:xfrm>
            <a:off x="5902649" y="4232136"/>
            <a:ext cx="4992000" cy="1920000"/>
          </a:xfrm>
          <a:solidFill>
            <a:srgbClr val="64B42D"/>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grpSp>
        <p:nvGrpSpPr>
          <p:cNvPr id="34" name="Gruppieren 33"/>
          <p:cNvGrpSpPr/>
          <p:nvPr userDrawn="1"/>
        </p:nvGrpSpPr>
        <p:grpSpPr>
          <a:xfrm>
            <a:off x="767408" y="-166621"/>
            <a:ext cx="9889099" cy="144000"/>
            <a:chOff x="575556" y="-124966"/>
            <a:chExt cx="7416824" cy="108000"/>
          </a:xfrm>
        </p:grpSpPr>
        <p:sp>
          <p:nvSpPr>
            <p:cNvPr id="35" name="Freihandform 34"/>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36" name="Freihandform 35"/>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37" name="Freihandform 36"/>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38" name="Freihandform 37"/>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grpSp>
      <p:grpSp>
        <p:nvGrpSpPr>
          <p:cNvPr id="39" name="Gruppieren 38"/>
          <p:cNvGrpSpPr/>
          <p:nvPr userDrawn="1"/>
        </p:nvGrpSpPr>
        <p:grpSpPr>
          <a:xfrm>
            <a:off x="767408" y="6880621"/>
            <a:ext cx="9889099" cy="144000"/>
            <a:chOff x="575556" y="5160466"/>
            <a:chExt cx="7416824" cy="108000"/>
          </a:xfrm>
        </p:grpSpPr>
        <p:sp>
          <p:nvSpPr>
            <p:cNvPr id="40" name="Freihandform 39"/>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1" name="Freihandform 40"/>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2" name="Freihandform 41"/>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3" name="Freihandform 42"/>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44" name="Gruppieren 43"/>
          <p:cNvGrpSpPr/>
          <p:nvPr userDrawn="1"/>
        </p:nvGrpSpPr>
        <p:grpSpPr bwMode="blackWhite">
          <a:xfrm>
            <a:off x="-221271" y="1930675"/>
            <a:ext cx="192000" cy="4234640"/>
            <a:chOff x="-165953" y="1448006"/>
            <a:chExt cx="144000" cy="3175980"/>
          </a:xfrm>
        </p:grpSpPr>
        <p:sp>
          <p:nvSpPr>
            <p:cNvPr id="45" name="Freihandform 44"/>
            <p:cNvSpPr/>
            <p:nvPr/>
          </p:nvSpPr>
          <p:spPr bwMode="blackWhite">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6" name="Freihandform 45"/>
            <p:cNvSpPr/>
            <p:nvPr/>
          </p:nvSpPr>
          <p:spPr bwMode="blackWhite">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47" name="Gruppieren 46"/>
          <p:cNvGrpSpPr/>
          <p:nvPr userDrawn="1"/>
        </p:nvGrpSpPr>
        <p:grpSpPr>
          <a:xfrm>
            <a:off x="12221656" y="1940836"/>
            <a:ext cx="192000" cy="4229040"/>
            <a:chOff x="9166242" y="1455627"/>
            <a:chExt cx="144000" cy="3171780"/>
          </a:xfrm>
        </p:grpSpPr>
        <p:sp>
          <p:nvSpPr>
            <p:cNvPr id="48" name="Freihandform 47"/>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9" name="Freihandform 48"/>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pic>
        <p:nvPicPr>
          <p:cNvPr id="26" name="Grafik 25">
            <a:extLst>
              <a:ext uri="{FF2B5EF4-FFF2-40B4-BE49-F238E27FC236}">
                <a16:creationId xmlns:a16="http://schemas.microsoft.com/office/drawing/2014/main" id="{57091C12-D512-4D31-BF5C-FAB6387B135C}"/>
              </a:ext>
            </a:extLst>
          </p:cNvPr>
          <p:cNvPicPr>
            <a:picLocks noChangeAspect="1"/>
          </p:cNvPicPr>
          <p:nvPr userDrawn="1"/>
        </p:nvPicPr>
        <p:blipFill>
          <a:blip r:embed="rId2"/>
          <a:stretch>
            <a:fillRect/>
          </a:stretch>
        </p:blipFill>
        <p:spPr bwMode="black">
          <a:xfrm>
            <a:off x="10780800" y="364590"/>
            <a:ext cx="1147200" cy="200903"/>
          </a:xfrm>
          <a:prstGeom prst="rect">
            <a:avLst/>
          </a:prstGeom>
        </p:spPr>
      </p:pic>
      <p:pic>
        <p:nvPicPr>
          <p:cNvPr id="27" name="Grafik 26">
            <a:extLst>
              <a:ext uri="{FF2B5EF4-FFF2-40B4-BE49-F238E27FC236}">
                <a16:creationId xmlns:a16="http://schemas.microsoft.com/office/drawing/2014/main" id="{69EBB871-412E-4D52-A473-3B2E72739F3F}"/>
              </a:ext>
            </a:extLst>
          </p:cNvPr>
          <p:cNvPicPr>
            <a:picLocks noChangeAspect="1"/>
          </p:cNvPicPr>
          <p:nvPr userDrawn="1"/>
        </p:nvPicPr>
        <p:blipFill>
          <a:blip r:embed="rId3"/>
          <a:stretch>
            <a:fillRect/>
          </a:stretch>
        </p:blipFill>
        <p:spPr bwMode="black">
          <a:xfrm>
            <a:off x="10778772" y="6280361"/>
            <a:ext cx="1149227" cy="212296"/>
          </a:xfrm>
          <a:prstGeom prst="rect">
            <a:avLst/>
          </a:prstGeom>
        </p:spPr>
      </p:pic>
    </p:spTree>
    <p:extLst>
      <p:ext uri="{BB962C8B-B14F-4D97-AF65-F5344CB8AC3E}">
        <p14:creationId xmlns:p14="http://schemas.microsoft.com/office/powerpoint/2010/main" val="420060982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Zitat">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80B13D5C-5FA9-452E-94F5-DA1D0D802E8E}"/>
              </a:ext>
            </a:extLst>
          </p:cNvPr>
          <p:cNvGraphicFramePr>
            <a:graphicFrameLocks noChangeAspect="1"/>
          </p:cNvGraphicFramePr>
          <p:nvPr userDrawn="1">
            <p:custDataLst>
              <p:tags r:id="rId1"/>
            </p:custDataLst>
            <p:extLst>
              <p:ext uri="{D42A27DB-BD31-4B8C-83A1-F6EECF244321}">
                <p14:modId xmlns:p14="http://schemas.microsoft.com/office/powerpoint/2010/main" val="4090992326"/>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7" name="Objekt 6" hidden="1">
                        <a:extLst>
                          <a:ext uri="{FF2B5EF4-FFF2-40B4-BE49-F238E27FC236}">
                            <a16:creationId xmlns:a16="http://schemas.microsoft.com/office/drawing/2014/main" id="{80B13D5C-5FA9-452E-94F5-DA1D0D802E8E}"/>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6" name="Rechteck 5" hidden="1">
            <a:extLst>
              <a:ext uri="{FF2B5EF4-FFF2-40B4-BE49-F238E27FC236}">
                <a16:creationId xmlns:a16="http://schemas.microsoft.com/office/drawing/2014/main" id="{B4F6D46A-358A-462E-8ED8-8C586107351C}"/>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a:xfrm>
            <a:off x="767408" y="708639"/>
            <a:ext cx="9120000" cy="480132"/>
          </a:xfrm>
        </p:spPr>
        <p:txBody>
          <a:bodyPr/>
          <a:lstStyle/>
          <a:p>
            <a:r>
              <a:rPr lang="de-DE" noProof="0"/>
              <a:t>Mastertitelformat bearbeiten</a:t>
            </a:r>
            <a:endParaRPr lang="de-DE" noProof="0" dirty="0"/>
          </a:p>
        </p:txBody>
      </p:sp>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5" name="Textplatzhalter 8"/>
          <p:cNvSpPr>
            <a:spLocks noGrp="1"/>
          </p:cNvSpPr>
          <p:nvPr>
            <p:ph type="body" sz="quarter" idx="14" hasCustomPrompt="1"/>
          </p:nvPr>
        </p:nvSpPr>
        <p:spPr>
          <a:xfrm>
            <a:off x="767999" y="336000"/>
            <a:ext cx="9120000" cy="287259"/>
          </a:xfrm>
        </p:spPr>
        <p:txBody>
          <a:bodyPr anchor="ctr" anchorCtr="0"/>
          <a:lstStyle>
            <a:lvl1pPr marL="0" indent="0">
              <a:spcBef>
                <a:spcPts val="0"/>
              </a:spcBef>
              <a:buNone/>
              <a:defRPr sz="1867">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Kapitelname</a:t>
            </a:r>
          </a:p>
        </p:txBody>
      </p:sp>
      <p:sp>
        <p:nvSpPr>
          <p:cNvPr id="8" name="Textplatzhalter 5"/>
          <p:cNvSpPr>
            <a:spLocks noGrp="1"/>
          </p:cNvSpPr>
          <p:nvPr>
            <p:ph type="body" sz="quarter" idx="13"/>
          </p:nvPr>
        </p:nvSpPr>
        <p:spPr bwMode="blackWhite">
          <a:xfrm>
            <a:off x="765268" y="1939195"/>
            <a:ext cx="6144000" cy="805551"/>
          </a:xfrm>
          <a:solidFill>
            <a:schemeClr val="accent3"/>
          </a:solidFill>
        </p:spPr>
        <p:txBody>
          <a:bodyPr lIns="216000" tIns="201600" rIns="180000" bIns="230400">
            <a:spAutoFit/>
          </a:bodyPr>
          <a:lstStyle>
            <a:lvl1pPr marL="0" indent="0">
              <a:buNone/>
              <a:defRPr sz="2400">
                <a:solidFill>
                  <a:schemeClr val="bg1"/>
                </a:solidFill>
              </a:defRPr>
            </a:lvl1pPr>
            <a:lvl4pPr>
              <a:defRPr>
                <a:solidFill>
                  <a:schemeClr val="bg1"/>
                </a:solidFill>
              </a:defRPr>
            </a:lvl4pPr>
          </a:lstStyle>
          <a:p>
            <a:pPr lvl="0"/>
            <a:r>
              <a:rPr lang="de-DE" noProof="0"/>
              <a:t>Mastertextformat bearbeiten</a:t>
            </a:r>
          </a:p>
        </p:txBody>
      </p:sp>
    </p:spTree>
    <p:extLst>
      <p:ext uri="{BB962C8B-B14F-4D97-AF65-F5344CB8AC3E}">
        <p14:creationId xmlns:p14="http://schemas.microsoft.com/office/powerpoint/2010/main" val="61189760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Leer">
    <p:bg bwMode="gray">
      <p:bgRef idx="1001">
        <a:schemeClr val="bg1"/>
      </p:bgRef>
    </p:bg>
    <p:spTree>
      <p:nvGrpSpPr>
        <p:cNvPr id="1" name=""/>
        <p:cNvGrpSpPr/>
        <p:nvPr/>
      </p:nvGrpSpPr>
      <p:grpSpPr>
        <a:xfrm>
          <a:off x="0" y="0"/>
          <a:ext cx="0" cy="0"/>
          <a:chOff x="0" y="0"/>
          <a:chExt cx="0" cy="0"/>
        </a:xfrm>
      </p:grpSpPr>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Tree>
    <p:extLst>
      <p:ext uri="{BB962C8B-B14F-4D97-AF65-F5344CB8AC3E}">
        <p14:creationId xmlns:p14="http://schemas.microsoft.com/office/powerpoint/2010/main" val="397092367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chlagwort Druck">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6502C428-00E1-4787-A39D-08AF6A1D9E97}"/>
              </a:ext>
            </a:extLst>
          </p:cNvPr>
          <p:cNvGraphicFramePr>
            <a:graphicFrameLocks noChangeAspect="1"/>
          </p:cNvGraphicFramePr>
          <p:nvPr userDrawn="1">
            <p:custDataLst>
              <p:tags r:id="rId1"/>
            </p:custDataLst>
            <p:extLst>
              <p:ext uri="{D42A27DB-BD31-4B8C-83A1-F6EECF244321}">
                <p14:modId xmlns:p14="http://schemas.microsoft.com/office/powerpoint/2010/main" val="1538032587"/>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3" name="Objekt 2" hidden="1">
                        <a:extLst>
                          <a:ext uri="{FF2B5EF4-FFF2-40B4-BE49-F238E27FC236}">
                            <a16:creationId xmlns:a16="http://schemas.microsoft.com/office/drawing/2014/main" id="{6502C428-00E1-4787-A39D-08AF6A1D9E97}"/>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2" name="Titel 1"/>
          <p:cNvSpPr>
            <a:spLocks noGrp="1"/>
          </p:cNvSpPr>
          <p:nvPr>
            <p:ph type="title" hasCustomPrompt="1"/>
          </p:nvPr>
        </p:nvSpPr>
        <p:spPr bwMode="black">
          <a:xfrm>
            <a:off x="1534585" y="2364499"/>
            <a:ext cx="9122833" cy="1588127"/>
          </a:xfrm>
        </p:spPr>
        <p:txBody>
          <a:bodyPr vert="horz" wrap="square" lIns="0" tIns="0" rIns="0" bIns="0" rtlCol="0" anchor="t" anchorCtr="0">
            <a:spAutoFit/>
          </a:bodyPr>
          <a:lstStyle>
            <a:lvl1pPr algn="ctr">
              <a:defRPr lang="de-DE" sz="11466" b="0" cap="all" spc="400" baseline="0" dirty="0">
                <a:solidFill>
                  <a:srgbClr val="C81E82"/>
                </a:solidFill>
              </a:defRPr>
            </a:lvl1pPr>
          </a:lstStyle>
          <a:p>
            <a:pPr lvl="0" algn="ctr"/>
            <a:r>
              <a:rPr lang="de-DE" noProof="0" dirty="0"/>
              <a:t>Schlagwort</a:t>
            </a:r>
          </a:p>
        </p:txBody>
      </p:sp>
    </p:spTree>
    <p:extLst>
      <p:ext uri="{BB962C8B-B14F-4D97-AF65-F5344CB8AC3E}">
        <p14:creationId xmlns:p14="http://schemas.microsoft.com/office/powerpoint/2010/main" val="361580239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Schlagwort Bildschirm">
    <p:bg>
      <p:bgPr>
        <a:solidFill>
          <a:schemeClr val="accent4"/>
        </a:solidFill>
        <a:effectLst/>
      </p:bgPr>
    </p:bg>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94504158-525D-482E-9607-7E29CE4DF41A}"/>
              </a:ext>
            </a:extLst>
          </p:cNvPr>
          <p:cNvGraphicFramePr>
            <a:graphicFrameLocks noChangeAspect="1"/>
          </p:cNvGraphicFramePr>
          <p:nvPr userDrawn="1">
            <p:custDataLst>
              <p:tags r:id="rId1"/>
            </p:custDataLst>
            <p:extLst>
              <p:ext uri="{D42A27DB-BD31-4B8C-83A1-F6EECF244321}">
                <p14:modId xmlns:p14="http://schemas.microsoft.com/office/powerpoint/2010/main" val="150232125"/>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3" name="Objekt 2" hidden="1">
                        <a:extLst>
                          <a:ext uri="{FF2B5EF4-FFF2-40B4-BE49-F238E27FC236}">
                            <a16:creationId xmlns:a16="http://schemas.microsoft.com/office/drawing/2014/main" id="{94504158-525D-482E-9607-7E29CE4DF41A}"/>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2" name="Titel 1"/>
          <p:cNvSpPr>
            <a:spLocks noGrp="1"/>
          </p:cNvSpPr>
          <p:nvPr>
            <p:ph type="title" hasCustomPrompt="1"/>
          </p:nvPr>
        </p:nvSpPr>
        <p:spPr bwMode="black">
          <a:xfrm>
            <a:off x="1534585" y="2364499"/>
            <a:ext cx="9122833" cy="1588127"/>
          </a:xfrm>
        </p:spPr>
        <p:txBody>
          <a:bodyPr/>
          <a:lstStyle>
            <a:lvl1pPr algn="ctr">
              <a:defRPr sz="11466" b="0" cap="all" spc="400" baseline="0">
                <a:solidFill>
                  <a:schemeClr val="bg1"/>
                </a:solidFill>
              </a:defRPr>
            </a:lvl1pPr>
          </a:lstStyle>
          <a:p>
            <a:r>
              <a:rPr lang="de-DE" noProof="0" dirty="0"/>
              <a:t>Schlagwort</a:t>
            </a:r>
          </a:p>
        </p:txBody>
      </p:sp>
      <p:grpSp>
        <p:nvGrpSpPr>
          <p:cNvPr id="26" name="Gruppieren 25"/>
          <p:cNvGrpSpPr/>
          <p:nvPr userDrawn="1"/>
        </p:nvGrpSpPr>
        <p:grpSpPr>
          <a:xfrm>
            <a:off x="767408" y="-166621"/>
            <a:ext cx="9889099" cy="144000"/>
            <a:chOff x="575556" y="-124966"/>
            <a:chExt cx="7416824" cy="108000"/>
          </a:xfrm>
        </p:grpSpPr>
        <p:sp>
          <p:nvSpPr>
            <p:cNvPr id="27" name="Freihandform 26"/>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28" name="Freihandform 27"/>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29" name="Freihandform 28"/>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30" name="Freihandform 29"/>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grpSp>
      <p:grpSp>
        <p:nvGrpSpPr>
          <p:cNvPr id="31" name="Gruppieren 30"/>
          <p:cNvGrpSpPr/>
          <p:nvPr userDrawn="1"/>
        </p:nvGrpSpPr>
        <p:grpSpPr>
          <a:xfrm>
            <a:off x="767408" y="6880621"/>
            <a:ext cx="9889099" cy="144000"/>
            <a:chOff x="575556" y="5160466"/>
            <a:chExt cx="7416824" cy="108000"/>
          </a:xfrm>
        </p:grpSpPr>
        <p:sp>
          <p:nvSpPr>
            <p:cNvPr id="32" name="Freihandform 31"/>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3" name="Freihandform 32"/>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4" name="Freihandform 33"/>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5" name="Freihandform 34"/>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6" name="Gruppieren 35"/>
          <p:cNvGrpSpPr/>
          <p:nvPr userDrawn="1"/>
        </p:nvGrpSpPr>
        <p:grpSpPr>
          <a:xfrm>
            <a:off x="-221271" y="1930675"/>
            <a:ext cx="192000" cy="4234640"/>
            <a:chOff x="-165953" y="1448006"/>
            <a:chExt cx="144000" cy="3175980"/>
          </a:xfrm>
        </p:grpSpPr>
        <p:sp>
          <p:nvSpPr>
            <p:cNvPr id="37" name="Freihandform 36"/>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8" name="Freihandform 37"/>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9" name="Gruppieren 38"/>
          <p:cNvGrpSpPr/>
          <p:nvPr userDrawn="1"/>
        </p:nvGrpSpPr>
        <p:grpSpPr>
          <a:xfrm>
            <a:off x="12221656" y="1940836"/>
            <a:ext cx="192000" cy="4229040"/>
            <a:chOff x="9166242" y="1455627"/>
            <a:chExt cx="144000" cy="3171780"/>
          </a:xfrm>
        </p:grpSpPr>
        <p:sp>
          <p:nvSpPr>
            <p:cNvPr id="40" name="Freihandform 39"/>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1" name="Freihandform 40"/>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pic>
        <p:nvPicPr>
          <p:cNvPr id="24" name="Grafik 23">
            <a:extLst>
              <a:ext uri="{FF2B5EF4-FFF2-40B4-BE49-F238E27FC236}">
                <a16:creationId xmlns:a16="http://schemas.microsoft.com/office/drawing/2014/main" id="{26329762-5928-4C0F-8311-48E56311E3B2}"/>
              </a:ext>
            </a:extLst>
          </p:cNvPr>
          <p:cNvPicPr>
            <a:picLocks noChangeAspect="1"/>
          </p:cNvPicPr>
          <p:nvPr userDrawn="1"/>
        </p:nvPicPr>
        <p:blipFill>
          <a:blip r:embed="rId5"/>
          <a:stretch>
            <a:fillRect/>
          </a:stretch>
        </p:blipFill>
        <p:spPr bwMode="black">
          <a:xfrm>
            <a:off x="10780800" y="364590"/>
            <a:ext cx="1147200" cy="200903"/>
          </a:xfrm>
          <a:prstGeom prst="rect">
            <a:avLst/>
          </a:prstGeom>
        </p:spPr>
      </p:pic>
      <p:pic>
        <p:nvPicPr>
          <p:cNvPr id="22" name="Grafik 21">
            <a:extLst>
              <a:ext uri="{FF2B5EF4-FFF2-40B4-BE49-F238E27FC236}">
                <a16:creationId xmlns:a16="http://schemas.microsoft.com/office/drawing/2014/main" id="{4A589DF0-2D67-4331-81EF-3E46E537CD68}"/>
              </a:ext>
            </a:extLst>
          </p:cNvPr>
          <p:cNvPicPr>
            <a:picLocks noChangeAspect="1"/>
          </p:cNvPicPr>
          <p:nvPr userDrawn="1"/>
        </p:nvPicPr>
        <p:blipFill>
          <a:blip r:embed="rId6"/>
          <a:stretch>
            <a:fillRect/>
          </a:stretch>
        </p:blipFill>
        <p:spPr bwMode="black">
          <a:xfrm>
            <a:off x="10778772" y="6280361"/>
            <a:ext cx="1149227" cy="212296"/>
          </a:xfrm>
          <a:prstGeom prst="rect">
            <a:avLst/>
          </a:prstGeom>
        </p:spPr>
      </p:pic>
    </p:spTree>
    <p:extLst>
      <p:ext uri="{BB962C8B-B14F-4D97-AF65-F5344CB8AC3E}">
        <p14:creationId xmlns:p14="http://schemas.microsoft.com/office/powerpoint/2010/main" val="176712660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Schlussfolie">
    <p:bg bwMode="gray">
      <p:bgRef idx="1001">
        <a:schemeClr val="bg1"/>
      </p:bgRef>
    </p:bg>
    <p:spTree>
      <p:nvGrpSpPr>
        <p:cNvPr id="1" name=""/>
        <p:cNvGrpSpPr/>
        <p:nvPr/>
      </p:nvGrpSpPr>
      <p:grpSpPr>
        <a:xfrm>
          <a:off x="0" y="0"/>
          <a:ext cx="0" cy="0"/>
          <a:chOff x="0" y="0"/>
          <a:chExt cx="0" cy="0"/>
        </a:xfrm>
      </p:grpSpPr>
      <p:sp>
        <p:nvSpPr>
          <p:cNvPr id="2" name="Titel 1"/>
          <p:cNvSpPr>
            <a:spLocks noGrp="1"/>
          </p:cNvSpPr>
          <p:nvPr>
            <p:ph type="ctrTitle"/>
          </p:nvPr>
        </p:nvSpPr>
        <p:spPr bwMode="blackWhite">
          <a:xfrm>
            <a:off x="758191" y="3176792"/>
            <a:ext cx="4608000" cy="2304000"/>
          </a:xfrm>
          <a:solidFill>
            <a:schemeClr val="accent3"/>
          </a:solidFill>
        </p:spPr>
        <p:txBody>
          <a:bodyPr lIns="396000" tIns="396000" rIns="396000" bIns="432000">
            <a:noAutofit/>
          </a:bodyPr>
          <a:lstStyle>
            <a:lvl1pPr>
              <a:defRPr sz="3333" b="0">
                <a:solidFill>
                  <a:schemeClr val="bg1"/>
                </a:solidFill>
              </a:defRPr>
            </a:lvl1pPr>
          </a:lstStyle>
          <a:p>
            <a:r>
              <a:rPr lang="de-DE" noProof="0"/>
              <a:t>Mastertitelformat bearbeiten</a:t>
            </a:r>
            <a:endParaRPr lang="de-DE" noProof="0" dirty="0"/>
          </a:p>
        </p:txBody>
      </p:sp>
      <p:grpSp>
        <p:nvGrpSpPr>
          <p:cNvPr id="41" name="Gruppieren 40"/>
          <p:cNvGrpSpPr/>
          <p:nvPr userDrawn="1"/>
        </p:nvGrpSpPr>
        <p:grpSpPr>
          <a:xfrm>
            <a:off x="767408" y="-166621"/>
            <a:ext cx="9889099" cy="144000"/>
            <a:chOff x="575556" y="-124966"/>
            <a:chExt cx="7416824" cy="108000"/>
          </a:xfrm>
        </p:grpSpPr>
        <p:sp>
          <p:nvSpPr>
            <p:cNvPr id="42" name="Freihandform 41"/>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3" name="Freihandform 42"/>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4" name="Freihandform 43"/>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5" name="Freihandform 44"/>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46" name="Gruppieren 45"/>
          <p:cNvGrpSpPr/>
          <p:nvPr userDrawn="1"/>
        </p:nvGrpSpPr>
        <p:grpSpPr>
          <a:xfrm>
            <a:off x="767408" y="6880621"/>
            <a:ext cx="9889099" cy="144000"/>
            <a:chOff x="575556" y="5160466"/>
            <a:chExt cx="7416824" cy="108000"/>
          </a:xfrm>
        </p:grpSpPr>
        <p:sp>
          <p:nvSpPr>
            <p:cNvPr id="47" name="Freihandform 46"/>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8" name="Freihandform 47"/>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9" name="Freihandform 48"/>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0" name="Freihandform 49"/>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1" name="Gruppieren 50"/>
          <p:cNvGrpSpPr/>
          <p:nvPr userDrawn="1"/>
        </p:nvGrpSpPr>
        <p:grpSpPr>
          <a:xfrm>
            <a:off x="-221271" y="1930675"/>
            <a:ext cx="192000" cy="4234640"/>
            <a:chOff x="-165953" y="1448006"/>
            <a:chExt cx="144000" cy="3175980"/>
          </a:xfrm>
        </p:grpSpPr>
        <p:sp>
          <p:nvSpPr>
            <p:cNvPr id="52" name="Freihandform 51"/>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3" name="Freihandform 52"/>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4" name="Gruppieren 53"/>
          <p:cNvGrpSpPr/>
          <p:nvPr userDrawn="1"/>
        </p:nvGrpSpPr>
        <p:grpSpPr>
          <a:xfrm>
            <a:off x="12221656" y="1940836"/>
            <a:ext cx="192000" cy="4229040"/>
            <a:chOff x="9166242" y="1455627"/>
            <a:chExt cx="144000" cy="3171780"/>
          </a:xfrm>
        </p:grpSpPr>
        <p:sp>
          <p:nvSpPr>
            <p:cNvPr id="55" name="Freihandform 54"/>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6" name="Freihandform 55"/>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pic>
        <p:nvPicPr>
          <p:cNvPr id="25" name="Grafik 24">
            <a:extLst>
              <a:ext uri="{FF2B5EF4-FFF2-40B4-BE49-F238E27FC236}">
                <a16:creationId xmlns:a16="http://schemas.microsoft.com/office/drawing/2014/main" id="{B3463DD9-AA5C-407F-8B5B-0DD8886DC60D}"/>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23" name="Grafik 22">
            <a:extLst>
              <a:ext uri="{FF2B5EF4-FFF2-40B4-BE49-F238E27FC236}">
                <a16:creationId xmlns:a16="http://schemas.microsoft.com/office/drawing/2014/main" id="{9825F513-2116-47C9-8AF9-EF390D6B126D}"/>
              </a:ext>
            </a:extLst>
          </p:cNvPr>
          <p:cNvPicPr>
            <a:picLocks noChangeAspect="1"/>
          </p:cNvPicPr>
          <p:nvPr userDrawn="1"/>
        </p:nvPicPr>
        <p:blipFill>
          <a:blip r:embed="rId3"/>
          <a:stretch>
            <a:fillRect/>
          </a:stretch>
        </p:blipFill>
        <p:spPr bwMode="black">
          <a:xfrm>
            <a:off x="440214" y="287999"/>
            <a:ext cx="2539977" cy="469208"/>
          </a:xfrm>
          <a:prstGeom prst="rect">
            <a:avLst/>
          </a:prstGeom>
        </p:spPr>
      </p:pic>
    </p:spTree>
    <p:extLst>
      <p:ext uri="{BB962C8B-B14F-4D97-AF65-F5344CB8AC3E}">
        <p14:creationId xmlns:p14="http://schemas.microsoft.com/office/powerpoint/2010/main" val="309817398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Ansprechpartner Druck">
    <p:bg bwMode="gray">
      <p:bgRef idx="1001">
        <a:schemeClr val="bg1"/>
      </p:bgRef>
    </p:bg>
    <p:spTree>
      <p:nvGrpSpPr>
        <p:cNvPr id="1" name=""/>
        <p:cNvGrpSpPr/>
        <p:nvPr/>
      </p:nvGrpSpPr>
      <p:grpSpPr>
        <a:xfrm>
          <a:off x="0" y="0"/>
          <a:ext cx="0" cy="0"/>
          <a:chOff x="0" y="0"/>
          <a:chExt cx="0" cy="0"/>
        </a:xfrm>
      </p:grpSpPr>
      <p:grpSp>
        <p:nvGrpSpPr>
          <p:cNvPr id="41" name="Gruppieren 40"/>
          <p:cNvGrpSpPr/>
          <p:nvPr userDrawn="1"/>
        </p:nvGrpSpPr>
        <p:grpSpPr>
          <a:xfrm>
            <a:off x="767408" y="-166621"/>
            <a:ext cx="9889099" cy="144000"/>
            <a:chOff x="575556" y="-124966"/>
            <a:chExt cx="7416824" cy="108000"/>
          </a:xfrm>
        </p:grpSpPr>
        <p:sp>
          <p:nvSpPr>
            <p:cNvPr id="42" name="Freihandform 41"/>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3" name="Freihandform 42"/>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4" name="Freihandform 43"/>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5" name="Freihandform 44"/>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46" name="Gruppieren 45"/>
          <p:cNvGrpSpPr/>
          <p:nvPr userDrawn="1"/>
        </p:nvGrpSpPr>
        <p:grpSpPr>
          <a:xfrm>
            <a:off x="767408" y="6880621"/>
            <a:ext cx="9889099" cy="144000"/>
            <a:chOff x="575556" y="5160466"/>
            <a:chExt cx="7416824" cy="108000"/>
          </a:xfrm>
        </p:grpSpPr>
        <p:sp>
          <p:nvSpPr>
            <p:cNvPr id="47" name="Freihandform 46"/>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8" name="Freihandform 47"/>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9" name="Freihandform 48"/>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0" name="Freihandform 49"/>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51" name="Gruppieren 50"/>
          <p:cNvGrpSpPr/>
          <p:nvPr userDrawn="1"/>
        </p:nvGrpSpPr>
        <p:grpSpPr bwMode="blackWhite">
          <a:xfrm>
            <a:off x="-221271" y="1930675"/>
            <a:ext cx="192000" cy="4234640"/>
            <a:chOff x="-165953" y="1448006"/>
            <a:chExt cx="144000" cy="3175980"/>
          </a:xfrm>
        </p:grpSpPr>
        <p:sp>
          <p:nvSpPr>
            <p:cNvPr id="52" name="Freihandform 51"/>
            <p:cNvSpPr/>
            <p:nvPr/>
          </p:nvSpPr>
          <p:spPr bwMode="blackWhite">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3" name="Freihandform 52"/>
            <p:cNvSpPr/>
            <p:nvPr/>
          </p:nvSpPr>
          <p:spPr bwMode="blackWhite">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4" name="Gruppieren 53"/>
          <p:cNvGrpSpPr/>
          <p:nvPr userDrawn="1"/>
        </p:nvGrpSpPr>
        <p:grpSpPr>
          <a:xfrm>
            <a:off x="12221656" y="1940836"/>
            <a:ext cx="192000" cy="4229040"/>
            <a:chOff x="9166242" y="1455627"/>
            <a:chExt cx="144000" cy="3171780"/>
          </a:xfrm>
        </p:grpSpPr>
        <p:sp>
          <p:nvSpPr>
            <p:cNvPr id="55" name="Freihandform 54"/>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6" name="Freihandform 55"/>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sp>
        <p:nvSpPr>
          <p:cNvPr id="23" name="Titel 1"/>
          <p:cNvSpPr>
            <a:spLocks noGrp="1"/>
          </p:cNvSpPr>
          <p:nvPr>
            <p:ph type="ctrTitle" hasCustomPrompt="1"/>
          </p:nvPr>
        </p:nvSpPr>
        <p:spPr bwMode="blackWhite">
          <a:xfrm>
            <a:off x="758789" y="1909557"/>
            <a:ext cx="4608000" cy="4224000"/>
          </a:xfrm>
          <a:solidFill>
            <a:schemeClr val="accent3"/>
          </a:solidFill>
        </p:spPr>
        <p:txBody>
          <a:bodyPr lIns="360000" tIns="360000" rIns="270000" bIns="270000">
            <a:noAutofit/>
          </a:bodyPr>
          <a:lstStyle>
            <a:lvl1pPr>
              <a:defRPr sz="3200">
                <a:solidFill>
                  <a:schemeClr val="bg1"/>
                </a:solidFill>
              </a:defRPr>
            </a:lvl1pPr>
          </a:lstStyle>
          <a:p>
            <a:r>
              <a:rPr lang="de-DE" noProof="0" dirty="0"/>
              <a:t>Ansprechpartner</a:t>
            </a:r>
          </a:p>
        </p:txBody>
      </p:sp>
      <p:sp>
        <p:nvSpPr>
          <p:cNvPr id="24" name="Textplatzhalter 8"/>
          <p:cNvSpPr>
            <a:spLocks noGrp="1"/>
          </p:cNvSpPr>
          <p:nvPr>
            <p:ph type="body" sz="quarter" idx="13" hasCustomPrompt="1"/>
          </p:nvPr>
        </p:nvSpPr>
        <p:spPr bwMode="blackWhite">
          <a:xfrm>
            <a:off x="758789" y="3055118"/>
            <a:ext cx="4560000" cy="246221"/>
          </a:xfrm>
        </p:spPr>
        <p:txBody>
          <a:bodyPr lIns="360000" rIns="270000" anchor="ctr" anchorCtr="0"/>
          <a:lstStyle>
            <a:lvl1pPr marL="0" indent="0">
              <a:spcBef>
                <a:spcPts val="0"/>
              </a:spcBef>
              <a:buNone/>
              <a:defRPr sz="1600" b="1">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25" name="Textplatzhalter 8"/>
          <p:cNvSpPr>
            <a:spLocks noGrp="1"/>
          </p:cNvSpPr>
          <p:nvPr>
            <p:ph type="body" sz="quarter" idx="14" hasCustomPrompt="1"/>
          </p:nvPr>
        </p:nvSpPr>
        <p:spPr bwMode="blackWhite">
          <a:xfrm>
            <a:off x="758789" y="4215971"/>
            <a:ext cx="4560000" cy="246221"/>
          </a:xfrm>
        </p:spPr>
        <p:txBody>
          <a:bodyPr lIns="360000" rIns="270000" anchor="ctr" anchorCtr="0"/>
          <a:lstStyle>
            <a:lvl1pPr marL="0" indent="0">
              <a:spcBef>
                <a:spcPts val="0"/>
              </a:spcBef>
              <a:buNone/>
              <a:defRPr sz="1600" b="1">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26" name="Textplatzhalter 8"/>
          <p:cNvSpPr>
            <a:spLocks noGrp="1"/>
          </p:cNvSpPr>
          <p:nvPr>
            <p:ph type="body" sz="quarter" idx="15" hasCustomPrompt="1"/>
          </p:nvPr>
        </p:nvSpPr>
        <p:spPr bwMode="blackWhite">
          <a:xfrm>
            <a:off x="758789" y="3318788"/>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27" name="Textplatzhalter 8"/>
          <p:cNvSpPr>
            <a:spLocks noGrp="1"/>
          </p:cNvSpPr>
          <p:nvPr>
            <p:ph type="body" sz="quarter" idx="16" hasCustomPrompt="1"/>
          </p:nvPr>
        </p:nvSpPr>
        <p:spPr bwMode="blackWhite">
          <a:xfrm>
            <a:off x="758789" y="3582459"/>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28" name="Textplatzhalter 8"/>
          <p:cNvSpPr>
            <a:spLocks noGrp="1"/>
          </p:cNvSpPr>
          <p:nvPr>
            <p:ph type="body" sz="quarter" idx="17" hasCustomPrompt="1"/>
          </p:nvPr>
        </p:nvSpPr>
        <p:spPr bwMode="blackWhite">
          <a:xfrm>
            <a:off x="758789" y="3846130"/>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sp>
        <p:nvSpPr>
          <p:cNvPr id="29" name="Textplatzhalter 8"/>
          <p:cNvSpPr>
            <a:spLocks noGrp="1"/>
          </p:cNvSpPr>
          <p:nvPr>
            <p:ph type="body" sz="quarter" idx="18" hasCustomPrompt="1"/>
          </p:nvPr>
        </p:nvSpPr>
        <p:spPr bwMode="blackWhite">
          <a:xfrm>
            <a:off x="758789" y="4479642"/>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30" name="Textplatzhalter 8"/>
          <p:cNvSpPr>
            <a:spLocks noGrp="1"/>
          </p:cNvSpPr>
          <p:nvPr>
            <p:ph type="body" sz="quarter" idx="19" hasCustomPrompt="1"/>
          </p:nvPr>
        </p:nvSpPr>
        <p:spPr bwMode="blackWhite">
          <a:xfrm>
            <a:off x="758789" y="4743312"/>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31" name="Textplatzhalter 8"/>
          <p:cNvSpPr>
            <a:spLocks noGrp="1"/>
          </p:cNvSpPr>
          <p:nvPr>
            <p:ph type="body" sz="quarter" idx="20" hasCustomPrompt="1"/>
          </p:nvPr>
        </p:nvSpPr>
        <p:spPr bwMode="blackWhite">
          <a:xfrm>
            <a:off x="758789" y="5006982"/>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pic>
        <p:nvPicPr>
          <p:cNvPr id="35" name="Grafik 34">
            <a:extLst>
              <a:ext uri="{FF2B5EF4-FFF2-40B4-BE49-F238E27FC236}">
                <a16:creationId xmlns:a16="http://schemas.microsoft.com/office/drawing/2014/main" id="{62C33251-DF7C-431F-BB8E-A79F5D0C1FBA}"/>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32" name="Grafik 31">
            <a:extLst>
              <a:ext uri="{FF2B5EF4-FFF2-40B4-BE49-F238E27FC236}">
                <a16:creationId xmlns:a16="http://schemas.microsoft.com/office/drawing/2014/main" id="{052E9553-3D94-49CF-87CF-EEA839906EED}"/>
              </a:ext>
            </a:extLst>
          </p:cNvPr>
          <p:cNvPicPr>
            <a:picLocks noChangeAspect="1"/>
          </p:cNvPicPr>
          <p:nvPr userDrawn="1"/>
        </p:nvPicPr>
        <p:blipFill>
          <a:blip r:embed="rId3"/>
          <a:stretch>
            <a:fillRect/>
          </a:stretch>
        </p:blipFill>
        <p:spPr bwMode="black">
          <a:xfrm>
            <a:off x="440214" y="287999"/>
            <a:ext cx="2539977" cy="469208"/>
          </a:xfrm>
          <a:prstGeom prst="rect">
            <a:avLst/>
          </a:prstGeom>
        </p:spPr>
      </p:pic>
    </p:spTree>
    <p:extLst>
      <p:ext uri="{BB962C8B-B14F-4D97-AF65-F5344CB8AC3E}">
        <p14:creationId xmlns:p14="http://schemas.microsoft.com/office/powerpoint/2010/main" val="309922192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Schlussfolie Bildschirm">
    <p:bg>
      <p:bgPr>
        <a:solidFill>
          <a:schemeClr val="accent4"/>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bwMode="blackWhite">
          <a:xfrm>
            <a:off x="758191" y="3176792"/>
            <a:ext cx="4608000" cy="2304000"/>
          </a:xfrm>
          <a:solidFill>
            <a:srgbClr val="E60055"/>
          </a:solidFill>
        </p:spPr>
        <p:txBody>
          <a:bodyPr lIns="396000" tIns="396000" rIns="396000" bIns="432000">
            <a:noAutofit/>
          </a:bodyPr>
          <a:lstStyle>
            <a:lvl1pPr>
              <a:defRPr sz="3200" b="0">
                <a:solidFill>
                  <a:schemeClr val="bg1"/>
                </a:solidFill>
              </a:defRPr>
            </a:lvl1pPr>
          </a:lstStyle>
          <a:p>
            <a:r>
              <a:rPr lang="de-DE" noProof="0"/>
              <a:t>Mastertitelformat bearbeiten</a:t>
            </a:r>
            <a:endParaRPr lang="de-DE" noProof="0" dirty="0"/>
          </a:p>
        </p:txBody>
      </p:sp>
      <p:grpSp>
        <p:nvGrpSpPr>
          <p:cNvPr id="41" name="Gruppieren 40"/>
          <p:cNvGrpSpPr/>
          <p:nvPr userDrawn="1"/>
        </p:nvGrpSpPr>
        <p:grpSpPr>
          <a:xfrm>
            <a:off x="767408" y="-166621"/>
            <a:ext cx="9889099" cy="144000"/>
            <a:chOff x="575556" y="-124966"/>
            <a:chExt cx="7416824" cy="108000"/>
          </a:xfrm>
        </p:grpSpPr>
        <p:sp>
          <p:nvSpPr>
            <p:cNvPr id="42" name="Freihandform 41"/>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3" name="Freihandform 42"/>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4" name="Freihandform 43"/>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5" name="Freihandform 44"/>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46" name="Gruppieren 45"/>
          <p:cNvGrpSpPr/>
          <p:nvPr userDrawn="1"/>
        </p:nvGrpSpPr>
        <p:grpSpPr>
          <a:xfrm>
            <a:off x="767408" y="6880621"/>
            <a:ext cx="9889099" cy="144000"/>
            <a:chOff x="575556" y="5160466"/>
            <a:chExt cx="7416824" cy="108000"/>
          </a:xfrm>
        </p:grpSpPr>
        <p:sp>
          <p:nvSpPr>
            <p:cNvPr id="47" name="Freihandform 46"/>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8" name="Freihandform 47"/>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9" name="Freihandform 48"/>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0" name="Freihandform 49"/>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1" name="Gruppieren 50"/>
          <p:cNvGrpSpPr/>
          <p:nvPr userDrawn="1"/>
        </p:nvGrpSpPr>
        <p:grpSpPr bwMode="blackWhite">
          <a:xfrm>
            <a:off x="-221271" y="1930675"/>
            <a:ext cx="192000" cy="4234640"/>
            <a:chOff x="-165953" y="1448006"/>
            <a:chExt cx="144000" cy="3175980"/>
          </a:xfrm>
        </p:grpSpPr>
        <p:sp>
          <p:nvSpPr>
            <p:cNvPr id="52" name="Freihandform 51"/>
            <p:cNvSpPr/>
            <p:nvPr/>
          </p:nvSpPr>
          <p:spPr bwMode="blackWhite">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3" name="Freihandform 52"/>
            <p:cNvSpPr/>
            <p:nvPr/>
          </p:nvSpPr>
          <p:spPr bwMode="blackWhite">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4" name="Gruppieren 53"/>
          <p:cNvGrpSpPr/>
          <p:nvPr userDrawn="1"/>
        </p:nvGrpSpPr>
        <p:grpSpPr>
          <a:xfrm>
            <a:off x="12221656" y="1940836"/>
            <a:ext cx="192000" cy="4229040"/>
            <a:chOff x="9166242" y="1455627"/>
            <a:chExt cx="144000" cy="3171780"/>
          </a:xfrm>
        </p:grpSpPr>
        <p:sp>
          <p:nvSpPr>
            <p:cNvPr id="55" name="Freihandform 54"/>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6" name="Freihandform 55"/>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pic>
        <p:nvPicPr>
          <p:cNvPr id="24" name="Grafik 23">
            <a:extLst>
              <a:ext uri="{FF2B5EF4-FFF2-40B4-BE49-F238E27FC236}">
                <a16:creationId xmlns:a16="http://schemas.microsoft.com/office/drawing/2014/main" id="{658EA6B6-7EA9-4F20-AFF7-383CB1FEA008}"/>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22" name="Grafik 21">
            <a:extLst>
              <a:ext uri="{FF2B5EF4-FFF2-40B4-BE49-F238E27FC236}">
                <a16:creationId xmlns:a16="http://schemas.microsoft.com/office/drawing/2014/main" id="{3045587D-526A-41A5-8E90-AD7500C6AA05}"/>
              </a:ext>
            </a:extLst>
          </p:cNvPr>
          <p:cNvPicPr>
            <a:picLocks noChangeAspect="1"/>
          </p:cNvPicPr>
          <p:nvPr userDrawn="1"/>
        </p:nvPicPr>
        <p:blipFill>
          <a:blip r:embed="rId3"/>
          <a:stretch>
            <a:fillRect/>
          </a:stretch>
        </p:blipFill>
        <p:spPr bwMode="black">
          <a:xfrm>
            <a:off x="440214" y="287999"/>
            <a:ext cx="2539972" cy="469207"/>
          </a:xfrm>
          <a:prstGeom prst="rect">
            <a:avLst/>
          </a:prstGeom>
        </p:spPr>
      </p:pic>
    </p:spTree>
    <p:extLst>
      <p:ext uri="{BB962C8B-B14F-4D97-AF65-F5344CB8AC3E}">
        <p14:creationId xmlns:p14="http://schemas.microsoft.com/office/powerpoint/2010/main" val="135267650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Ansprechpartner Bildschirm">
    <p:bg>
      <p:bgPr>
        <a:solidFill>
          <a:schemeClr val="accent4"/>
        </a:solidFill>
        <a:effectLst/>
      </p:bgPr>
    </p:bg>
    <p:spTree>
      <p:nvGrpSpPr>
        <p:cNvPr id="1" name=""/>
        <p:cNvGrpSpPr/>
        <p:nvPr/>
      </p:nvGrpSpPr>
      <p:grpSpPr>
        <a:xfrm>
          <a:off x="0" y="0"/>
          <a:ext cx="0" cy="0"/>
          <a:chOff x="0" y="0"/>
          <a:chExt cx="0" cy="0"/>
        </a:xfrm>
      </p:grpSpPr>
      <p:grpSp>
        <p:nvGrpSpPr>
          <p:cNvPr id="41" name="Gruppieren 40"/>
          <p:cNvGrpSpPr/>
          <p:nvPr userDrawn="1"/>
        </p:nvGrpSpPr>
        <p:grpSpPr>
          <a:xfrm>
            <a:off x="767408" y="-166621"/>
            <a:ext cx="9889099" cy="144000"/>
            <a:chOff x="575556" y="-124966"/>
            <a:chExt cx="7416824" cy="108000"/>
          </a:xfrm>
        </p:grpSpPr>
        <p:sp>
          <p:nvSpPr>
            <p:cNvPr id="42" name="Freihandform 41"/>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3" name="Freihandform 42"/>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4" name="Freihandform 43"/>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5" name="Freihandform 44"/>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46" name="Gruppieren 45"/>
          <p:cNvGrpSpPr/>
          <p:nvPr userDrawn="1"/>
        </p:nvGrpSpPr>
        <p:grpSpPr>
          <a:xfrm>
            <a:off x="767408" y="6880621"/>
            <a:ext cx="9889099" cy="144000"/>
            <a:chOff x="575556" y="5160466"/>
            <a:chExt cx="7416824" cy="108000"/>
          </a:xfrm>
        </p:grpSpPr>
        <p:sp>
          <p:nvSpPr>
            <p:cNvPr id="47" name="Freihandform 46"/>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8" name="Freihandform 47"/>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9" name="Freihandform 48"/>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0" name="Freihandform 49"/>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1" name="Gruppieren 50"/>
          <p:cNvGrpSpPr/>
          <p:nvPr userDrawn="1"/>
        </p:nvGrpSpPr>
        <p:grpSpPr bwMode="blackWhite">
          <a:xfrm>
            <a:off x="-221271" y="1930675"/>
            <a:ext cx="192000" cy="4234640"/>
            <a:chOff x="-165953" y="1448006"/>
            <a:chExt cx="144000" cy="3175980"/>
          </a:xfrm>
        </p:grpSpPr>
        <p:sp>
          <p:nvSpPr>
            <p:cNvPr id="52" name="Freihandform 51"/>
            <p:cNvSpPr/>
            <p:nvPr/>
          </p:nvSpPr>
          <p:spPr bwMode="blackWhite">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3" name="Freihandform 52"/>
            <p:cNvSpPr/>
            <p:nvPr/>
          </p:nvSpPr>
          <p:spPr bwMode="blackWhite">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4" name="Gruppieren 53"/>
          <p:cNvGrpSpPr/>
          <p:nvPr userDrawn="1"/>
        </p:nvGrpSpPr>
        <p:grpSpPr>
          <a:xfrm>
            <a:off x="12221656" y="1940836"/>
            <a:ext cx="192000" cy="4229040"/>
            <a:chOff x="9166242" y="1455627"/>
            <a:chExt cx="144000" cy="3171780"/>
          </a:xfrm>
        </p:grpSpPr>
        <p:sp>
          <p:nvSpPr>
            <p:cNvPr id="55" name="Freihandform 54"/>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6" name="Freihandform 55"/>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sp>
        <p:nvSpPr>
          <p:cNvPr id="23" name="Titel 1"/>
          <p:cNvSpPr>
            <a:spLocks noGrp="1"/>
          </p:cNvSpPr>
          <p:nvPr>
            <p:ph type="ctrTitle" hasCustomPrompt="1"/>
          </p:nvPr>
        </p:nvSpPr>
        <p:spPr bwMode="blackWhite">
          <a:xfrm>
            <a:off x="758789" y="1909557"/>
            <a:ext cx="4608000" cy="4224000"/>
          </a:xfrm>
          <a:solidFill>
            <a:srgbClr val="E60055"/>
          </a:solidFill>
        </p:spPr>
        <p:txBody>
          <a:bodyPr lIns="360000" tIns="360000" rIns="270000" bIns="270000">
            <a:noAutofit/>
          </a:bodyPr>
          <a:lstStyle>
            <a:lvl1pPr>
              <a:defRPr sz="3200">
                <a:solidFill>
                  <a:schemeClr val="bg1"/>
                </a:solidFill>
              </a:defRPr>
            </a:lvl1pPr>
          </a:lstStyle>
          <a:p>
            <a:r>
              <a:rPr lang="de-DE" noProof="0" dirty="0"/>
              <a:t>Ansprechpartner</a:t>
            </a:r>
          </a:p>
        </p:txBody>
      </p:sp>
      <p:sp>
        <p:nvSpPr>
          <p:cNvPr id="24" name="Textplatzhalter 8"/>
          <p:cNvSpPr>
            <a:spLocks noGrp="1"/>
          </p:cNvSpPr>
          <p:nvPr>
            <p:ph type="body" sz="quarter" idx="13" hasCustomPrompt="1"/>
          </p:nvPr>
        </p:nvSpPr>
        <p:spPr bwMode="blackWhite">
          <a:xfrm>
            <a:off x="758789" y="3055118"/>
            <a:ext cx="4560000" cy="246221"/>
          </a:xfrm>
        </p:spPr>
        <p:txBody>
          <a:bodyPr lIns="360000" rIns="270000" anchor="ctr" anchorCtr="0"/>
          <a:lstStyle>
            <a:lvl1pPr marL="0" indent="0">
              <a:spcBef>
                <a:spcPts val="0"/>
              </a:spcBef>
              <a:buNone/>
              <a:defRPr sz="1600" b="1">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25" name="Textplatzhalter 8"/>
          <p:cNvSpPr>
            <a:spLocks noGrp="1"/>
          </p:cNvSpPr>
          <p:nvPr>
            <p:ph type="body" sz="quarter" idx="14" hasCustomPrompt="1"/>
          </p:nvPr>
        </p:nvSpPr>
        <p:spPr bwMode="blackWhite">
          <a:xfrm>
            <a:off x="758789" y="4215971"/>
            <a:ext cx="4560000" cy="246221"/>
          </a:xfrm>
        </p:spPr>
        <p:txBody>
          <a:bodyPr lIns="360000" rIns="270000" anchor="ctr" anchorCtr="0"/>
          <a:lstStyle>
            <a:lvl1pPr marL="0" indent="0">
              <a:spcBef>
                <a:spcPts val="0"/>
              </a:spcBef>
              <a:buNone/>
              <a:defRPr sz="1600" b="1">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26" name="Textplatzhalter 8"/>
          <p:cNvSpPr>
            <a:spLocks noGrp="1"/>
          </p:cNvSpPr>
          <p:nvPr>
            <p:ph type="body" sz="quarter" idx="15" hasCustomPrompt="1"/>
          </p:nvPr>
        </p:nvSpPr>
        <p:spPr bwMode="blackWhite">
          <a:xfrm>
            <a:off x="758789" y="3318788"/>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27" name="Textplatzhalter 8"/>
          <p:cNvSpPr>
            <a:spLocks noGrp="1"/>
          </p:cNvSpPr>
          <p:nvPr>
            <p:ph type="body" sz="quarter" idx="16" hasCustomPrompt="1"/>
          </p:nvPr>
        </p:nvSpPr>
        <p:spPr bwMode="blackWhite">
          <a:xfrm>
            <a:off x="758789" y="3582459"/>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28" name="Textplatzhalter 8"/>
          <p:cNvSpPr>
            <a:spLocks noGrp="1"/>
          </p:cNvSpPr>
          <p:nvPr>
            <p:ph type="body" sz="quarter" idx="17" hasCustomPrompt="1"/>
          </p:nvPr>
        </p:nvSpPr>
        <p:spPr bwMode="blackWhite">
          <a:xfrm>
            <a:off x="758789" y="3846130"/>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sp>
        <p:nvSpPr>
          <p:cNvPr id="29" name="Textplatzhalter 8"/>
          <p:cNvSpPr>
            <a:spLocks noGrp="1"/>
          </p:cNvSpPr>
          <p:nvPr>
            <p:ph type="body" sz="quarter" idx="18" hasCustomPrompt="1"/>
          </p:nvPr>
        </p:nvSpPr>
        <p:spPr bwMode="blackWhite">
          <a:xfrm>
            <a:off x="758789" y="4479642"/>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30" name="Textplatzhalter 8"/>
          <p:cNvSpPr>
            <a:spLocks noGrp="1"/>
          </p:cNvSpPr>
          <p:nvPr>
            <p:ph type="body" sz="quarter" idx="19" hasCustomPrompt="1"/>
          </p:nvPr>
        </p:nvSpPr>
        <p:spPr bwMode="blackWhite">
          <a:xfrm>
            <a:off x="758789" y="4743312"/>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31" name="Textplatzhalter 8"/>
          <p:cNvSpPr>
            <a:spLocks noGrp="1"/>
          </p:cNvSpPr>
          <p:nvPr>
            <p:ph type="body" sz="quarter" idx="20" hasCustomPrompt="1"/>
          </p:nvPr>
        </p:nvSpPr>
        <p:spPr bwMode="blackWhite">
          <a:xfrm>
            <a:off x="758789" y="5006982"/>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pic>
        <p:nvPicPr>
          <p:cNvPr id="34" name="Grafik 33">
            <a:extLst>
              <a:ext uri="{FF2B5EF4-FFF2-40B4-BE49-F238E27FC236}">
                <a16:creationId xmlns:a16="http://schemas.microsoft.com/office/drawing/2014/main" id="{83935FDC-A30C-41FC-A6F1-36663112CCB7}"/>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32" name="Grafik 31">
            <a:extLst>
              <a:ext uri="{FF2B5EF4-FFF2-40B4-BE49-F238E27FC236}">
                <a16:creationId xmlns:a16="http://schemas.microsoft.com/office/drawing/2014/main" id="{CB1C11E4-00F7-4ECD-BDF2-883EF162D30E}"/>
              </a:ext>
            </a:extLst>
          </p:cNvPr>
          <p:cNvPicPr>
            <a:picLocks noChangeAspect="1"/>
          </p:cNvPicPr>
          <p:nvPr userDrawn="1"/>
        </p:nvPicPr>
        <p:blipFill>
          <a:blip r:embed="rId3"/>
          <a:stretch>
            <a:fillRect/>
          </a:stretch>
        </p:blipFill>
        <p:spPr bwMode="black">
          <a:xfrm>
            <a:off x="440214" y="287999"/>
            <a:ext cx="2539972" cy="469207"/>
          </a:xfrm>
          <a:prstGeom prst="rect">
            <a:avLst/>
          </a:prstGeom>
        </p:spPr>
      </p:pic>
    </p:spTree>
    <p:extLst>
      <p:ext uri="{BB962C8B-B14F-4D97-AF65-F5344CB8AC3E}">
        <p14:creationId xmlns:p14="http://schemas.microsoft.com/office/powerpoint/2010/main" val="103857450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chlussfolie mit Bild">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76867BC6-D6F4-4215-B307-CC99816FEBAF}"/>
              </a:ext>
            </a:extLst>
          </p:cNvPr>
          <p:cNvGraphicFramePr>
            <a:graphicFrameLocks noChangeAspect="1"/>
          </p:cNvGraphicFramePr>
          <p:nvPr userDrawn="1">
            <p:custDataLst>
              <p:tags r:id="rId1"/>
            </p:custDataLst>
            <p:extLst>
              <p:ext uri="{D42A27DB-BD31-4B8C-83A1-F6EECF244321}">
                <p14:modId xmlns:p14="http://schemas.microsoft.com/office/powerpoint/2010/main" val="2330092245"/>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4" name="Objekt 3" hidden="1">
                        <a:extLst>
                          <a:ext uri="{FF2B5EF4-FFF2-40B4-BE49-F238E27FC236}">
                            <a16:creationId xmlns:a16="http://schemas.microsoft.com/office/drawing/2014/main" id="{76867BC6-D6F4-4215-B307-CC99816FEBAF}"/>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2D86A7AE-DE1C-4633-A0B1-A62E35D6103D}"/>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200"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5" name="Bildplatzhalter 8"/>
          <p:cNvSpPr>
            <a:spLocks noGrp="1"/>
          </p:cNvSpPr>
          <p:nvPr>
            <p:ph type="pic" sz="quarter" idx="12"/>
          </p:nvPr>
        </p:nvSpPr>
        <p:spPr>
          <a:xfrm>
            <a:off x="0" y="0"/>
            <a:ext cx="12192000" cy="6858000"/>
          </a:xfrm>
          <a:blipFill>
            <a:blip r:embed="rId6"/>
            <a:stretch>
              <a:fillRect/>
            </a:stretch>
          </a:blipFill>
        </p:spPr>
        <p:txBody>
          <a:bodyPr vert="horz" wrap="square" lIns="0" tIns="0" rIns="0" bIns="0" rtlCol="0" anchor="t">
            <a:noAutofit/>
          </a:bodyPr>
          <a:lstStyle>
            <a:lvl1pPr marL="228594" indent="-228594" algn="ctr">
              <a:buFont typeface="Arial" panose="020B0604020202020204" pitchFamily="34" charset="0"/>
              <a:buNone/>
              <a:defRPr lang="de-DE" sz="1333"/>
            </a:lvl1pPr>
          </a:lstStyle>
          <a:p>
            <a:r>
              <a:rPr lang="de-DE"/>
              <a:t>Bild durch Klicken auf Symbol hinzufügen</a:t>
            </a:r>
            <a:endParaRPr lang="de-DE" dirty="0"/>
          </a:p>
        </p:txBody>
      </p:sp>
      <p:sp>
        <p:nvSpPr>
          <p:cNvPr id="9" name="Titel 1"/>
          <p:cNvSpPr>
            <a:spLocks noGrp="1"/>
          </p:cNvSpPr>
          <p:nvPr>
            <p:ph type="ctrTitle"/>
          </p:nvPr>
        </p:nvSpPr>
        <p:spPr bwMode="blackWhite">
          <a:xfrm>
            <a:off x="758789" y="1909557"/>
            <a:ext cx="4608000" cy="2304000"/>
          </a:xfrm>
          <a:solidFill>
            <a:srgbClr val="64B42D"/>
          </a:solidFill>
        </p:spPr>
        <p:txBody>
          <a:bodyPr lIns="396000" tIns="396000" rIns="396000" bIns="432000">
            <a:noAutofit/>
          </a:bodyPr>
          <a:lstStyle>
            <a:lvl1pPr>
              <a:defRPr sz="3200" b="0">
                <a:solidFill>
                  <a:schemeClr val="bg1"/>
                </a:solidFill>
              </a:defRPr>
            </a:lvl1pPr>
          </a:lstStyle>
          <a:p>
            <a:r>
              <a:rPr lang="de-DE" noProof="0"/>
              <a:t>Mastertitelformat bearbeiten</a:t>
            </a:r>
            <a:endParaRPr lang="de-DE" noProof="0" dirty="0"/>
          </a:p>
        </p:txBody>
      </p:sp>
    </p:spTree>
    <p:extLst>
      <p:ext uri="{BB962C8B-B14F-4D97-AF65-F5344CB8AC3E}">
        <p14:creationId xmlns:p14="http://schemas.microsoft.com/office/powerpoint/2010/main" val="9865481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Ansprechpartner mit Vollbild">
    <p:spTree>
      <p:nvGrpSpPr>
        <p:cNvPr id="1" name=""/>
        <p:cNvGrpSpPr/>
        <p:nvPr/>
      </p:nvGrpSpPr>
      <p:grpSpPr>
        <a:xfrm>
          <a:off x="0" y="0"/>
          <a:ext cx="0" cy="0"/>
          <a:chOff x="0" y="0"/>
          <a:chExt cx="0" cy="0"/>
        </a:xfrm>
      </p:grpSpPr>
      <p:sp>
        <p:nvSpPr>
          <p:cNvPr id="5" name="Bildplatzhalter 8"/>
          <p:cNvSpPr>
            <a:spLocks noGrp="1"/>
          </p:cNvSpPr>
          <p:nvPr>
            <p:ph type="pic" sz="quarter" idx="12"/>
          </p:nvPr>
        </p:nvSpPr>
        <p:spPr>
          <a:xfrm>
            <a:off x="0" y="0"/>
            <a:ext cx="12192000" cy="6858000"/>
          </a:xfrm>
          <a:blipFill>
            <a:blip r:embed="rId2"/>
            <a:stretch>
              <a:fillRect/>
            </a:stretch>
          </a:blipFill>
        </p:spPr>
        <p:txBody>
          <a:bodyPr vert="horz" wrap="square" lIns="0" tIns="0" rIns="0" bIns="0" rtlCol="0">
            <a:noAutofit/>
          </a:bodyPr>
          <a:lstStyle>
            <a:lvl1pPr marL="0" indent="0" algn="ctr">
              <a:buFont typeface="Arial" panose="020B0604020202020204" pitchFamily="34" charset="0"/>
              <a:buNone/>
              <a:defRPr lang="de-DE" sz="1333"/>
            </a:lvl1pPr>
          </a:lstStyle>
          <a:p>
            <a:r>
              <a:rPr lang="de-DE"/>
              <a:t>Bild durch Klicken auf Symbol hinzufügen</a:t>
            </a:r>
            <a:endParaRPr lang="de-DE" dirty="0"/>
          </a:p>
        </p:txBody>
      </p:sp>
      <p:sp>
        <p:nvSpPr>
          <p:cNvPr id="13" name="Titel 1"/>
          <p:cNvSpPr>
            <a:spLocks noGrp="1"/>
          </p:cNvSpPr>
          <p:nvPr>
            <p:ph type="ctrTitle" hasCustomPrompt="1"/>
          </p:nvPr>
        </p:nvSpPr>
        <p:spPr bwMode="blackWhite">
          <a:xfrm>
            <a:off x="758789" y="1909557"/>
            <a:ext cx="4608000" cy="4224000"/>
          </a:xfrm>
          <a:solidFill>
            <a:srgbClr val="64B42D"/>
          </a:solidFill>
        </p:spPr>
        <p:txBody>
          <a:bodyPr lIns="360000" tIns="360000" rIns="270000" bIns="270000">
            <a:noAutofit/>
          </a:bodyPr>
          <a:lstStyle>
            <a:lvl1pPr>
              <a:defRPr sz="3200">
                <a:solidFill>
                  <a:schemeClr val="bg1"/>
                </a:solidFill>
              </a:defRPr>
            </a:lvl1pPr>
          </a:lstStyle>
          <a:p>
            <a:r>
              <a:rPr lang="de-DE" noProof="0" dirty="0"/>
              <a:t>Ansprechpartner</a:t>
            </a:r>
          </a:p>
        </p:txBody>
      </p:sp>
      <p:sp>
        <p:nvSpPr>
          <p:cNvPr id="14" name="Textplatzhalter 8"/>
          <p:cNvSpPr>
            <a:spLocks noGrp="1"/>
          </p:cNvSpPr>
          <p:nvPr>
            <p:ph type="body" sz="quarter" idx="13" hasCustomPrompt="1"/>
          </p:nvPr>
        </p:nvSpPr>
        <p:spPr bwMode="blackWhite">
          <a:xfrm>
            <a:off x="758789" y="3055118"/>
            <a:ext cx="4560000" cy="246221"/>
          </a:xfrm>
          <a:noFill/>
        </p:spPr>
        <p:txBody>
          <a:bodyPr lIns="360000" rIns="270000" anchor="ctr" anchorCtr="0"/>
          <a:lstStyle>
            <a:lvl1pPr marL="0" indent="0">
              <a:spcBef>
                <a:spcPts val="0"/>
              </a:spcBef>
              <a:buNone/>
              <a:defRPr sz="1600" b="1">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15" name="Textplatzhalter 8"/>
          <p:cNvSpPr>
            <a:spLocks noGrp="1"/>
          </p:cNvSpPr>
          <p:nvPr>
            <p:ph type="body" sz="quarter" idx="14" hasCustomPrompt="1"/>
          </p:nvPr>
        </p:nvSpPr>
        <p:spPr bwMode="blackWhite">
          <a:xfrm>
            <a:off x="758789" y="4215971"/>
            <a:ext cx="4560000" cy="246221"/>
          </a:xfrm>
          <a:noFill/>
        </p:spPr>
        <p:txBody>
          <a:bodyPr lIns="360000" rIns="270000" anchor="ctr" anchorCtr="0"/>
          <a:lstStyle>
            <a:lvl1pPr marL="0" indent="0">
              <a:spcBef>
                <a:spcPts val="0"/>
              </a:spcBef>
              <a:buNone/>
              <a:defRPr sz="1600" b="1">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16" name="Textplatzhalter 8"/>
          <p:cNvSpPr>
            <a:spLocks noGrp="1"/>
          </p:cNvSpPr>
          <p:nvPr>
            <p:ph type="body" sz="quarter" idx="15" hasCustomPrompt="1"/>
          </p:nvPr>
        </p:nvSpPr>
        <p:spPr bwMode="blackWhite">
          <a:xfrm>
            <a:off x="758789" y="3318788"/>
            <a:ext cx="4560000" cy="246221"/>
          </a:xfrm>
          <a:noFill/>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17" name="Textplatzhalter 8"/>
          <p:cNvSpPr>
            <a:spLocks noGrp="1"/>
          </p:cNvSpPr>
          <p:nvPr>
            <p:ph type="body" sz="quarter" idx="16" hasCustomPrompt="1"/>
          </p:nvPr>
        </p:nvSpPr>
        <p:spPr bwMode="blackWhite">
          <a:xfrm>
            <a:off x="758789" y="3582459"/>
            <a:ext cx="4560000" cy="246221"/>
          </a:xfrm>
          <a:noFill/>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18" name="Textplatzhalter 8"/>
          <p:cNvSpPr>
            <a:spLocks noGrp="1"/>
          </p:cNvSpPr>
          <p:nvPr>
            <p:ph type="body" sz="quarter" idx="17" hasCustomPrompt="1"/>
          </p:nvPr>
        </p:nvSpPr>
        <p:spPr bwMode="blackWhite">
          <a:xfrm>
            <a:off x="758789" y="3846130"/>
            <a:ext cx="4560000" cy="246221"/>
          </a:xfrm>
          <a:noFill/>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sp>
        <p:nvSpPr>
          <p:cNvPr id="19" name="Textplatzhalter 8"/>
          <p:cNvSpPr>
            <a:spLocks noGrp="1"/>
          </p:cNvSpPr>
          <p:nvPr>
            <p:ph type="body" sz="quarter" idx="18" hasCustomPrompt="1"/>
          </p:nvPr>
        </p:nvSpPr>
        <p:spPr bwMode="blackWhite">
          <a:xfrm>
            <a:off x="758789" y="4479642"/>
            <a:ext cx="4560000" cy="246221"/>
          </a:xfrm>
          <a:noFill/>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20" name="Textplatzhalter 8"/>
          <p:cNvSpPr>
            <a:spLocks noGrp="1"/>
          </p:cNvSpPr>
          <p:nvPr>
            <p:ph type="body" sz="quarter" idx="19" hasCustomPrompt="1"/>
          </p:nvPr>
        </p:nvSpPr>
        <p:spPr bwMode="blackWhite">
          <a:xfrm>
            <a:off x="758789" y="4743312"/>
            <a:ext cx="4560000" cy="246221"/>
          </a:xfrm>
          <a:noFill/>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21" name="Textplatzhalter 8"/>
          <p:cNvSpPr>
            <a:spLocks noGrp="1"/>
          </p:cNvSpPr>
          <p:nvPr>
            <p:ph type="body" sz="quarter" idx="20" hasCustomPrompt="1"/>
          </p:nvPr>
        </p:nvSpPr>
        <p:spPr bwMode="blackWhite">
          <a:xfrm>
            <a:off x="758789" y="5006982"/>
            <a:ext cx="4560000" cy="246221"/>
          </a:xfrm>
          <a:noFill/>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spTree>
    <p:extLst>
      <p:ext uri="{BB962C8B-B14F-4D97-AF65-F5344CB8AC3E}">
        <p14:creationId xmlns:p14="http://schemas.microsoft.com/office/powerpoint/2010/main" val="42589154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Ansprechpartner mit Bild">
    <p:spTree>
      <p:nvGrpSpPr>
        <p:cNvPr id="1" name=""/>
        <p:cNvGrpSpPr/>
        <p:nvPr/>
      </p:nvGrpSpPr>
      <p:grpSpPr>
        <a:xfrm>
          <a:off x="0" y="0"/>
          <a:ext cx="0" cy="0"/>
          <a:chOff x="0" y="0"/>
          <a:chExt cx="0" cy="0"/>
        </a:xfrm>
      </p:grpSpPr>
      <p:sp>
        <p:nvSpPr>
          <p:cNvPr id="32" name="Bildplatzhalter 8"/>
          <p:cNvSpPr>
            <a:spLocks noGrp="1"/>
          </p:cNvSpPr>
          <p:nvPr>
            <p:ph type="pic" sz="quarter" idx="12"/>
          </p:nvPr>
        </p:nvSpPr>
        <p:spPr>
          <a:xfrm>
            <a:off x="771979" y="1938784"/>
            <a:ext cx="4608000" cy="3792000"/>
          </a:xfrm>
          <a:blipFill>
            <a:blip r:embed="rId2"/>
            <a:stretch>
              <a:fillRect/>
            </a:stretch>
          </a:blipFill>
        </p:spPr>
        <p:txBody>
          <a:bodyPr vert="horz" wrap="square" lIns="0" tIns="0" rIns="0" bIns="0" rtlCol="0">
            <a:noAutofit/>
          </a:bodyPr>
          <a:lstStyle>
            <a:lvl1pPr marL="0" indent="0" algn="ctr">
              <a:buFont typeface="Arial" panose="020B0604020202020204" pitchFamily="34" charset="0"/>
              <a:buNone/>
              <a:defRPr lang="de-DE" sz="1333"/>
            </a:lvl1pPr>
          </a:lstStyle>
          <a:p>
            <a:r>
              <a:rPr lang="de-DE"/>
              <a:t>Bild durch Klicken auf Symbol hinzufügen</a:t>
            </a:r>
            <a:endParaRPr lang="de-DE" dirty="0"/>
          </a:p>
        </p:txBody>
      </p:sp>
      <p:grpSp>
        <p:nvGrpSpPr>
          <p:cNvPr id="41" name="Gruppieren 40"/>
          <p:cNvGrpSpPr/>
          <p:nvPr userDrawn="1"/>
        </p:nvGrpSpPr>
        <p:grpSpPr>
          <a:xfrm>
            <a:off x="767408" y="-166621"/>
            <a:ext cx="9889099" cy="144000"/>
            <a:chOff x="575556" y="-124966"/>
            <a:chExt cx="7416824" cy="108000"/>
          </a:xfrm>
        </p:grpSpPr>
        <p:sp>
          <p:nvSpPr>
            <p:cNvPr id="42" name="Freihandform 41"/>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3" name="Freihandform 42"/>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4" name="Freihandform 43"/>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5" name="Freihandform 44"/>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46" name="Gruppieren 45"/>
          <p:cNvGrpSpPr/>
          <p:nvPr userDrawn="1"/>
        </p:nvGrpSpPr>
        <p:grpSpPr>
          <a:xfrm>
            <a:off x="767408" y="6880621"/>
            <a:ext cx="9889099" cy="144000"/>
            <a:chOff x="575556" y="5160466"/>
            <a:chExt cx="7416824" cy="108000"/>
          </a:xfrm>
        </p:grpSpPr>
        <p:sp>
          <p:nvSpPr>
            <p:cNvPr id="47" name="Freihandform 46"/>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8" name="Freihandform 47"/>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9" name="Freihandform 48"/>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0" name="Freihandform 49"/>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51" name="Gruppieren 50"/>
          <p:cNvGrpSpPr/>
          <p:nvPr userDrawn="1"/>
        </p:nvGrpSpPr>
        <p:grpSpPr>
          <a:xfrm>
            <a:off x="-221271" y="1930675"/>
            <a:ext cx="192000" cy="4234640"/>
            <a:chOff x="-165953" y="1448006"/>
            <a:chExt cx="144000" cy="3175980"/>
          </a:xfrm>
        </p:grpSpPr>
        <p:sp>
          <p:nvSpPr>
            <p:cNvPr id="52" name="Freihandform 51"/>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3" name="Freihandform 52"/>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4" name="Gruppieren 53"/>
          <p:cNvGrpSpPr/>
          <p:nvPr userDrawn="1"/>
        </p:nvGrpSpPr>
        <p:grpSpPr>
          <a:xfrm>
            <a:off x="12221656" y="1940836"/>
            <a:ext cx="192000" cy="4229040"/>
            <a:chOff x="9166242" y="1455627"/>
            <a:chExt cx="144000" cy="3171780"/>
          </a:xfrm>
        </p:grpSpPr>
        <p:sp>
          <p:nvSpPr>
            <p:cNvPr id="55" name="Freihandform 54"/>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6" name="Freihandform 55"/>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sp>
        <p:nvSpPr>
          <p:cNvPr id="23" name="Titel 1"/>
          <p:cNvSpPr>
            <a:spLocks noGrp="1"/>
          </p:cNvSpPr>
          <p:nvPr>
            <p:ph type="ctrTitle" hasCustomPrompt="1"/>
          </p:nvPr>
        </p:nvSpPr>
        <p:spPr bwMode="blackWhite">
          <a:xfrm>
            <a:off x="4271797" y="3103120"/>
            <a:ext cx="4608000" cy="3072000"/>
          </a:xfrm>
          <a:solidFill>
            <a:srgbClr val="64B42D"/>
          </a:solidFill>
        </p:spPr>
        <p:txBody>
          <a:bodyPr lIns="360000" tIns="360000" rIns="270000" bIns="270000">
            <a:noAutofit/>
          </a:bodyPr>
          <a:lstStyle>
            <a:lvl1pPr>
              <a:defRPr sz="3200">
                <a:solidFill>
                  <a:schemeClr val="bg1"/>
                </a:solidFill>
              </a:defRPr>
            </a:lvl1pPr>
          </a:lstStyle>
          <a:p>
            <a:r>
              <a:rPr lang="de-DE" noProof="0" dirty="0"/>
              <a:t>Ansprechpartner</a:t>
            </a:r>
          </a:p>
        </p:txBody>
      </p:sp>
      <p:sp>
        <p:nvSpPr>
          <p:cNvPr id="24" name="Textplatzhalter 8"/>
          <p:cNvSpPr>
            <a:spLocks noGrp="1"/>
          </p:cNvSpPr>
          <p:nvPr>
            <p:ph type="body" sz="quarter" idx="13" hasCustomPrompt="1"/>
          </p:nvPr>
        </p:nvSpPr>
        <p:spPr bwMode="blackWhite">
          <a:xfrm>
            <a:off x="4271797" y="4248683"/>
            <a:ext cx="4560000" cy="246221"/>
          </a:xfrm>
        </p:spPr>
        <p:txBody>
          <a:bodyPr lIns="360000" rIns="270000" anchor="ctr" anchorCtr="0"/>
          <a:lstStyle>
            <a:lvl1pPr marL="0" indent="0">
              <a:spcBef>
                <a:spcPts val="0"/>
              </a:spcBef>
              <a:buNone/>
              <a:defRPr sz="1600" b="1">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26" name="Textplatzhalter 8"/>
          <p:cNvSpPr>
            <a:spLocks noGrp="1"/>
          </p:cNvSpPr>
          <p:nvPr>
            <p:ph type="body" sz="quarter" idx="15" hasCustomPrompt="1"/>
          </p:nvPr>
        </p:nvSpPr>
        <p:spPr bwMode="blackWhite">
          <a:xfrm>
            <a:off x="4271797" y="4512354"/>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27" name="Textplatzhalter 8"/>
          <p:cNvSpPr>
            <a:spLocks noGrp="1"/>
          </p:cNvSpPr>
          <p:nvPr>
            <p:ph type="body" sz="quarter" idx="16" hasCustomPrompt="1"/>
          </p:nvPr>
        </p:nvSpPr>
        <p:spPr bwMode="blackWhite">
          <a:xfrm>
            <a:off x="4271797" y="4776024"/>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28" name="Textplatzhalter 8"/>
          <p:cNvSpPr>
            <a:spLocks noGrp="1"/>
          </p:cNvSpPr>
          <p:nvPr>
            <p:ph type="body" sz="quarter" idx="17" hasCustomPrompt="1"/>
          </p:nvPr>
        </p:nvSpPr>
        <p:spPr bwMode="blackWhite">
          <a:xfrm>
            <a:off x="4271797" y="5039695"/>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pic>
        <p:nvPicPr>
          <p:cNvPr id="33" name="Grafik 32">
            <a:extLst>
              <a:ext uri="{FF2B5EF4-FFF2-40B4-BE49-F238E27FC236}">
                <a16:creationId xmlns:a16="http://schemas.microsoft.com/office/drawing/2014/main" id="{638DEA76-0328-4BD5-A8A1-B8940514F53F}"/>
              </a:ext>
            </a:extLst>
          </p:cNvPr>
          <p:cNvPicPr>
            <a:picLocks noChangeAspect="1"/>
          </p:cNvPicPr>
          <p:nvPr userDrawn="1"/>
        </p:nvPicPr>
        <p:blipFill>
          <a:blip r:embed="rId3"/>
          <a:stretch>
            <a:fillRect/>
          </a:stretch>
        </p:blipFill>
        <p:spPr bwMode="black">
          <a:xfrm>
            <a:off x="8642004" y="1950508"/>
            <a:ext cx="2540001" cy="444816"/>
          </a:xfrm>
          <a:prstGeom prst="rect">
            <a:avLst/>
          </a:prstGeom>
        </p:spPr>
      </p:pic>
      <p:pic>
        <p:nvPicPr>
          <p:cNvPr id="29" name="Grafik 28">
            <a:extLst>
              <a:ext uri="{FF2B5EF4-FFF2-40B4-BE49-F238E27FC236}">
                <a16:creationId xmlns:a16="http://schemas.microsoft.com/office/drawing/2014/main" id="{A9F9595F-4DC2-409E-9AED-86300E0DDC93}"/>
              </a:ext>
            </a:extLst>
          </p:cNvPr>
          <p:cNvPicPr>
            <a:picLocks noChangeAspect="1"/>
          </p:cNvPicPr>
          <p:nvPr userDrawn="1"/>
        </p:nvPicPr>
        <p:blipFill>
          <a:blip r:embed="rId4"/>
          <a:stretch>
            <a:fillRect/>
          </a:stretch>
        </p:blipFill>
        <p:spPr bwMode="black">
          <a:xfrm>
            <a:off x="440214" y="287999"/>
            <a:ext cx="2539977" cy="469208"/>
          </a:xfrm>
          <a:prstGeom prst="rect">
            <a:avLst/>
          </a:prstGeom>
        </p:spPr>
      </p:pic>
    </p:spTree>
    <p:extLst>
      <p:ext uri="{BB962C8B-B14F-4D97-AF65-F5344CB8AC3E}">
        <p14:creationId xmlns:p14="http://schemas.microsoft.com/office/powerpoint/2010/main" val="19058102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 Ansprechpartner mit Bildern">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08E073C1-7380-4C89-99B7-B54793C6B776}"/>
              </a:ext>
            </a:extLst>
          </p:cNvPr>
          <p:cNvGraphicFramePr>
            <a:graphicFrameLocks noChangeAspect="1"/>
          </p:cNvGraphicFramePr>
          <p:nvPr userDrawn="1">
            <p:custDataLst>
              <p:tags r:id="rId1"/>
            </p:custDataLst>
            <p:extLst>
              <p:ext uri="{D42A27DB-BD31-4B8C-83A1-F6EECF244321}">
                <p14:modId xmlns:p14="http://schemas.microsoft.com/office/powerpoint/2010/main" val="2556146910"/>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5" name="Objekt 4" hidden="1">
                        <a:extLst>
                          <a:ext uri="{FF2B5EF4-FFF2-40B4-BE49-F238E27FC236}">
                            <a16:creationId xmlns:a16="http://schemas.microsoft.com/office/drawing/2014/main" id="{08E073C1-7380-4C89-99B7-B54793C6B776}"/>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4" name="Rechteck 3" hidden="1">
            <a:extLst>
              <a:ext uri="{FF2B5EF4-FFF2-40B4-BE49-F238E27FC236}">
                <a16:creationId xmlns:a16="http://schemas.microsoft.com/office/drawing/2014/main" id="{EE462C7B-B36B-46D9-A448-94A4E6A6C9F1}"/>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p:txBody>
          <a:bodyPr/>
          <a:lstStyle/>
          <a:p>
            <a:r>
              <a:rPr lang="de-DE" noProof="0"/>
              <a:t>Mastertitelformat bearbeiten</a:t>
            </a:r>
            <a:endParaRPr lang="de-DE" noProof="0" dirty="0"/>
          </a:p>
        </p:txBody>
      </p:sp>
      <p:sp>
        <p:nvSpPr>
          <p:cNvPr id="9" name="Bildplatzhalter 8"/>
          <p:cNvSpPr>
            <a:spLocks noGrp="1" noChangeAspect="1"/>
          </p:cNvSpPr>
          <p:nvPr>
            <p:ph type="pic" sz="quarter" idx="12"/>
          </p:nvPr>
        </p:nvSpPr>
        <p:spPr>
          <a:xfrm>
            <a:off x="775792" y="3619200"/>
            <a:ext cx="2016000" cy="2016000"/>
          </a:xfrm>
          <a:prstGeom prst="ellipse">
            <a:avLst/>
          </a:prstGeom>
          <a:blipFill>
            <a:blip r:embed="rId6"/>
            <a:stretch>
              <a:fillRect/>
            </a:stretch>
          </a:blipFill>
          <a:ln w="76200">
            <a:solidFill>
              <a:srgbClr val="E60055"/>
            </a:solidFill>
          </a:ln>
        </p:spPr>
        <p:txBody>
          <a:bodyPr vert="horz" wrap="square" lIns="0" tIns="0" rIns="0" bIns="0" rtlCol="0">
            <a:noAutofit/>
          </a:bodyPr>
          <a:lstStyle>
            <a:lvl1pPr marL="0" indent="0" algn="ctr">
              <a:buFont typeface="Arial" panose="020B0604020202020204" pitchFamily="34" charset="0"/>
              <a:buNone/>
              <a:defRPr lang="de-DE" sz="1333"/>
            </a:lvl1pPr>
          </a:lstStyle>
          <a:p>
            <a:r>
              <a:rPr lang="de-DE"/>
              <a:t>Bild durch Klicken auf Symbol hinzufügen</a:t>
            </a:r>
            <a:endParaRPr lang="de-DE" dirty="0"/>
          </a:p>
        </p:txBody>
      </p:sp>
      <p:sp>
        <p:nvSpPr>
          <p:cNvPr id="10" name="Bildplatzhalter 8"/>
          <p:cNvSpPr>
            <a:spLocks noGrp="1" noChangeAspect="1"/>
          </p:cNvSpPr>
          <p:nvPr>
            <p:ph type="pic" sz="quarter" idx="13"/>
          </p:nvPr>
        </p:nvSpPr>
        <p:spPr>
          <a:xfrm>
            <a:off x="4560000" y="1940984"/>
            <a:ext cx="2016000" cy="2016000"/>
          </a:xfrm>
          <a:prstGeom prst="ellipse">
            <a:avLst/>
          </a:prstGeom>
          <a:blipFill>
            <a:blip r:embed="rId6"/>
            <a:stretch>
              <a:fillRect/>
            </a:stretch>
          </a:blipFill>
          <a:ln w="76200">
            <a:solidFill>
              <a:schemeClr val="accent3"/>
            </a:solidFill>
          </a:ln>
        </p:spPr>
        <p:txBody>
          <a:bodyPr vert="horz" wrap="square" lIns="0" tIns="0" rIns="0" bIns="0" rtlCol="0">
            <a:noAutofit/>
          </a:bodyPr>
          <a:lstStyle>
            <a:lvl1pPr marL="0" indent="0" algn="ctr">
              <a:buFont typeface="Arial" panose="020B0604020202020204" pitchFamily="34" charset="0"/>
              <a:buNone/>
              <a:defRPr lang="de-DE" sz="1333"/>
            </a:lvl1pPr>
          </a:lstStyle>
          <a:p>
            <a:r>
              <a:rPr lang="de-DE"/>
              <a:t>Bild durch Klicken auf Symbol hinzufügen</a:t>
            </a:r>
            <a:endParaRPr lang="de-DE" dirty="0"/>
          </a:p>
        </p:txBody>
      </p:sp>
      <p:sp>
        <p:nvSpPr>
          <p:cNvPr id="11" name="Textplatzhalter 8"/>
          <p:cNvSpPr>
            <a:spLocks noGrp="1"/>
          </p:cNvSpPr>
          <p:nvPr>
            <p:ph type="body" sz="quarter" idx="14" hasCustomPrompt="1"/>
          </p:nvPr>
        </p:nvSpPr>
        <p:spPr bwMode="gray">
          <a:xfrm>
            <a:off x="3073980" y="4204800"/>
            <a:ext cx="3840000" cy="246221"/>
          </a:xfrm>
        </p:spPr>
        <p:txBody>
          <a:bodyPr lIns="0" rIns="0" anchor="ctr" anchorCtr="0"/>
          <a:lstStyle>
            <a:lvl1pPr marL="0" indent="0">
              <a:spcBef>
                <a:spcPts val="0"/>
              </a:spcBef>
              <a:buNone/>
              <a:defRPr sz="1600" b="1">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12" name="Textplatzhalter 8"/>
          <p:cNvSpPr>
            <a:spLocks noGrp="1"/>
          </p:cNvSpPr>
          <p:nvPr>
            <p:ph type="body" sz="quarter" idx="15" hasCustomPrompt="1"/>
          </p:nvPr>
        </p:nvSpPr>
        <p:spPr bwMode="gray">
          <a:xfrm>
            <a:off x="3073980" y="4507200"/>
            <a:ext cx="3840000" cy="246221"/>
          </a:xfrm>
        </p:spPr>
        <p:txBody>
          <a:bodyPr lIns="0" rIns="0" anchor="ctr" anchorCtr="0"/>
          <a:lstStyle>
            <a:lvl1pPr marL="0" indent="0">
              <a:spcBef>
                <a:spcPts val="0"/>
              </a:spcBef>
              <a:buNone/>
              <a:defRPr sz="1600" b="0">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13" name="Textplatzhalter 8"/>
          <p:cNvSpPr>
            <a:spLocks noGrp="1"/>
          </p:cNvSpPr>
          <p:nvPr>
            <p:ph type="body" sz="quarter" idx="16" hasCustomPrompt="1"/>
          </p:nvPr>
        </p:nvSpPr>
        <p:spPr bwMode="gray">
          <a:xfrm>
            <a:off x="3073980" y="4713600"/>
            <a:ext cx="3840000" cy="246221"/>
          </a:xfrm>
        </p:spPr>
        <p:txBody>
          <a:bodyPr lIns="0" rIns="0" anchor="ctr" anchorCtr="0"/>
          <a:lstStyle>
            <a:lvl1pPr marL="0" indent="0">
              <a:spcBef>
                <a:spcPts val="0"/>
              </a:spcBef>
              <a:buNone/>
              <a:defRPr sz="1600" b="0">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14" name="Textplatzhalter 8"/>
          <p:cNvSpPr>
            <a:spLocks noGrp="1"/>
          </p:cNvSpPr>
          <p:nvPr>
            <p:ph type="body" sz="quarter" idx="17" hasCustomPrompt="1"/>
          </p:nvPr>
        </p:nvSpPr>
        <p:spPr bwMode="gray">
          <a:xfrm>
            <a:off x="3073980" y="4915200"/>
            <a:ext cx="3840000" cy="246221"/>
          </a:xfrm>
        </p:spPr>
        <p:txBody>
          <a:bodyPr lIns="0" rIns="0" anchor="ctr" anchorCtr="0"/>
          <a:lstStyle>
            <a:lvl1pPr marL="0" indent="0">
              <a:spcBef>
                <a:spcPts val="0"/>
              </a:spcBef>
              <a:buNone/>
              <a:defRPr sz="1600" b="0">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sp>
        <p:nvSpPr>
          <p:cNvPr id="15" name="Textplatzhalter 8"/>
          <p:cNvSpPr>
            <a:spLocks noGrp="1"/>
          </p:cNvSpPr>
          <p:nvPr>
            <p:ph type="body" sz="quarter" idx="18" hasCustomPrompt="1"/>
          </p:nvPr>
        </p:nvSpPr>
        <p:spPr bwMode="gray">
          <a:xfrm>
            <a:off x="6817981" y="2515200"/>
            <a:ext cx="3840000" cy="246221"/>
          </a:xfrm>
        </p:spPr>
        <p:txBody>
          <a:bodyPr lIns="0" rIns="0" anchor="ctr" anchorCtr="0"/>
          <a:lstStyle>
            <a:lvl1pPr marL="0" indent="0">
              <a:spcBef>
                <a:spcPts val="0"/>
              </a:spcBef>
              <a:buNone/>
              <a:defRPr sz="1600" b="1">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16" name="Textplatzhalter 8"/>
          <p:cNvSpPr>
            <a:spLocks noGrp="1"/>
          </p:cNvSpPr>
          <p:nvPr>
            <p:ph type="body" sz="quarter" idx="19" hasCustomPrompt="1"/>
          </p:nvPr>
        </p:nvSpPr>
        <p:spPr bwMode="gray">
          <a:xfrm>
            <a:off x="6817981" y="2822400"/>
            <a:ext cx="3840000" cy="246221"/>
          </a:xfrm>
        </p:spPr>
        <p:txBody>
          <a:bodyPr lIns="0" rIns="0" anchor="ctr" anchorCtr="0"/>
          <a:lstStyle>
            <a:lvl1pPr marL="0" indent="0">
              <a:spcBef>
                <a:spcPts val="0"/>
              </a:spcBef>
              <a:buNone/>
              <a:defRPr sz="1600" b="0">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17" name="Textplatzhalter 8"/>
          <p:cNvSpPr>
            <a:spLocks noGrp="1"/>
          </p:cNvSpPr>
          <p:nvPr>
            <p:ph type="body" sz="quarter" idx="20" hasCustomPrompt="1"/>
          </p:nvPr>
        </p:nvSpPr>
        <p:spPr bwMode="gray">
          <a:xfrm>
            <a:off x="6817981" y="3028800"/>
            <a:ext cx="3840000" cy="246221"/>
          </a:xfrm>
        </p:spPr>
        <p:txBody>
          <a:bodyPr lIns="0" rIns="0" anchor="ctr" anchorCtr="0"/>
          <a:lstStyle>
            <a:lvl1pPr marL="0" indent="0">
              <a:spcBef>
                <a:spcPts val="0"/>
              </a:spcBef>
              <a:buNone/>
              <a:defRPr sz="1600" b="0">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18" name="Textplatzhalter 8"/>
          <p:cNvSpPr>
            <a:spLocks noGrp="1"/>
          </p:cNvSpPr>
          <p:nvPr>
            <p:ph type="body" sz="quarter" idx="21" hasCustomPrompt="1"/>
          </p:nvPr>
        </p:nvSpPr>
        <p:spPr bwMode="gray">
          <a:xfrm>
            <a:off x="6817981" y="3230400"/>
            <a:ext cx="3840000" cy="246221"/>
          </a:xfrm>
        </p:spPr>
        <p:txBody>
          <a:bodyPr lIns="0" rIns="0" anchor="ctr" anchorCtr="0"/>
          <a:lstStyle>
            <a:lvl1pPr marL="0" indent="0">
              <a:spcBef>
                <a:spcPts val="0"/>
              </a:spcBef>
              <a:buNone/>
              <a:defRPr sz="1600" b="0">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spTree>
    <p:extLst>
      <p:ext uri="{BB962C8B-B14F-4D97-AF65-F5344CB8AC3E}">
        <p14:creationId xmlns:p14="http://schemas.microsoft.com/office/powerpoint/2010/main" val="335417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1.xml"/><Relationship Id="rId30"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49.xml"/><Relationship Id="rId18" Type="http://schemas.openxmlformats.org/officeDocument/2006/relationships/slideLayout" Target="../slideLayouts/slideLayout54.xml"/><Relationship Id="rId26" Type="http://schemas.openxmlformats.org/officeDocument/2006/relationships/slideLayout" Target="../slideLayouts/slideLayout62.xml"/><Relationship Id="rId39" Type="http://schemas.openxmlformats.org/officeDocument/2006/relationships/image" Target="../media/image7.emf"/><Relationship Id="rId21" Type="http://schemas.openxmlformats.org/officeDocument/2006/relationships/slideLayout" Target="../slideLayouts/slideLayout57.xml"/><Relationship Id="rId34" Type="http://schemas.openxmlformats.org/officeDocument/2006/relationships/theme" Target="../theme/theme3.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5" Type="http://schemas.openxmlformats.org/officeDocument/2006/relationships/slideLayout" Target="../slideLayouts/slideLayout61.xml"/><Relationship Id="rId33" Type="http://schemas.openxmlformats.org/officeDocument/2006/relationships/slideLayout" Target="../slideLayouts/slideLayout69.xml"/><Relationship Id="rId38" Type="http://schemas.openxmlformats.org/officeDocument/2006/relationships/image" Target="../media/image6.emf"/><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slideLayout" Target="../slideLayouts/slideLayout56.xml"/><Relationship Id="rId29" Type="http://schemas.openxmlformats.org/officeDocument/2006/relationships/slideLayout" Target="../slideLayouts/slideLayout65.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24" Type="http://schemas.openxmlformats.org/officeDocument/2006/relationships/slideLayout" Target="../slideLayouts/slideLayout60.xml"/><Relationship Id="rId32" Type="http://schemas.openxmlformats.org/officeDocument/2006/relationships/slideLayout" Target="../slideLayouts/slideLayout68.xml"/><Relationship Id="rId37" Type="http://schemas.openxmlformats.org/officeDocument/2006/relationships/image" Target="../media/image5.emf"/><Relationship Id="rId5" Type="http://schemas.openxmlformats.org/officeDocument/2006/relationships/slideLayout" Target="../slideLayouts/slideLayout41.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28" Type="http://schemas.openxmlformats.org/officeDocument/2006/relationships/slideLayout" Target="../slideLayouts/slideLayout64.xml"/><Relationship Id="rId36" Type="http://schemas.openxmlformats.org/officeDocument/2006/relationships/oleObject" Target="../embeddings/oleObject2.bin"/><Relationship Id="rId10" Type="http://schemas.openxmlformats.org/officeDocument/2006/relationships/slideLayout" Target="../slideLayouts/slideLayout46.xml"/><Relationship Id="rId19" Type="http://schemas.openxmlformats.org/officeDocument/2006/relationships/slideLayout" Target="../slideLayouts/slideLayout55.xml"/><Relationship Id="rId31" Type="http://schemas.openxmlformats.org/officeDocument/2006/relationships/slideLayout" Target="../slideLayouts/slideLayout67.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 Id="rId27" Type="http://schemas.openxmlformats.org/officeDocument/2006/relationships/slideLayout" Target="../slideLayouts/slideLayout63.xml"/><Relationship Id="rId30" Type="http://schemas.openxmlformats.org/officeDocument/2006/relationships/slideLayout" Target="../slideLayouts/slideLayout66.xml"/><Relationship Id="rId35" Type="http://schemas.openxmlformats.org/officeDocument/2006/relationships/tags" Target="../tags/tag3.xml"/><Relationship Id="rId8" Type="http://schemas.openxmlformats.org/officeDocument/2006/relationships/slideLayout" Target="../slideLayouts/slideLayout44.xml"/><Relationship Id="rId3"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41C46107-C662-443E-AC88-CD7DE6121E56}"/>
              </a:ext>
            </a:extLst>
          </p:cNvPr>
          <p:cNvGraphicFramePr>
            <a:graphicFrameLocks noChangeAspect="1"/>
          </p:cNvGraphicFramePr>
          <p:nvPr userDrawn="1">
            <p:custDataLst>
              <p:tags r:id="rId27"/>
            </p:custDataLst>
            <p:extLst>
              <p:ext uri="{D42A27DB-BD31-4B8C-83A1-F6EECF244321}">
                <p14:modId xmlns:p14="http://schemas.microsoft.com/office/powerpoint/2010/main" val="366395475"/>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29" imgW="624" imgH="623" progId="TCLayout.ActiveDocument.1">
                  <p:embed/>
                </p:oleObj>
              </mc:Choice>
              <mc:Fallback>
                <p:oleObj name="think-cell Folie" r:id="rId29" imgW="624" imgH="623" progId="TCLayout.ActiveDocument.1">
                  <p:embed/>
                  <p:pic>
                    <p:nvPicPr>
                      <p:cNvPr id="8" name="Objekt 7" hidden="1">
                        <a:extLst>
                          <a:ext uri="{FF2B5EF4-FFF2-40B4-BE49-F238E27FC236}">
                            <a16:creationId xmlns:a16="http://schemas.microsoft.com/office/drawing/2014/main" id="{41C46107-C662-443E-AC88-CD7DE6121E56}"/>
                          </a:ext>
                        </a:extLst>
                      </p:cNvPr>
                      <p:cNvPicPr/>
                      <p:nvPr/>
                    </p:nvPicPr>
                    <p:blipFill>
                      <a:blip r:embed="rId30"/>
                      <a:stretch>
                        <a:fillRect/>
                      </a:stretch>
                    </p:blipFill>
                    <p:spPr>
                      <a:xfrm>
                        <a:off x="2118" y="2118"/>
                        <a:ext cx="2117" cy="2117"/>
                      </a:xfrm>
                      <a:prstGeom prst="rect">
                        <a:avLst/>
                      </a:prstGeom>
                    </p:spPr>
                  </p:pic>
                </p:oleObj>
              </mc:Fallback>
            </mc:AlternateContent>
          </a:graphicData>
        </a:graphic>
      </p:graphicFrame>
      <p:sp>
        <p:nvSpPr>
          <p:cNvPr id="7" name="Rechteck 6" hidden="1">
            <a:extLst>
              <a:ext uri="{FF2B5EF4-FFF2-40B4-BE49-F238E27FC236}">
                <a16:creationId xmlns:a16="http://schemas.microsoft.com/office/drawing/2014/main" id="{CE1091E9-EE26-4A4A-B78D-0F61189D084B}"/>
              </a:ext>
            </a:extLst>
          </p:cNvPr>
          <p:cNvSpPr/>
          <p:nvPr userDrawn="1">
            <p:custDataLst>
              <p:tags r:id="rId28"/>
            </p:custDataLst>
          </p:nvPr>
        </p:nvSpPr>
        <p:spPr>
          <a:xfrm>
            <a:off x="0" y="0"/>
            <a:ext cx="211667" cy="2116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de-DE" sz="3200" b="0" i="0" baseline="0">
              <a:latin typeface="EON Brix Sans Black" panose="020B0A00000000000000" pitchFamily="34" charset="0"/>
              <a:ea typeface="+mj-ea"/>
              <a:cs typeface="+mj-cs"/>
              <a:sym typeface="EON Brix Sans Black" panose="020B0A00000000000000" pitchFamily="34" charset="0"/>
            </a:endParaRPr>
          </a:p>
        </p:txBody>
      </p:sp>
      <p:sp>
        <p:nvSpPr>
          <p:cNvPr id="2" name="Titelplatzhalter 1"/>
          <p:cNvSpPr>
            <a:spLocks noGrp="1"/>
          </p:cNvSpPr>
          <p:nvPr>
            <p:ph type="title"/>
          </p:nvPr>
        </p:nvSpPr>
        <p:spPr>
          <a:xfrm>
            <a:off x="504000" y="504000"/>
            <a:ext cx="7344000" cy="960000"/>
          </a:xfrm>
          <a:prstGeom prst="rect">
            <a:avLst/>
          </a:prstGeom>
        </p:spPr>
        <p:txBody>
          <a:bodyPr vert="horz" lIns="0" tIns="0" rIns="0" bIns="0" rtlCol="0" anchor="t" anchorCtr="0">
            <a:noAutofit/>
          </a:bodyPr>
          <a:lstStyle/>
          <a:p>
            <a:r>
              <a:rPr lang="de-DE"/>
              <a:t>Titelmasterformat durch Klicken bearbeiten</a:t>
            </a:r>
          </a:p>
        </p:txBody>
      </p:sp>
      <p:sp>
        <p:nvSpPr>
          <p:cNvPr id="3" name="Textplatzhalter 2"/>
          <p:cNvSpPr>
            <a:spLocks noGrp="1"/>
          </p:cNvSpPr>
          <p:nvPr>
            <p:ph type="body" idx="1"/>
          </p:nvPr>
        </p:nvSpPr>
        <p:spPr>
          <a:xfrm>
            <a:off x="504000" y="1828800"/>
            <a:ext cx="9264000" cy="4531200"/>
          </a:xfrm>
          <a:prstGeom prst="rect">
            <a:avLst/>
          </a:prstGeom>
        </p:spPr>
        <p:txBody>
          <a:bodyPr vert="horz" lIns="0" tIns="0" rIns="0" bIns="0" rtlCol="0">
            <a:noAutofit/>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10315200" y="6216000"/>
            <a:ext cx="1008000" cy="192000"/>
          </a:xfrm>
          <a:prstGeom prst="rect">
            <a:avLst/>
          </a:prstGeom>
        </p:spPr>
        <p:txBody>
          <a:bodyPr vert="horz" lIns="0" tIns="0" rIns="0" bIns="0" rtlCol="0" anchor="t" anchorCtr="0">
            <a:noAutofit/>
          </a:bodyPr>
          <a:lstStyle>
            <a:lvl1pPr algn="r">
              <a:lnSpc>
                <a:spcPts val="1500"/>
              </a:lnSpc>
              <a:defRPr sz="1200">
                <a:solidFill>
                  <a:srgbClr val="000000"/>
                </a:solidFill>
              </a:defRPr>
            </a:lvl1pPr>
          </a:lstStyle>
          <a:p>
            <a:r>
              <a:rPr lang="de-DE"/>
              <a:t>20.03.2017</a:t>
            </a:r>
          </a:p>
        </p:txBody>
      </p:sp>
      <p:sp>
        <p:nvSpPr>
          <p:cNvPr id="5" name="Fußzeilenplatzhalter 4"/>
          <p:cNvSpPr>
            <a:spLocks noGrp="1"/>
          </p:cNvSpPr>
          <p:nvPr>
            <p:ph type="ftr" sz="quarter" idx="3"/>
          </p:nvPr>
        </p:nvSpPr>
        <p:spPr>
          <a:xfrm>
            <a:off x="9360000" y="691200"/>
            <a:ext cx="2328000" cy="408000"/>
          </a:xfrm>
          <a:prstGeom prst="rect">
            <a:avLst/>
          </a:prstGeom>
        </p:spPr>
        <p:txBody>
          <a:bodyPr vert="horz" lIns="0" tIns="0" rIns="0" bIns="0" rtlCol="0" anchor="t" anchorCtr="0">
            <a:noAutofit/>
          </a:bodyPr>
          <a:lstStyle>
            <a:lvl1pPr algn="r">
              <a:lnSpc>
                <a:spcPts val="1500"/>
              </a:lnSpc>
              <a:defRPr sz="1200">
                <a:solidFill>
                  <a:srgbClr val="000000"/>
                </a:solidFill>
                <a:latin typeface="+mj-lt"/>
              </a:defRPr>
            </a:lvl1pPr>
          </a:lstStyle>
          <a:p>
            <a:endParaRPr lang="de-DE"/>
          </a:p>
        </p:txBody>
      </p:sp>
      <p:sp>
        <p:nvSpPr>
          <p:cNvPr id="6" name="Foliennummernplatzhalter 5"/>
          <p:cNvSpPr>
            <a:spLocks noGrp="1"/>
          </p:cNvSpPr>
          <p:nvPr>
            <p:ph type="sldNum" sz="quarter" idx="4"/>
          </p:nvPr>
        </p:nvSpPr>
        <p:spPr>
          <a:xfrm>
            <a:off x="11323200" y="6216000"/>
            <a:ext cx="364800" cy="192000"/>
          </a:xfrm>
          <a:prstGeom prst="rect">
            <a:avLst/>
          </a:prstGeom>
        </p:spPr>
        <p:txBody>
          <a:bodyPr vert="horz" lIns="0" tIns="0" rIns="0" bIns="0" rtlCol="0" anchor="t" anchorCtr="0">
            <a:noAutofit/>
          </a:bodyPr>
          <a:lstStyle>
            <a:lvl1pPr algn="r">
              <a:lnSpc>
                <a:spcPts val="1500"/>
              </a:lnSpc>
              <a:defRPr sz="1200">
                <a:solidFill>
                  <a:srgbClr val="000000"/>
                </a:solidFill>
                <a:latin typeface="+mn-lt"/>
              </a:defRPr>
            </a:lvl1pPr>
          </a:lstStyle>
          <a:p>
            <a:fld id="{93C795C4-4A26-412B-AA90-98E97FF83D41}" type="slidenum">
              <a:rPr lang="de-DE" smtClean="0"/>
              <a:pPr/>
              <a:t>‹Nr.›</a:t>
            </a:fld>
            <a:endParaRPr lang="de-DE"/>
          </a:p>
        </p:txBody>
      </p:sp>
      <p:grpSp>
        <p:nvGrpSpPr>
          <p:cNvPr id="41" name="Gruppieren 20">
            <a:extLst>
              <a:ext uri="{FF2B5EF4-FFF2-40B4-BE49-F238E27FC236}">
                <a16:creationId xmlns:a16="http://schemas.microsoft.com/office/drawing/2014/main" id="{3F43E66C-02D3-4618-9883-61C2BF58CFB6}"/>
              </a:ext>
            </a:extLst>
          </p:cNvPr>
          <p:cNvGrpSpPr/>
          <p:nvPr userDrawn="1"/>
        </p:nvGrpSpPr>
        <p:grpSpPr>
          <a:xfrm>
            <a:off x="4378283" y="98592"/>
            <a:ext cx="3435435" cy="290029"/>
            <a:chOff x="8128000" y="1369259"/>
            <a:chExt cx="682646" cy="266700"/>
          </a:xfrm>
        </p:grpSpPr>
        <p:sp>
          <p:nvSpPr>
            <p:cNvPr id="42" name="Rechteck 21">
              <a:extLst>
                <a:ext uri="{FF2B5EF4-FFF2-40B4-BE49-F238E27FC236}">
                  <a16:creationId xmlns:a16="http://schemas.microsoft.com/office/drawing/2014/main" id="{5B0A0009-BEA7-491B-8DB3-16A62026207C}"/>
                </a:ext>
              </a:extLst>
            </p:cNvPr>
            <p:cNvSpPr/>
            <p:nvPr/>
          </p:nvSpPr>
          <p:spPr>
            <a:xfrm>
              <a:off x="8128000" y="1369259"/>
              <a:ext cx="682646" cy="2667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000" rtlCol="0" anchor="ctr"/>
            <a:lstStyle/>
            <a:p>
              <a:pPr algn="ctr"/>
              <a:r>
                <a:rPr lang="de-DE" sz="1467" b="1">
                  <a:solidFill>
                    <a:schemeClr val="bg1">
                      <a:lumMod val="65000"/>
                    </a:schemeClr>
                  </a:solidFill>
                  <a:latin typeface="EON Brix Sans" panose="020B0500000000000000" pitchFamily="34" charset="0"/>
                </a:rPr>
                <a:t>Vertraulich – nur zur internen Verwendung</a:t>
              </a:r>
            </a:p>
          </p:txBody>
        </p:sp>
        <p:cxnSp>
          <p:nvCxnSpPr>
            <p:cNvPr id="43" name="Gerader Verbinder 23">
              <a:extLst>
                <a:ext uri="{FF2B5EF4-FFF2-40B4-BE49-F238E27FC236}">
                  <a16:creationId xmlns:a16="http://schemas.microsoft.com/office/drawing/2014/main" id="{EF932C8E-3D2C-43E9-BFD5-E12D1ED37DC7}"/>
                </a:ext>
              </a:extLst>
            </p:cNvPr>
            <p:cNvCxnSpPr>
              <a:cxnSpLocks/>
            </p:cNvCxnSpPr>
            <p:nvPr/>
          </p:nvCxnSpPr>
          <p:spPr>
            <a:xfrm>
              <a:off x="8128000" y="1369259"/>
              <a:ext cx="6826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4" name="Gerader Verbinder 26">
              <a:extLst>
                <a:ext uri="{FF2B5EF4-FFF2-40B4-BE49-F238E27FC236}">
                  <a16:creationId xmlns:a16="http://schemas.microsoft.com/office/drawing/2014/main" id="{2E4CE39D-CB99-4251-AE13-C47387446406}"/>
                </a:ext>
              </a:extLst>
            </p:cNvPr>
            <p:cNvCxnSpPr>
              <a:cxnSpLocks/>
            </p:cNvCxnSpPr>
            <p:nvPr/>
          </p:nvCxnSpPr>
          <p:spPr>
            <a:xfrm>
              <a:off x="8128000" y="1620918"/>
              <a:ext cx="6826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699671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726" r:id="rId5"/>
    <p:sldLayoutId id="2147483727"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Lst>
  <p:hf hdr="0" ftr="0"/>
  <p:txStyles>
    <p:titleStyle>
      <a:lvl1pPr algn="l" defTabSz="1219170" rtl="0" eaLnBrk="1" latinLnBrk="0" hangingPunct="1">
        <a:lnSpc>
          <a:spcPts val="3333"/>
        </a:lnSpc>
        <a:spcBef>
          <a:spcPct val="0"/>
        </a:spcBef>
        <a:buNone/>
        <a:defRPr sz="3200" kern="100" baseline="0">
          <a:solidFill>
            <a:srgbClr val="EA1C0A"/>
          </a:solidFill>
          <a:latin typeface="+mj-lt"/>
          <a:ea typeface="+mj-ea"/>
          <a:cs typeface="+mj-cs"/>
        </a:defRPr>
      </a:lvl1pPr>
    </p:titleStyle>
    <p:bodyStyle>
      <a:lvl1pPr marL="0" indent="0" algn="l" defTabSz="1219170" rtl="0" eaLnBrk="1" latinLnBrk="0" hangingPunct="1">
        <a:lnSpc>
          <a:spcPts val="2333"/>
        </a:lnSpc>
        <a:spcBef>
          <a:spcPts val="0"/>
        </a:spcBef>
        <a:spcAft>
          <a:spcPts val="800"/>
        </a:spcAft>
        <a:buFont typeface="Arial" panose="020B0604020202020204" pitchFamily="34" charset="0"/>
        <a:buNone/>
        <a:defRPr sz="1867" kern="100" baseline="0">
          <a:solidFill>
            <a:schemeClr val="tx1"/>
          </a:solidFill>
          <a:latin typeface="+mn-lt"/>
          <a:ea typeface="+mn-ea"/>
          <a:cs typeface="+mn-cs"/>
        </a:defRPr>
      </a:lvl1pPr>
      <a:lvl2pPr marL="239178" indent="-239177" algn="l" defTabSz="1219170" rtl="0" eaLnBrk="1" latinLnBrk="0" hangingPunct="1">
        <a:lnSpc>
          <a:spcPts val="2333"/>
        </a:lnSpc>
        <a:spcBef>
          <a:spcPts val="0"/>
        </a:spcBef>
        <a:spcAft>
          <a:spcPts val="800"/>
        </a:spcAft>
        <a:buClr>
          <a:srgbClr val="EA1C0A"/>
        </a:buClr>
        <a:buFont typeface="EON Brix Sans" panose="020B0500000000000000" pitchFamily="34" charset="0"/>
        <a:buChar char="•"/>
        <a:defRPr sz="1867" kern="100" baseline="0">
          <a:solidFill>
            <a:schemeClr val="tx1"/>
          </a:solidFill>
          <a:latin typeface="+mn-lt"/>
          <a:ea typeface="+mn-ea"/>
          <a:cs typeface="+mn-cs"/>
        </a:defRPr>
      </a:lvl2pPr>
      <a:lvl3pPr marL="478355" indent="-239178" algn="l" defTabSz="1219170" rtl="0" eaLnBrk="1" latinLnBrk="0" hangingPunct="1">
        <a:lnSpc>
          <a:spcPts val="2333"/>
        </a:lnSpc>
        <a:spcBef>
          <a:spcPts val="0"/>
        </a:spcBef>
        <a:spcAft>
          <a:spcPts val="800"/>
        </a:spcAft>
        <a:buFont typeface="Arial" panose="020B0604020202020204" pitchFamily="34" charset="0"/>
        <a:buChar char="•"/>
        <a:defRPr sz="1867" kern="100" baseline="0">
          <a:solidFill>
            <a:schemeClr val="tx1"/>
          </a:solidFill>
          <a:latin typeface="+mn-lt"/>
          <a:ea typeface="+mn-ea"/>
          <a:cs typeface="+mn-cs"/>
        </a:defRPr>
      </a:lvl3pPr>
      <a:lvl4pPr marL="717533" indent="-239177" algn="l" defTabSz="1219170" rtl="0" eaLnBrk="1" latinLnBrk="0" hangingPunct="1">
        <a:lnSpc>
          <a:spcPts val="2333"/>
        </a:lnSpc>
        <a:spcBef>
          <a:spcPts val="0"/>
        </a:spcBef>
        <a:spcAft>
          <a:spcPts val="800"/>
        </a:spcAft>
        <a:buFont typeface="Arial" panose="020B0604020202020204" pitchFamily="34" charset="0"/>
        <a:buChar char="–"/>
        <a:defRPr sz="1867" kern="100" baseline="0">
          <a:solidFill>
            <a:schemeClr val="tx1"/>
          </a:solidFill>
          <a:latin typeface="+mn-lt"/>
          <a:ea typeface="+mn-ea"/>
          <a:cs typeface="+mn-cs"/>
        </a:defRPr>
      </a:lvl4pPr>
      <a:lvl5pPr marL="956709" indent="-239178" algn="l" defTabSz="1219170" rtl="0" eaLnBrk="1" latinLnBrk="0" hangingPunct="1">
        <a:lnSpc>
          <a:spcPts val="2333"/>
        </a:lnSpc>
        <a:spcBef>
          <a:spcPts val="0"/>
        </a:spcBef>
        <a:spcAft>
          <a:spcPts val="800"/>
        </a:spcAft>
        <a:buFont typeface="Symbol" panose="05050102010706020507" pitchFamily="18" charset="2"/>
        <a:buChar char="-"/>
        <a:defRPr sz="1867" kern="100" baseline="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de-DE"/>
      </a:defPPr>
      <a:lvl1pPr marL="0" algn="l" defTabSz="1219170" rtl="0" eaLnBrk="1" latinLnBrk="0" hangingPunct="1">
        <a:defRPr sz="1867" kern="1200">
          <a:solidFill>
            <a:schemeClr val="tx1"/>
          </a:solidFill>
          <a:latin typeface="+mn-lt"/>
          <a:ea typeface="+mn-ea"/>
          <a:cs typeface="+mn-cs"/>
        </a:defRPr>
      </a:lvl1pPr>
      <a:lvl2pPr marL="609585" algn="l" defTabSz="1219170" rtl="0" eaLnBrk="1" latinLnBrk="0" hangingPunct="1">
        <a:defRPr sz="1867" kern="1200">
          <a:solidFill>
            <a:schemeClr val="tx1"/>
          </a:solidFill>
          <a:latin typeface="+mn-lt"/>
          <a:ea typeface="+mn-ea"/>
          <a:cs typeface="+mn-cs"/>
        </a:defRPr>
      </a:lvl2pPr>
      <a:lvl3pPr marL="1219170" algn="l" defTabSz="1219170" rtl="0" eaLnBrk="1" latinLnBrk="0" hangingPunct="1">
        <a:defRPr sz="1867" kern="1200">
          <a:solidFill>
            <a:schemeClr val="tx1"/>
          </a:solidFill>
          <a:latin typeface="+mn-lt"/>
          <a:ea typeface="+mn-ea"/>
          <a:cs typeface="+mn-cs"/>
        </a:defRPr>
      </a:lvl3pPr>
      <a:lvl4pPr marL="1828754" algn="l" defTabSz="1219170" rtl="0" eaLnBrk="1" latinLnBrk="0" hangingPunct="1">
        <a:defRPr sz="1867" kern="1200">
          <a:solidFill>
            <a:schemeClr val="tx1"/>
          </a:solidFill>
          <a:latin typeface="+mn-lt"/>
          <a:ea typeface="+mn-ea"/>
          <a:cs typeface="+mn-cs"/>
        </a:defRPr>
      </a:lvl4pPr>
      <a:lvl5pPr marL="2438339" algn="l" defTabSz="1219170" rtl="0" eaLnBrk="1" latinLnBrk="0" hangingPunct="1">
        <a:defRPr sz="1867" kern="1200">
          <a:solidFill>
            <a:schemeClr val="tx1"/>
          </a:solidFill>
          <a:latin typeface="+mn-lt"/>
          <a:ea typeface="+mn-ea"/>
          <a:cs typeface="+mn-cs"/>
        </a:defRPr>
      </a:lvl5pPr>
      <a:lvl6pPr marL="3047924" algn="l" defTabSz="1219170" rtl="0" eaLnBrk="1" latinLnBrk="0" hangingPunct="1">
        <a:defRPr sz="1867" kern="1200">
          <a:solidFill>
            <a:schemeClr val="tx1"/>
          </a:solidFill>
          <a:latin typeface="+mn-lt"/>
          <a:ea typeface="+mn-ea"/>
          <a:cs typeface="+mn-cs"/>
        </a:defRPr>
      </a:lvl6pPr>
      <a:lvl7pPr marL="3657509" algn="l" defTabSz="1219170" rtl="0" eaLnBrk="1" latinLnBrk="0" hangingPunct="1">
        <a:defRPr sz="1867" kern="1200">
          <a:solidFill>
            <a:schemeClr val="tx1"/>
          </a:solidFill>
          <a:latin typeface="+mn-lt"/>
          <a:ea typeface="+mn-ea"/>
          <a:cs typeface="+mn-cs"/>
        </a:defRPr>
      </a:lvl7pPr>
      <a:lvl8pPr marL="4267093" algn="l" defTabSz="1219170" rtl="0" eaLnBrk="1" latinLnBrk="0" hangingPunct="1">
        <a:defRPr sz="1867" kern="1200">
          <a:solidFill>
            <a:schemeClr val="tx1"/>
          </a:solidFill>
          <a:latin typeface="+mn-lt"/>
          <a:ea typeface="+mn-ea"/>
          <a:cs typeface="+mn-cs"/>
        </a:defRPr>
      </a:lvl8pPr>
      <a:lvl9pPr marL="4876678" algn="l" defTabSz="1219170" rtl="0" eaLnBrk="1" latinLnBrk="0" hangingPunct="1">
        <a:defRPr sz="1867"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CE6AEC0-F21D-593A-F0AD-46DE3BFC68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n-US"/>
          </a:p>
        </p:txBody>
      </p:sp>
      <p:sp>
        <p:nvSpPr>
          <p:cNvPr id="3" name="Textplatzhalter 2">
            <a:extLst>
              <a:ext uri="{FF2B5EF4-FFF2-40B4-BE49-F238E27FC236}">
                <a16:creationId xmlns:a16="http://schemas.microsoft.com/office/drawing/2014/main" id="{3D5991AA-7608-0D42-280C-D4FD94CDA1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CBEA5059-FF50-CE37-0D7D-3BBE6E802C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6F06B5-FD65-46B9-9D3A-99231A382F68}" type="datetimeFigureOut">
              <a:rPr lang="en-US" smtClean="0"/>
              <a:t>6/10/2026</a:t>
            </a:fld>
            <a:endParaRPr lang="en-US"/>
          </a:p>
        </p:txBody>
      </p:sp>
      <p:sp>
        <p:nvSpPr>
          <p:cNvPr id="5" name="Fußzeilenplatzhalter 4">
            <a:extLst>
              <a:ext uri="{FF2B5EF4-FFF2-40B4-BE49-F238E27FC236}">
                <a16:creationId xmlns:a16="http://schemas.microsoft.com/office/drawing/2014/main" id="{7FACC92C-DFEF-E612-428E-323DBDBFE1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Foliennummernplatzhalter 5">
            <a:extLst>
              <a:ext uri="{FF2B5EF4-FFF2-40B4-BE49-F238E27FC236}">
                <a16:creationId xmlns:a16="http://schemas.microsoft.com/office/drawing/2014/main" id="{2204DB0C-6CDC-DA25-F538-F6C5AEF31A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8B82BA-E438-4EB8-BDDD-511404FD82EC}" type="slidenum">
              <a:rPr lang="en-US" smtClean="0"/>
              <a:t>‹Nr.›</a:t>
            </a:fld>
            <a:endParaRPr lang="en-US"/>
          </a:p>
        </p:txBody>
      </p:sp>
    </p:spTree>
    <p:extLst>
      <p:ext uri="{BB962C8B-B14F-4D97-AF65-F5344CB8AC3E}">
        <p14:creationId xmlns:p14="http://schemas.microsoft.com/office/powerpoint/2010/main" val="547735300"/>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A1BC040B-4DAC-43A7-A0EE-CF5DF4146B9B}"/>
              </a:ext>
            </a:extLst>
          </p:cNvPr>
          <p:cNvGraphicFramePr>
            <a:graphicFrameLocks noChangeAspect="1"/>
          </p:cNvGraphicFramePr>
          <p:nvPr userDrawn="1">
            <p:custDataLst>
              <p:tags r:id="rId35"/>
            </p:custDataLst>
            <p:extLst>
              <p:ext uri="{D42A27DB-BD31-4B8C-83A1-F6EECF244321}">
                <p14:modId xmlns:p14="http://schemas.microsoft.com/office/powerpoint/2010/main" val="1782167754"/>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36" imgW="344" imgH="345" progId="TCLayout.ActiveDocument.1">
                  <p:embed/>
                </p:oleObj>
              </mc:Choice>
              <mc:Fallback>
                <p:oleObj name="think-cell Folie" r:id="rId36" imgW="344" imgH="345" progId="TCLayout.ActiveDocument.1">
                  <p:embed/>
                  <p:pic>
                    <p:nvPicPr>
                      <p:cNvPr id="7" name="Objekt 6" hidden="1">
                        <a:extLst>
                          <a:ext uri="{FF2B5EF4-FFF2-40B4-BE49-F238E27FC236}">
                            <a16:creationId xmlns:a16="http://schemas.microsoft.com/office/drawing/2014/main" id="{A1BC040B-4DAC-43A7-A0EE-CF5DF4146B9B}"/>
                          </a:ext>
                        </a:extLst>
                      </p:cNvPr>
                      <p:cNvPicPr/>
                      <p:nvPr/>
                    </p:nvPicPr>
                    <p:blipFill>
                      <a:blip r:embed="rId37"/>
                      <a:stretch>
                        <a:fillRect/>
                      </a:stretch>
                    </p:blipFill>
                    <p:spPr>
                      <a:xfrm>
                        <a:off x="2118" y="2118"/>
                        <a:ext cx="2117" cy="2117"/>
                      </a:xfrm>
                      <a:prstGeom prst="rect">
                        <a:avLst/>
                      </a:prstGeom>
                    </p:spPr>
                  </p:pic>
                </p:oleObj>
              </mc:Fallback>
            </mc:AlternateContent>
          </a:graphicData>
        </a:graphic>
      </p:graphicFrame>
      <p:sp>
        <p:nvSpPr>
          <p:cNvPr id="2" name="Titelplatzhalter 1"/>
          <p:cNvSpPr>
            <a:spLocks noGrp="1"/>
          </p:cNvSpPr>
          <p:nvPr>
            <p:ph type="title"/>
          </p:nvPr>
        </p:nvSpPr>
        <p:spPr bwMode="gray">
          <a:xfrm>
            <a:off x="767408" y="708639"/>
            <a:ext cx="9120000" cy="480132"/>
          </a:xfrm>
          <a:prstGeom prst="rect">
            <a:avLst/>
          </a:prstGeom>
        </p:spPr>
        <p:txBody>
          <a:bodyPr vert="horz" wrap="square" lIns="0" tIns="0" rIns="0" bIns="0" rtlCol="0" anchor="t" anchorCtr="0">
            <a:spAutoFit/>
          </a:bodyPr>
          <a:lstStyle/>
          <a:p>
            <a:endParaRPr lang="de-DE" noProof="0" dirty="0"/>
          </a:p>
        </p:txBody>
      </p:sp>
      <p:sp>
        <p:nvSpPr>
          <p:cNvPr id="3" name="Textplatzhalter 2"/>
          <p:cNvSpPr>
            <a:spLocks noGrp="1"/>
          </p:cNvSpPr>
          <p:nvPr>
            <p:ph type="body" idx="1"/>
          </p:nvPr>
        </p:nvSpPr>
        <p:spPr bwMode="gray">
          <a:xfrm>
            <a:off x="767409" y="1871349"/>
            <a:ext cx="9890009" cy="4293967"/>
          </a:xfrm>
          <a:prstGeom prst="rect">
            <a:avLst/>
          </a:prstGeom>
        </p:spPr>
        <p:txBody>
          <a:bodyPr vert="horz" wrap="square" lIns="0" tIns="0" rIns="0" bIns="0" rtlCol="0">
            <a:noAutofit/>
          </a:bodyPr>
          <a:lstStyle/>
          <a:p>
            <a:pPr lvl="0"/>
            <a:r>
              <a:rPr lang="de-DE" noProof="0" dirty="0"/>
              <a:t>Text durch klicken bearbeiten</a:t>
            </a:r>
          </a:p>
          <a:p>
            <a:pPr lvl="1"/>
            <a:r>
              <a:rPr lang="de-DE" noProof="0" dirty="0"/>
              <a:t>Vierte Ebene</a:t>
            </a:r>
          </a:p>
          <a:p>
            <a:pPr lvl="2"/>
            <a:r>
              <a:rPr lang="de-DE" noProof="0" dirty="0"/>
              <a:t>Fünfte Ebene</a:t>
            </a:r>
          </a:p>
          <a:p>
            <a:pPr lvl="3"/>
            <a:r>
              <a:rPr lang="de-DE" noProof="0" dirty="0"/>
              <a:t>Erste Ebene</a:t>
            </a:r>
          </a:p>
          <a:p>
            <a:pPr lvl="4"/>
            <a:r>
              <a:rPr lang="de-DE" noProof="0" dirty="0"/>
              <a:t>Zweite Ebene</a:t>
            </a:r>
          </a:p>
        </p:txBody>
      </p:sp>
      <p:sp>
        <p:nvSpPr>
          <p:cNvPr id="5" name="Fußzeilenplatzhalter 4"/>
          <p:cNvSpPr>
            <a:spLocks noGrp="1"/>
          </p:cNvSpPr>
          <p:nvPr>
            <p:ph type="ftr" sz="quarter" idx="3"/>
          </p:nvPr>
        </p:nvSpPr>
        <p:spPr bwMode="gray">
          <a:xfrm>
            <a:off x="767408" y="6324058"/>
            <a:ext cx="8640000" cy="164148"/>
          </a:xfrm>
          <a:prstGeom prst="rect">
            <a:avLst/>
          </a:prstGeom>
        </p:spPr>
        <p:txBody>
          <a:bodyPr vert="horz" lIns="0" tIns="0" rIns="0" bIns="0" rtlCol="0" anchor="ctr">
            <a:spAutoFit/>
          </a:bodyPr>
          <a:lstStyle>
            <a:lvl1pPr algn="l">
              <a:defRPr sz="1067" b="0">
                <a:solidFill>
                  <a:schemeClr val="tx1"/>
                </a:solidFill>
              </a:defRPr>
            </a:lvl1pPr>
          </a:lstStyle>
          <a:p>
            <a:r>
              <a:rPr lang="de-DE" noProof="0" dirty="0"/>
              <a:t>Westnetz GmbH · Name · TT Monat JJJJ</a:t>
            </a:r>
          </a:p>
        </p:txBody>
      </p:sp>
      <p:sp>
        <p:nvSpPr>
          <p:cNvPr id="6" name="Foliennummernplatzhalter 5"/>
          <p:cNvSpPr>
            <a:spLocks noGrp="1"/>
          </p:cNvSpPr>
          <p:nvPr>
            <p:ph type="sldNum" sz="quarter" idx="4"/>
          </p:nvPr>
        </p:nvSpPr>
        <p:spPr bwMode="gray">
          <a:xfrm>
            <a:off x="9776354" y="6324058"/>
            <a:ext cx="785047" cy="164148"/>
          </a:xfrm>
          <a:prstGeom prst="rect">
            <a:avLst/>
          </a:prstGeom>
        </p:spPr>
        <p:txBody>
          <a:bodyPr vert="horz" wrap="square" lIns="0" tIns="0" rIns="0" bIns="0" rtlCol="0" anchor="ctr">
            <a:spAutoFit/>
          </a:bodyPr>
          <a:lstStyle>
            <a:lvl1pPr algn="r">
              <a:defRPr sz="1067">
                <a:solidFill>
                  <a:schemeClr val="tx1"/>
                </a:solidFill>
              </a:defRPr>
            </a:lvl1pPr>
          </a:lstStyle>
          <a:p>
            <a:fld id="{F05F51B1-EF07-4A0A-8ED6-43388CBBB34F}" type="slidenum">
              <a:rPr lang="de-DE" noProof="0" smtClean="0"/>
              <a:pPr/>
              <a:t>‹Nr.›</a:t>
            </a:fld>
            <a:endParaRPr lang="de-DE" noProof="0" dirty="0"/>
          </a:p>
        </p:txBody>
      </p:sp>
      <p:grpSp>
        <p:nvGrpSpPr>
          <p:cNvPr id="21" name="Gruppieren 20"/>
          <p:cNvGrpSpPr/>
          <p:nvPr/>
        </p:nvGrpSpPr>
        <p:grpSpPr>
          <a:xfrm>
            <a:off x="767408" y="-166621"/>
            <a:ext cx="9889099" cy="144000"/>
            <a:chOff x="575556" y="-124966"/>
            <a:chExt cx="7416824" cy="108000"/>
          </a:xfrm>
        </p:grpSpPr>
        <p:sp>
          <p:nvSpPr>
            <p:cNvPr id="4" name="Freihandform 3"/>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10" name="Freihandform 9"/>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11" name="Freihandform 10"/>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12" name="Freihandform 11"/>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grpSp>
      <p:grpSp>
        <p:nvGrpSpPr>
          <p:cNvPr id="45" name="Gruppieren 44"/>
          <p:cNvGrpSpPr/>
          <p:nvPr/>
        </p:nvGrpSpPr>
        <p:grpSpPr>
          <a:xfrm>
            <a:off x="767408" y="6880621"/>
            <a:ext cx="9889099" cy="144000"/>
            <a:chOff x="575556" y="5160466"/>
            <a:chExt cx="7416824" cy="108000"/>
          </a:xfrm>
        </p:grpSpPr>
        <p:sp>
          <p:nvSpPr>
            <p:cNvPr id="15" name="Freihandform 14"/>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17" name="Freihandform 16"/>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18" name="Freihandform 17"/>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19" name="Freihandform 18"/>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22" name="Gruppieren 21"/>
          <p:cNvGrpSpPr/>
          <p:nvPr/>
        </p:nvGrpSpPr>
        <p:grpSpPr>
          <a:xfrm>
            <a:off x="-221271" y="1930675"/>
            <a:ext cx="192000" cy="4234640"/>
            <a:chOff x="-165953" y="1448006"/>
            <a:chExt cx="144000" cy="3175980"/>
          </a:xfrm>
        </p:grpSpPr>
        <p:sp>
          <p:nvSpPr>
            <p:cNvPr id="23" name="Freihandform 22"/>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24" name="Freihandform 23"/>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20" name="Gruppieren 19"/>
          <p:cNvGrpSpPr/>
          <p:nvPr/>
        </p:nvGrpSpPr>
        <p:grpSpPr>
          <a:xfrm>
            <a:off x="12221656" y="1940836"/>
            <a:ext cx="192000" cy="4229040"/>
            <a:chOff x="9166242" y="1455627"/>
            <a:chExt cx="144000" cy="3171780"/>
          </a:xfrm>
        </p:grpSpPr>
        <p:sp>
          <p:nvSpPr>
            <p:cNvPr id="26" name="Freihandform 25"/>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8" name="Freihandform 47"/>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pic>
        <p:nvPicPr>
          <p:cNvPr id="27" name="Grafik 26">
            <a:extLst>
              <a:ext uri="{FF2B5EF4-FFF2-40B4-BE49-F238E27FC236}">
                <a16:creationId xmlns:a16="http://schemas.microsoft.com/office/drawing/2014/main" id="{CBD1BD74-6C52-49D2-AB07-A369E43D4A5A}"/>
              </a:ext>
            </a:extLst>
          </p:cNvPr>
          <p:cNvPicPr>
            <a:picLocks noChangeAspect="1"/>
          </p:cNvPicPr>
          <p:nvPr userDrawn="1"/>
        </p:nvPicPr>
        <p:blipFill>
          <a:blip r:embed="rId38"/>
          <a:stretch>
            <a:fillRect/>
          </a:stretch>
        </p:blipFill>
        <p:spPr bwMode="black">
          <a:xfrm>
            <a:off x="10780800" y="364590"/>
            <a:ext cx="1147200" cy="200903"/>
          </a:xfrm>
          <a:prstGeom prst="rect">
            <a:avLst/>
          </a:prstGeom>
        </p:spPr>
      </p:pic>
      <p:pic>
        <p:nvPicPr>
          <p:cNvPr id="29" name="Grafik 28">
            <a:extLst>
              <a:ext uri="{FF2B5EF4-FFF2-40B4-BE49-F238E27FC236}">
                <a16:creationId xmlns:a16="http://schemas.microsoft.com/office/drawing/2014/main" id="{1F8B5DA6-98CE-483A-9E16-DFF6417869FA}"/>
              </a:ext>
            </a:extLst>
          </p:cNvPr>
          <p:cNvPicPr>
            <a:picLocks noChangeAspect="1"/>
          </p:cNvPicPr>
          <p:nvPr userDrawn="1"/>
        </p:nvPicPr>
        <p:blipFill>
          <a:blip r:embed="rId39"/>
          <a:stretch>
            <a:fillRect/>
          </a:stretch>
        </p:blipFill>
        <p:spPr bwMode="black">
          <a:xfrm>
            <a:off x="10778772" y="6280361"/>
            <a:ext cx="1149227" cy="212296"/>
          </a:xfrm>
          <a:prstGeom prst="rect">
            <a:avLst/>
          </a:prstGeom>
        </p:spPr>
      </p:pic>
    </p:spTree>
    <p:extLst>
      <p:ext uri="{BB962C8B-B14F-4D97-AF65-F5344CB8AC3E}">
        <p14:creationId xmlns:p14="http://schemas.microsoft.com/office/powerpoint/2010/main" val="1764762093"/>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 id="2147483710" r:id="rId25"/>
    <p:sldLayoutId id="2147483711" r:id="rId26"/>
    <p:sldLayoutId id="2147483712" r:id="rId27"/>
    <p:sldLayoutId id="2147483713" r:id="rId28"/>
    <p:sldLayoutId id="2147483714" r:id="rId29"/>
    <p:sldLayoutId id="2147483715" r:id="rId30"/>
    <p:sldLayoutId id="2147483716" r:id="rId31"/>
    <p:sldLayoutId id="2147483717" r:id="rId32"/>
    <p:sldLayoutId id="2147483718" r:id="rId33"/>
  </p:sldLayoutIdLst>
  <p:hf hdr="0" dt="0"/>
  <p:txStyles>
    <p:titleStyle>
      <a:lvl1pPr algn="l" defTabSz="1219170" rtl="0" eaLnBrk="1" latinLnBrk="0" hangingPunct="1">
        <a:lnSpc>
          <a:spcPct val="90000"/>
        </a:lnSpc>
        <a:spcBef>
          <a:spcPct val="0"/>
        </a:spcBef>
        <a:buNone/>
        <a:defRPr sz="3467" kern="1200">
          <a:solidFill>
            <a:schemeClr val="tx1"/>
          </a:solidFill>
          <a:latin typeface="+mj-lt"/>
          <a:ea typeface="+mj-ea"/>
          <a:cs typeface="+mj-cs"/>
        </a:defRPr>
      </a:lvl1pPr>
    </p:titleStyle>
    <p:bodyStyle>
      <a:lvl1pPr marL="239178" indent="-239178" algn="l" defTabSz="1219170" rtl="0" eaLnBrk="1" latinLnBrk="0" hangingPunct="1">
        <a:spcBef>
          <a:spcPts val="400"/>
        </a:spcBef>
        <a:buFont typeface="Arial" pitchFamily="34" charset="0"/>
        <a:buChar char="•"/>
        <a:defRPr sz="2133" kern="1200" baseline="0">
          <a:solidFill>
            <a:schemeClr val="tx1"/>
          </a:solidFill>
          <a:latin typeface="+mn-lt"/>
          <a:ea typeface="+mn-ea"/>
          <a:cs typeface="+mn-cs"/>
        </a:defRPr>
      </a:lvl1pPr>
      <a:lvl2pPr marL="480472" indent="-241294" algn="l" defTabSz="1219170" rtl="0" eaLnBrk="1" latinLnBrk="0" hangingPunct="1">
        <a:spcBef>
          <a:spcPts val="267"/>
        </a:spcBef>
        <a:buFont typeface="Symbol" panose="05050102010706020507" pitchFamily="18" charset="2"/>
        <a:buChar char="-"/>
        <a:defRPr sz="2133" kern="1200">
          <a:solidFill>
            <a:schemeClr val="tx1"/>
          </a:solidFill>
          <a:latin typeface="+mn-lt"/>
          <a:ea typeface="+mn-ea"/>
          <a:cs typeface="+mn-cs"/>
        </a:defRPr>
      </a:lvl2pPr>
      <a:lvl3pPr marL="717533" indent="-239994" algn="l" defTabSz="1219170" rtl="0" eaLnBrk="1" latinLnBrk="0" hangingPunct="1">
        <a:spcBef>
          <a:spcPts val="267"/>
        </a:spcBef>
        <a:buFont typeface="Arial" pitchFamily="34" charset="0"/>
        <a:buChar char="•"/>
        <a:defRPr sz="2133" kern="1200">
          <a:solidFill>
            <a:schemeClr val="tx1"/>
          </a:solidFill>
          <a:latin typeface="+mn-lt"/>
          <a:ea typeface="+mn-ea"/>
          <a:cs typeface="+mn-cs"/>
        </a:defRPr>
      </a:lvl3pPr>
      <a:lvl4pPr marL="0" indent="0" algn="l" defTabSz="1219170" rtl="0" eaLnBrk="1" latinLnBrk="0" hangingPunct="1">
        <a:spcBef>
          <a:spcPts val="1333"/>
        </a:spcBef>
        <a:buFont typeface="Arial" pitchFamily="34" charset="0"/>
        <a:buNone/>
        <a:defRPr sz="2133" b="1" kern="1200">
          <a:solidFill>
            <a:schemeClr val="tx1"/>
          </a:solidFill>
          <a:latin typeface="+mn-lt"/>
          <a:ea typeface="+mn-ea"/>
          <a:cs typeface="+mn-cs"/>
        </a:defRPr>
      </a:lvl4pPr>
      <a:lvl5pPr marL="0" indent="0" algn="l" defTabSz="1219170" rtl="0" eaLnBrk="1" latinLnBrk="0" hangingPunct="1">
        <a:spcBef>
          <a:spcPts val="800"/>
        </a:spcBef>
        <a:buFont typeface="Arial" pitchFamily="34" charset="0"/>
        <a:buNone/>
        <a:defRPr sz="2133"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17">
          <p15:clr>
            <a:srgbClr val="F26B43"/>
          </p15:clr>
        </p15:guide>
        <p15:guide id="2" pos="363">
          <p15:clr>
            <a:srgbClr val="F26B43"/>
          </p15:clr>
        </p15:guide>
        <p15:guide id="3" pos="5035">
          <p15:clr>
            <a:srgbClr val="F26B43"/>
          </p15:clr>
        </p15:guide>
        <p15:guide id="4" orient="horz" pos="3952">
          <p15:clr>
            <a:srgbClr val="F26B43"/>
          </p15:clr>
        </p15:guide>
        <p15:guide id="5" pos="2608">
          <p15:clr>
            <a:srgbClr val="F26B43"/>
          </p15:clr>
        </p15:guide>
        <p15:guide id="6" pos="2789">
          <p15:clr>
            <a:srgbClr val="F26B43"/>
          </p15:clr>
        </p15:guide>
        <p15:guide id="7" orient="horz" pos="291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1.emf"/><Relationship Id="rId5" Type="http://schemas.openxmlformats.org/officeDocument/2006/relationships/oleObject" Target="../embeddings/oleObject13.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DDF21048-A5F0-4308-8D35-BF8C25765C06}"/>
              </a:ext>
            </a:extLst>
          </p:cNvPr>
          <p:cNvGraphicFramePr>
            <a:graphicFrameLocks noChangeAspect="1"/>
          </p:cNvGraphicFramePr>
          <p:nvPr>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5" imgW="301" imgH="298" progId="TCLayout.ActiveDocument.1">
                  <p:embed/>
                </p:oleObj>
              </mc:Choice>
              <mc:Fallback>
                <p:oleObj name="think-cell Folie" r:id="rId5" imgW="301" imgH="298" progId="TCLayout.ActiveDocument.1">
                  <p:embed/>
                  <p:pic>
                    <p:nvPicPr>
                      <p:cNvPr id="2" name="Object 1" hidden="1">
                        <a:extLst>
                          <a:ext uri="{FF2B5EF4-FFF2-40B4-BE49-F238E27FC236}">
                            <a16:creationId xmlns:a16="http://schemas.microsoft.com/office/drawing/2014/main" id="{DDF21048-A5F0-4308-8D35-BF8C25765C06}"/>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126D79B6-A3CA-4AA6-AC46-E30232C7399D}"/>
              </a:ext>
            </a:extLst>
          </p:cNvPr>
          <p:cNvSpPr/>
          <p:nvPr>
            <p:custDataLst>
              <p:tags r:id="rId2"/>
            </p:custDataLst>
          </p:nvPr>
        </p:nvSpPr>
        <p:spPr>
          <a:xfrm>
            <a:off x="0" y="0"/>
            <a:ext cx="211667" cy="2116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de-DE" sz="3200">
              <a:latin typeface="EON Brix Sans Black" panose="020B0A00000000000000" pitchFamily="34" charset="0"/>
              <a:ea typeface="+mj-ea"/>
              <a:cs typeface="+mj-cs"/>
              <a:sym typeface="EON Brix Sans Black" panose="020B0A00000000000000" pitchFamily="34" charset="0"/>
            </a:endParaRPr>
          </a:p>
        </p:txBody>
      </p:sp>
      <p:sp>
        <p:nvSpPr>
          <p:cNvPr id="3" name="Title 2">
            <a:extLst>
              <a:ext uri="{FF2B5EF4-FFF2-40B4-BE49-F238E27FC236}">
                <a16:creationId xmlns:a16="http://schemas.microsoft.com/office/drawing/2014/main" id="{CD9BC804-9917-434C-A6F4-3ED40BF9CF17}"/>
              </a:ext>
            </a:extLst>
          </p:cNvPr>
          <p:cNvSpPr>
            <a:spLocks noGrp="1"/>
          </p:cNvSpPr>
          <p:nvPr>
            <p:ph type="ctrTitle"/>
          </p:nvPr>
        </p:nvSpPr>
        <p:spPr>
          <a:xfrm>
            <a:off x="2088000" y="2842814"/>
            <a:ext cx="8016000" cy="1632000"/>
          </a:xfrm>
        </p:spPr>
        <p:txBody>
          <a:bodyPr vert="horz" anchor="t"/>
          <a:lstStyle/>
          <a:p>
            <a:pPr fontAlgn="base">
              <a:spcBef>
                <a:spcPts val="0"/>
              </a:spcBef>
            </a:pPr>
            <a:br>
              <a:rPr lang="de-DE" dirty="0">
                <a:latin typeface="Calibri" panose="020F0502020204030204" pitchFamily="34" charset="0"/>
                <a:cs typeface="Calibri" panose="020F0502020204030204" pitchFamily="34" charset="0"/>
                <a:sym typeface="EON Brix Sans Black" panose="020B0A00000000000000" pitchFamily="34" charset="0"/>
              </a:rPr>
            </a:br>
            <a:br>
              <a:rPr lang="de-DE" dirty="0">
                <a:latin typeface="Calibri" panose="020F0502020204030204" pitchFamily="34" charset="0"/>
                <a:cs typeface="Calibri" panose="020F0502020204030204" pitchFamily="34" charset="0"/>
                <a:sym typeface="EON Brix Sans Black" panose="020B0A00000000000000" pitchFamily="34" charset="0"/>
              </a:rPr>
            </a:br>
            <a:endParaRPr lang="de-DE" sz="1867" b="1" dirty="0">
              <a:latin typeface="Calibri" panose="020F0502020204030204" pitchFamily="34" charset="0"/>
              <a:cs typeface="Calibri" panose="020F0502020204030204" pitchFamily="34" charset="0"/>
              <a:sym typeface="EON Brix Sans Black" panose="020B0A00000000000000" pitchFamily="34" charset="0"/>
            </a:endParaRPr>
          </a:p>
        </p:txBody>
      </p:sp>
      <p:sp>
        <p:nvSpPr>
          <p:cNvPr id="10" name="Untertitel 9">
            <a:extLst>
              <a:ext uri="{FF2B5EF4-FFF2-40B4-BE49-F238E27FC236}">
                <a16:creationId xmlns:a16="http://schemas.microsoft.com/office/drawing/2014/main" id="{F81EF46D-6029-F1F6-B1A6-7DA6891D0801}"/>
              </a:ext>
            </a:extLst>
          </p:cNvPr>
          <p:cNvSpPr>
            <a:spLocks noGrp="1"/>
          </p:cNvSpPr>
          <p:nvPr>
            <p:ph type="subTitle" idx="1"/>
          </p:nvPr>
        </p:nvSpPr>
        <p:spPr>
          <a:xfrm>
            <a:off x="2088000" y="3345134"/>
            <a:ext cx="8016000" cy="1420219"/>
          </a:xfrm>
        </p:spPr>
        <p:txBody>
          <a:bodyPr/>
          <a:lstStyle/>
          <a:p>
            <a:r>
              <a:rPr lang="de-DE" b="1" dirty="0"/>
              <a:t>API Security </a:t>
            </a:r>
          </a:p>
          <a:p>
            <a:r>
              <a:rPr lang="de-DE" dirty="0"/>
              <a:t>Sicherheitsmechanismen in der modernen Marktkommunikation</a:t>
            </a:r>
          </a:p>
        </p:txBody>
      </p:sp>
      <p:sp>
        <p:nvSpPr>
          <p:cNvPr id="20" name="Rectangle 31">
            <a:extLst>
              <a:ext uri="{FF2B5EF4-FFF2-40B4-BE49-F238E27FC236}">
                <a16:creationId xmlns:a16="http://schemas.microsoft.com/office/drawing/2014/main" id="{8D19EC39-7111-F3AF-D954-4AF4D10E1088}"/>
              </a:ext>
            </a:extLst>
          </p:cNvPr>
          <p:cNvSpPr/>
          <p:nvPr/>
        </p:nvSpPr>
        <p:spPr>
          <a:xfrm>
            <a:off x="490959" y="2372883"/>
            <a:ext cx="11702264" cy="27843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8000" rIns="0" bIns="48000" rtlCol="0" anchor="t">
            <a:noAutofit/>
          </a:bodyPr>
          <a:lstStyle/>
          <a:p>
            <a:pPr>
              <a:defRPr/>
            </a:pPr>
            <a:endParaRPr lang="de-DE" sz="1867" dirty="0">
              <a:solidFill>
                <a:schemeClr val="tx1"/>
              </a:solidFill>
            </a:endParaRPr>
          </a:p>
          <a:p>
            <a:pPr>
              <a:defRPr/>
            </a:pPr>
            <a:endParaRPr lang="de-DE" sz="1867" i="1" dirty="0">
              <a:solidFill>
                <a:schemeClr val="tx1"/>
              </a:solidFill>
              <a:ea typeface="+mn-lt"/>
              <a:cs typeface="+mn-lt"/>
            </a:endParaRPr>
          </a:p>
          <a:p>
            <a:pPr>
              <a:defRPr/>
            </a:pPr>
            <a:endParaRPr lang="de-DE" sz="1867" dirty="0">
              <a:solidFill>
                <a:schemeClr val="tx1"/>
              </a:solidFill>
              <a:ea typeface="+mn-lt"/>
              <a:cs typeface="+mn-lt"/>
            </a:endParaRPr>
          </a:p>
          <a:p>
            <a:pPr>
              <a:defRPr/>
            </a:pPr>
            <a:endParaRPr lang="de-DE" sz="1867" dirty="0">
              <a:solidFill>
                <a:schemeClr val="tx1"/>
              </a:solidFill>
              <a:ea typeface="+mn-lt"/>
              <a:cs typeface="+mn-lt"/>
            </a:endParaRPr>
          </a:p>
        </p:txBody>
      </p:sp>
      <p:sp>
        <p:nvSpPr>
          <p:cNvPr id="15" name="Slide Number Placeholder 3">
            <a:extLst>
              <a:ext uri="{FF2B5EF4-FFF2-40B4-BE49-F238E27FC236}">
                <a16:creationId xmlns:a16="http://schemas.microsoft.com/office/drawing/2014/main" id="{6F2629F7-DD80-7846-7B44-B6A99F86AF0B}"/>
              </a:ext>
            </a:extLst>
          </p:cNvPr>
          <p:cNvSpPr txBox="1">
            <a:spLocks/>
          </p:cNvSpPr>
          <p:nvPr/>
        </p:nvSpPr>
        <p:spPr>
          <a:xfrm>
            <a:off x="11333801" y="6216000"/>
            <a:ext cx="364800" cy="192000"/>
          </a:xfrm>
          <a:prstGeom prst="rect">
            <a:avLst/>
          </a:prstGeom>
        </p:spPr>
        <p:txBody>
          <a:bodyPr vert="horz" lIns="0" tIns="0" rIns="0" bIns="0" rtlCol="0" anchor="t" anchorCtr="0">
            <a:noAutofit/>
          </a:bodyPr>
          <a:lstStyle>
            <a:defPPr>
              <a:defRPr lang="de-DE"/>
            </a:defPPr>
            <a:lvl1pPr marL="0" algn="r" defTabSz="914400" rtl="0" eaLnBrk="1" latinLnBrk="0" hangingPunct="1">
              <a:lnSpc>
                <a:spcPts val="1125"/>
              </a:lnSpc>
              <a:defRPr kumimoji="0" lang="de-DE" sz="900" b="0" i="0" u="none" kern="1200" baseline="0">
                <a:solidFill>
                  <a:srgbClr val="00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C795C4-4A26-412B-AA90-98E97FF83D41}" type="slidenum">
              <a:rPr lang="de-DE" sz="1200"/>
              <a:pPr/>
              <a:t>1</a:t>
            </a:fld>
            <a:endParaRPr lang="de-DE" sz="1200"/>
          </a:p>
        </p:txBody>
      </p:sp>
    </p:spTree>
    <p:extLst>
      <p:ext uri="{BB962C8B-B14F-4D97-AF65-F5344CB8AC3E}">
        <p14:creationId xmlns:p14="http://schemas.microsoft.com/office/powerpoint/2010/main" val="1761227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EBC25-9288-95C5-60A9-E50CF3A2FE60}"/>
            </a:ext>
          </a:extLst>
        </p:cNvPr>
        <p:cNvGrpSpPr/>
        <p:nvPr/>
      </p:nvGrpSpPr>
      <p:grpSpPr>
        <a:xfrm>
          <a:off x="0" y="0"/>
          <a:ext cx="0" cy="0"/>
          <a:chOff x="0" y="0"/>
          <a:chExt cx="0" cy="0"/>
        </a:xfrm>
      </p:grpSpPr>
      <p:sp>
        <p:nvSpPr>
          <p:cNvPr id="4" name="Datumsplatzhalter 3" hidden="1">
            <a:extLst>
              <a:ext uri="{FF2B5EF4-FFF2-40B4-BE49-F238E27FC236}">
                <a16:creationId xmlns:a16="http://schemas.microsoft.com/office/drawing/2014/main" id="{61B4DF8D-2B77-3F28-E7D3-5D214B40FAF7}"/>
              </a:ext>
            </a:extLst>
          </p:cNvPr>
          <p:cNvSpPr>
            <a:spLocks noGrp="1"/>
          </p:cNvSpPr>
          <p:nvPr>
            <p:ph type="dt" sz="half" idx="4294967295"/>
          </p:nvPr>
        </p:nvSpPr>
        <p:spPr>
          <a:xfrm>
            <a:off x="7219200" y="696000"/>
            <a:ext cx="1920000" cy="192000"/>
          </a:xfrm>
        </p:spPr>
        <p:txBody>
          <a:bodyPr/>
          <a:lstStyle/>
          <a:p>
            <a:pPr>
              <a:spcAft>
                <a:spcPts val="600"/>
              </a:spcAft>
            </a:pPr>
            <a:r>
              <a:rPr lang="de-DE"/>
              <a:t>20.03.2017</a:t>
            </a:r>
          </a:p>
        </p:txBody>
      </p:sp>
      <p:sp>
        <p:nvSpPr>
          <p:cNvPr id="2" name="Textfeld 1">
            <a:extLst>
              <a:ext uri="{FF2B5EF4-FFF2-40B4-BE49-F238E27FC236}">
                <a16:creationId xmlns:a16="http://schemas.microsoft.com/office/drawing/2014/main" id="{BBA13BCC-1F6B-EE59-135E-377A63184760}"/>
              </a:ext>
            </a:extLst>
          </p:cNvPr>
          <p:cNvSpPr txBox="1"/>
          <p:nvPr/>
        </p:nvSpPr>
        <p:spPr>
          <a:xfrm>
            <a:off x="1023656" y="873793"/>
            <a:ext cx="8482322" cy="461665"/>
          </a:xfrm>
          <a:prstGeom prst="rect">
            <a:avLst/>
          </a:prstGeom>
          <a:noFill/>
        </p:spPr>
        <p:txBody>
          <a:bodyPr wrap="none" rtlCol="0">
            <a:spAutoFit/>
          </a:bodyPr>
          <a:lstStyle/>
          <a:p>
            <a:r>
              <a:rPr lang="de-DE" sz="2400" b="1" dirty="0"/>
              <a:t>API Signaturen und Verschlüsselung in der Marktkommunikation </a:t>
            </a:r>
          </a:p>
        </p:txBody>
      </p:sp>
      <p:sp>
        <p:nvSpPr>
          <p:cNvPr id="3" name="Textfeld 2">
            <a:extLst>
              <a:ext uri="{FF2B5EF4-FFF2-40B4-BE49-F238E27FC236}">
                <a16:creationId xmlns:a16="http://schemas.microsoft.com/office/drawing/2014/main" id="{55967512-7D43-7C7B-C460-F6D1B818CD9D}"/>
              </a:ext>
            </a:extLst>
          </p:cNvPr>
          <p:cNvSpPr txBox="1"/>
          <p:nvPr/>
        </p:nvSpPr>
        <p:spPr>
          <a:xfrm>
            <a:off x="2612901" y="2052151"/>
            <a:ext cx="5770106" cy="3139321"/>
          </a:xfrm>
          <a:prstGeom prst="rect">
            <a:avLst/>
          </a:prstGeom>
          <a:noFill/>
        </p:spPr>
        <p:txBody>
          <a:bodyPr wrap="none" rtlCol="0">
            <a:spAutoFit/>
          </a:bodyPr>
          <a:lstStyle/>
          <a:p>
            <a:endParaRPr lang="de-DE" dirty="0"/>
          </a:p>
          <a:p>
            <a:pPr marL="285750" indent="-285750">
              <a:buFont typeface="Arial" panose="020B0604020202020204" pitchFamily="34" charset="0"/>
              <a:buChar char="•"/>
            </a:pPr>
            <a:r>
              <a:rPr lang="de-DE" dirty="0"/>
              <a:t>Verwendung von Standards bzw. State-</a:t>
            </a:r>
            <a:r>
              <a:rPr lang="de-DE" dirty="0" err="1"/>
              <a:t>of</a:t>
            </a:r>
            <a:r>
              <a:rPr lang="de-DE" dirty="0"/>
              <a:t>-</a:t>
            </a:r>
            <a:r>
              <a:rPr lang="de-DE" dirty="0" err="1"/>
              <a:t>the</a:t>
            </a:r>
            <a:r>
              <a:rPr lang="de-DE" dirty="0"/>
              <a:t>-Art</a:t>
            </a:r>
          </a:p>
          <a:p>
            <a:pPr marL="285750" indent="-285750">
              <a:buFont typeface="Arial" panose="020B0604020202020204" pitchFamily="34" charset="0"/>
              <a:buChar char="•"/>
            </a:pPr>
            <a:r>
              <a:rPr lang="de-DE" dirty="0"/>
              <a:t>Trennung von Inhalt (Payload) und Handlung (Header)</a:t>
            </a:r>
          </a:p>
          <a:p>
            <a:pPr marL="285750" indent="-285750">
              <a:buFont typeface="Arial" panose="020B0604020202020204" pitchFamily="34" charset="0"/>
              <a:buChar char="•"/>
            </a:pPr>
            <a:r>
              <a:rPr lang="de-DE" dirty="0"/>
              <a:t>Hohe Sicherheit - </a:t>
            </a:r>
            <a:r>
              <a:rPr lang="de-DE" dirty="0" err="1"/>
              <a:t>Kritis</a:t>
            </a:r>
            <a:endParaRPr lang="de-DE" dirty="0"/>
          </a:p>
          <a:p>
            <a:pPr marL="285750" indent="-285750">
              <a:buFont typeface="Arial" panose="020B0604020202020204" pitchFamily="34" charset="0"/>
              <a:buChar char="•"/>
            </a:pPr>
            <a:r>
              <a:rPr lang="de-DE" dirty="0"/>
              <a:t>Moderne und nachhaltige Architektur</a:t>
            </a:r>
          </a:p>
          <a:p>
            <a:pPr marL="285750" indent="-285750">
              <a:buFont typeface="Arial" panose="020B0604020202020204" pitchFamily="34" charset="0"/>
              <a:buChar char="•"/>
            </a:pPr>
            <a:r>
              <a:rPr lang="de-DE" dirty="0"/>
              <a:t>Verwendung von marktüblichen Tools</a:t>
            </a:r>
          </a:p>
          <a:p>
            <a:pPr marL="285750" indent="-285750">
              <a:buFont typeface="Arial" panose="020B0604020202020204" pitchFamily="34" charset="0"/>
              <a:buChar char="•"/>
            </a:pPr>
            <a:r>
              <a:rPr lang="de-DE" dirty="0"/>
              <a:t>Rest-kompatibel </a:t>
            </a:r>
          </a:p>
          <a:p>
            <a:pPr marL="285750" indent="-285750">
              <a:buFont typeface="Arial" panose="020B0604020202020204" pitchFamily="34" charset="0"/>
              <a:buChar char="•"/>
            </a:pPr>
            <a:r>
              <a:rPr lang="de-DE" dirty="0"/>
              <a:t>Kompatibel zu Anforderungen NIS2</a:t>
            </a:r>
          </a:p>
          <a:p>
            <a:pPr marL="285750" indent="-285750">
              <a:buFont typeface="Arial" panose="020B0604020202020204" pitchFamily="34" charset="0"/>
              <a:buChar char="•"/>
            </a:pPr>
            <a:r>
              <a:rPr lang="de-DE" dirty="0"/>
              <a:t>Voraussichtlich lange Lebensdauer, daher sollten die </a:t>
            </a:r>
            <a:br>
              <a:rPr lang="de-DE" dirty="0"/>
            </a:br>
            <a:r>
              <a:rPr lang="de-DE" dirty="0"/>
              <a:t>neuesten verfügbaren Techniken verwendet werden</a:t>
            </a:r>
          </a:p>
          <a:p>
            <a:pPr marL="285750" indent="-285750">
              <a:buFont typeface="Arial" panose="020B0604020202020204" pitchFamily="34" charset="0"/>
              <a:buChar char="•"/>
            </a:pPr>
            <a:r>
              <a:rPr lang="de-DE" dirty="0"/>
              <a:t>Kompatibilität mit europäischen Richtlinien und Normen</a:t>
            </a:r>
          </a:p>
        </p:txBody>
      </p:sp>
    </p:spTree>
    <p:extLst>
      <p:ext uri="{BB962C8B-B14F-4D97-AF65-F5344CB8AC3E}">
        <p14:creationId xmlns:p14="http://schemas.microsoft.com/office/powerpoint/2010/main" val="4156746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5DCEB-AF04-B50F-6890-159A491EFE0C}"/>
            </a:ext>
          </a:extLst>
        </p:cNvPr>
        <p:cNvGrpSpPr/>
        <p:nvPr/>
      </p:nvGrpSpPr>
      <p:grpSpPr>
        <a:xfrm>
          <a:off x="0" y="0"/>
          <a:ext cx="0" cy="0"/>
          <a:chOff x="0" y="0"/>
          <a:chExt cx="0" cy="0"/>
        </a:xfrm>
      </p:grpSpPr>
      <p:sp>
        <p:nvSpPr>
          <p:cNvPr id="4" name="Datumsplatzhalter 3" hidden="1">
            <a:extLst>
              <a:ext uri="{FF2B5EF4-FFF2-40B4-BE49-F238E27FC236}">
                <a16:creationId xmlns:a16="http://schemas.microsoft.com/office/drawing/2014/main" id="{CE4E0894-BC61-2CDD-E9AC-19A950ADEA22}"/>
              </a:ext>
            </a:extLst>
          </p:cNvPr>
          <p:cNvSpPr>
            <a:spLocks noGrp="1"/>
          </p:cNvSpPr>
          <p:nvPr>
            <p:ph type="dt" sz="half" idx="4294967295"/>
          </p:nvPr>
        </p:nvSpPr>
        <p:spPr>
          <a:xfrm>
            <a:off x="7219200" y="696000"/>
            <a:ext cx="1920000" cy="192000"/>
          </a:xfrm>
        </p:spPr>
        <p:txBody>
          <a:bodyPr/>
          <a:lstStyle/>
          <a:p>
            <a:pPr>
              <a:spcAft>
                <a:spcPts val="600"/>
              </a:spcAft>
            </a:pPr>
            <a:r>
              <a:rPr lang="de-DE"/>
              <a:t>20.03.2017</a:t>
            </a:r>
          </a:p>
        </p:txBody>
      </p:sp>
      <p:sp>
        <p:nvSpPr>
          <p:cNvPr id="2" name="Textfeld 1">
            <a:extLst>
              <a:ext uri="{FF2B5EF4-FFF2-40B4-BE49-F238E27FC236}">
                <a16:creationId xmlns:a16="http://schemas.microsoft.com/office/drawing/2014/main" id="{641CF225-DEBB-244F-A406-5C09C946DCFD}"/>
              </a:ext>
            </a:extLst>
          </p:cNvPr>
          <p:cNvSpPr txBox="1"/>
          <p:nvPr/>
        </p:nvSpPr>
        <p:spPr>
          <a:xfrm>
            <a:off x="2097914" y="905764"/>
            <a:ext cx="7528921" cy="707886"/>
          </a:xfrm>
          <a:prstGeom prst="rect">
            <a:avLst/>
          </a:prstGeom>
          <a:noFill/>
        </p:spPr>
        <p:txBody>
          <a:bodyPr wrap="none" rtlCol="0">
            <a:spAutoFit/>
          </a:bodyPr>
          <a:lstStyle/>
          <a:p>
            <a:r>
              <a:rPr lang="de-DE" sz="2000" b="1" dirty="0"/>
              <a:t>Umfängliche Betrachtung aller notwendiger Sicherungsmechanismen</a:t>
            </a:r>
          </a:p>
          <a:p>
            <a:r>
              <a:rPr lang="de-DE" sz="2000" b="1" dirty="0"/>
              <a:t>als integriertes Gesamtkonzept</a:t>
            </a:r>
          </a:p>
        </p:txBody>
      </p:sp>
      <p:sp>
        <p:nvSpPr>
          <p:cNvPr id="6" name="Textfeld 5">
            <a:extLst>
              <a:ext uri="{FF2B5EF4-FFF2-40B4-BE49-F238E27FC236}">
                <a16:creationId xmlns:a16="http://schemas.microsoft.com/office/drawing/2014/main" id="{971C66CD-C2E8-D85B-DE10-5C066688B37C}"/>
              </a:ext>
            </a:extLst>
          </p:cNvPr>
          <p:cNvSpPr txBox="1"/>
          <p:nvPr/>
        </p:nvSpPr>
        <p:spPr>
          <a:xfrm>
            <a:off x="2097914" y="2045757"/>
            <a:ext cx="7116424" cy="3970318"/>
          </a:xfrm>
          <a:prstGeom prst="rect">
            <a:avLst/>
          </a:prstGeom>
          <a:noFill/>
        </p:spPr>
        <p:txBody>
          <a:bodyPr wrap="square" rtlCol="0">
            <a:spAutoFit/>
          </a:bodyPr>
          <a:lstStyle/>
          <a:p>
            <a:r>
              <a:rPr lang="de-DE" dirty="0"/>
              <a:t>Zur gesicherten Übertragung von </a:t>
            </a:r>
            <a:r>
              <a:rPr lang="de-DE" dirty="0" err="1"/>
              <a:t>API‘s</a:t>
            </a:r>
            <a:r>
              <a:rPr lang="de-DE" dirty="0"/>
              <a:t> müssen mehrere Handlungsfelder betrachtet werden. Diese müssen als Gesamtheit und kompatibel zueinander umgesetzt werden. Eine Herauslösung einzelner Komponenten führt zu einer Vulnerabilität der gesamten Sicherheitskette. Folgende Sicherungsmaßnahmen sind in Sequenz durchzuführen:</a:t>
            </a:r>
          </a:p>
          <a:p>
            <a:endParaRPr lang="de-DE" dirty="0"/>
          </a:p>
          <a:p>
            <a:pPr marL="342900" indent="-342900">
              <a:buFont typeface="+mj-lt"/>
              <a:buAutoNum type="arabicPeriod"/>
            </a:pPr>
            <a:r>
              <a:rPr lang="de-DE" b="1" dirty="0"/>
              <a:t>Payload Signatur </a:t>
            </a:r>
            <a:r>
              <a:rPr lang="de-DE" dirty="0"/>
              <a:t>(Standard JWS -&gt; RFC 7518, 7515) </a:t>
            </a:r>
          </a:p>
          <a:p>
            <a:pPr marL="342900" indent="-342900">
              <a:buFont typeface="+mj-lt"/>
              <a:buAutoNum type="arabicPeriod"/>
            </a:pPr>
            <a:r>
              <a:rPr lang="de-DE" b="1" dirty="0"/>
              <a:t>Verschlüsselung</a:t>
            </a:r>
            <a:r>
              <a:rPr lang="de-DE" dirty="0"/>
              <a:t> (Standard JWE -&gt; RFC 7519, 7518, 7516)</a:t>
            </a:r>
          </a:p>
          <a:p>
            <a:pPr marL="342900" indent="-342900">
              <a:buFont typeface="+mj-lt"/>
              <a:buAutoNum type="arabicPeriod"/>
            </a:pPr>
            <a:r>
              <a:rPr lang="de-DE" b="1" dirty="0"/>
              <a:t>Content-Digest</a:t>
            </a:r>
            <a:r>
              <a:rPr lang="de-DE" dirty="0"/>
              <a:t> (RFC 9530)</a:t>
            </a:r>
          </a:p>
          <a:p>
            <a:pPr marL="342900" indent="-342900">
              <a:buFont typeface="+mj-lt"/>
              <a:buAutoNum type="arabicPeriod"/>
            </a:pPr>
            <a:r>
              <a:rPr lang="de-DE" b="1" dirty="0"/>
              <a:t>HTTP-Signatur</a:t>
            </a:r>
            <a:r>
              <a:rPr lang="de-DE" dirty="0"/>
              <a:t> (RFC 9421, 9113)</a:t>
            </a:r>
          </a:p>
          <a:p>
            <a:pPr marL="342900" indent="-342900">
              <a:buFont typeface="+mj-lt"/>
              <a:buAutoNum type="arabicPeriod"/>
            </a:pPr>
            <a:r>
              <a:rPr lang="de-DE" b="1" dirty="0"/>
              <a:t>HTTP/2 (RFC 8446)</a:t>
            </a:r>
          </a:p>
          <a:p>
            <a:pPr marL="342900" indent="-342900">
              <a:buFont typeface="+mj-lt"/>
              <a:buAutoNum type="arabicPeriod"/>
            </a:pPr>
            <a:endParaRPr lang="de-DE" dirty="0"/>
          </a:p>
          <a:p>
            <a:pPr marL="342900" indent="-342900">
              <a:buFont typeface="+mj-lt"/>
              <a:buAutoNum type="arabicPeriod"/>
            </a:pPr>
            <a:endParaRPr lang="de-DE" dirty="0"/>
          </a:p>
          <a:p>
            <a:pPr marL="342900" indent="-342900">
              <a:buFont typeface="+mj-lt"/>
              <a:buAutoNum type="arabicPeriod"/>
            </a:pPr>
            <a:endParaRPr lang="de-DE" dirty="0"/>
          </a:p>
        </p:txBody>
      </p:sp>
    </p:spTree>
    <p:extLst>
      <p:ext uri="{BB962C8B-B14F-4D97-AF65-F5344CB8AC3E}">
        <p14:creationId xmlns:p14="http://schemas.microsoft.com/office/powerpoint/2010/main" val="2559906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89FA6-00A6-2FAF-E274-D2E289F65CDC}"/>
            </a:ext>
          </a:extLst>
        </p:cNvPr>
        <p:cNvGrpSpPr/>
        <p:nvPr/>
      </p:nvGrpSpPr>
      <p:grpSpPr>
        <a:xfrm>
          <a:off x="0" y="0"/>
          <a:ext cx="0" cy="0"/>
          <a:chOff x="0" y="0"/>
          <a:chExt cx="0" cy="0"/>
        </a:xfrm>
      </p:grpSpPr>
      <p:sp>
        <p:nvSpPr>
          <p:cNvPr id="25" name="Rechteck 24">
            <a:extLst>
              <a:ext uri="{FF2B5EF4-FFF2-40B4-BE49-F238E27FC236}">
                <a16:creationId xmlns:a16="http://schemas.microsoft.com/office/drawing/2014/main" id="{844D7F94-DAC7-FB64-7693-12D687C35909}"/>
              </a:ext>
            </a:extLst>
          </p:cNvPr>
          <p:cNvSpPr/>
          <p:nvPr/>
        </p:nvSpPr>
        <p:spPr>
          <a:xfrm>
            <a:off x="3919991" y="2579422"/>
            <a:ext cx="3040308" cy="2495358"/>
          </a:xfrm>
          <a:prstGeom prst="rect">
            <a:avLst/>
          </a:prstGeom>
          <a:solidFill>
            <a:schemeClr val="bg1">
              <a:lumMod val="50000"/>
            </a:schemeClr>
          </a:solidFill>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1000" dirty="0">
                <a:solidFill>
                  <a:srgbClr val="FF0000"/>
                </a:solidFill>
              </a:rPr>
              <a:t>HTTP/2 </a:t>
            </a:r>
            <a:r>
              <a:rPr lang="de-DE" sz="1000" dirty="0" err="1">
                <a:solidFill>
                  <a:srgbClr val="FF0000"/>
                </a:solidFill>
              </a:rPr>
              <a:t>Übetragung</a:t>
            </a:r>
            <a:endParaRPr lang="de-DE" sz="1000" dirty="0">
              <a:solidFill>
                <a:srgbClr val="FF0000"/>
              </a:solidFill>
            </a:endParaRPr>
          </a:p>
        </p:txBody>
      </p:sp>
      <p:sp>
        <p:nvSpPr>
          <p:cNvPr id="24" name="Rechteck 23">
            <a:extLst>
              <a:ext uri="{FF2B5EF4-FFF2-40B4-BE49-F238E27FC236}">
                <a16:creationId xmlns:a16="http://schemas.microsoft.com/office/drawing/2014/main" id="{AE78A14C-F981-58CD-3E7F-D66C1251CD6B}"/>
              </a:ext>
            </a:extLst>
          </p:cNvPr>
          <p:cNvSpPr/>
          <p:nvPr/>
        </p:nvSpPr>
        <p:spPr>
          <a:xfrm>
            <a:off x="4217449" y="2933673"/>
            <a:ext cx="2434559" cy="1937858"/>
          </a:xfrm>
          <a:prstGeom prst="rect">
            <a:avLst/>
          </a:prstGeom>
          <a:solidFill>
            <a:schemeClr val="bg1">
              <a:lumMod val="65000"/>
            </a:schemeClr>
          </a:solidFill>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1000" dirty="0">
                <a:solidFill>
                  <a:srgbClr val="FF0000"/>
                </a:solidFill>
              </a:rPr>
              <a:t>HTTP-Signatur</a:t>
            </a:r>
          </a:p>
        </p:txBody>
      </p:sp>
      <p:sp>
        <p:nvSpPr>
          <p:cNvPr id="21" name="Rechteck 20">
            <a:extLst>
              <a:ext uri="{FF2B5EF4-FFF2-40B4-BE49-F238E27FC236}">
                <a16:creationId xmlns:a16="http://schemas.microsoft.com/office/drawing/2014/main" id="{22D4E7C8-8CDC-BE8A-A82E-F6E19A02EC5F}"/>
              </a:ext>
            </a:extLst>
          </p:cNvPr>
          <p:cNvSpPr/>
          <p:nvPr/>
        </p:nvSpPr>
        <p:spPr>
          <a:xfrm>
            <a:off x="4545732" y="3260843"/>
            <a:ext cx="1813006" cy="1417741"/>
          </a:xfrm>
          <a:prstGeom prst="rect">
            <a:avLst/>
          </a:prstGeom>
          <a:solidFill>
            <a:schemeClr val="bg1">
              <a:lumMod val="75000"/>
            </a:schemeClr>
          </a:solidFill>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1000" dirty="0">
                <a:solidFill>
                  <a:srgbClr val="FF0000"/>
                </a:solidFill>
              </a:rPr>
              <a:t>Content-Digest</a:t>
            </a:r>
          </a:p>
        </p:txBody>
      </p:sp>
      <p:sp>
        <p:nvSpPr>
          <p:cNvPr id="4" name="Datumsplatzhalter 3" hidden="1">
            <a:extLst>
              <a:ext uri="{FF2B5EF4-FFF2-40B4-BE49-F238E27FC236}">
                <a16:creationId xmlns:a16="http://schemas.microsoft.com/office/drawing/2014/main" id="{D29FBD54-7EB2-3A51-F38B-B06CFE862729}"/>
              </a:ext>
            </a:extLst>
          </p:cNvPr>
          <p:cNvSpPr>
            <a:spLocks noGrp="1"/>
          </p:cNvSpPr>
          <p:nvPr>
            <p:ph type="dt" sz="half" idx="4294967295"/>
          </p:nvPr>
        </p:nvSpPr>
        <p:spPr>
          <a:xfrm>
            <a:off x="7219200" y="696000"/>
            <a:ext cx="1920000" cy="192000"/>
          </a:xfrm>
        </p:spPr>
        <p:txBody>
          <a:bodyPr/>
          <a:lstStyle/>
          <a:p>
            <a:pPr>
              <a:spcAft>
                <a:spcPts val="600"/>
              </a:spcAft>
            </a:pPr>
            <a:r>
              <a:rPr lang="de-DE"/>
              <a:t>20.03.2017</a:t>
            </a:r>
          </a:p>
        </p:txBody>
      </p:sp>
      <p:sp>
        <p:nvSpPr>
          <p:cNvPr id="2" name="Textfeld 1">
            <a:extLst>
              <a:ext uri="{FF2B5EF4-FFF2-40B4-BE49-F238E27FC236}">
                <a16:creationId xmlns:a16="http://schemas.microsoft.com/office/drawing/2014/main" id="{DCF8686C-B946-3DD5-9B94-9BD5D813E1F4}"/>
              </a:ext>
            </a:extLst>
          </p:cNvPr>
          <p:cNvSpPr txBox="1"/>
          <p:nvPr/>
        </p:nvSpPr>
        <p:spPr>
          <a:xfrm>
            <a:off x="2097914" y="905764"/>
            <a:ext cx="5759975" cy="707886"/>
          </a:xfrm>
          <a:prstGeom prst="rect">
            <a:avLst/>
          </a:prstGeom>
          <a:noFill/>
        </p:spPr>
        <p:txBody>
          <a:bodyPr wrap="none" rtlCol="0">
            <a:spAutoFit/>
          </a:bodyPr>
          <a:lstStyle/>
          <a:p>
            <a:r>
              <a:rPr lang="de-DE" sz="2000" b="1" dirty="0"/>
              <a:t>Es entsteht ein mehrfach gesichertes Modell in einer</a:t>
            </a:r>
          </a:p>
          <a:p>
            <a:r>
              <a:rPr lang="de-DE" sz="2000" b="1" dirty="0"/>
              <a:t>Zwiebelschicht-Sicherheits-Architektur</a:t>
            </a:r>
          </a:p>
        </p:txBody>
      </p:sp>
      <p:sp>
        <p:nvSpPr>
          <p:cNvPr id="5" name="Rechteck 4">
            <a:extLst>
              <a:ext uri="{FF2B5EF4-FFF2-40B4-BE49-F238E27FC236}">
                <a16:creationId xmlns:a16="http://schemas.microsoft.com/office/drawing/2014/main" id="{1D2406C2-FF09-D4C4-BBFD-E1CC79FBBAAE}"/>
              </a:ext>
            </a:extLst>
          </p:cNvPr>
          <p:cNvSpPr/>
          <p:nvPr/>
        </p:nvSpPr>
        <p:spPr>
          <a:xfrm>
            <a:off x="4804679" y="3570404"/>
            <a:ext cx="1283515" cy="932012"/>
          </a:xfrm>
          <a:prstGeom prst="rect">
            <a:avLst/>
          </a:prstGeom>
          <a:solidFill>
            <a:schemeClr val="bg1">
              <a:lumMod val="85000"/>
            </a:schemeClr>
          </a:solidFill>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1000" dirty="0">
                <a:solidFill>
                  <a:srgbClr val="FF0000"/>
                </a:solidFill>
              </a:rPr>
              <a:t>Verschlüsselung</a:t>
            </a:r>
          </a:p>
        </p:txBody>
      </p:sp>
      <p:sp>
        <p:nvSpPr>
          <p:cNvPr id="3" name="Rechteck 2">
            <a:extLst>
              <a:ext uri="{FF2B5EF4-FFF2-40B4-BE49-F238E27FC236}">
                <a16:creationId xmlns:a16="http://schemas.microsoft.com/office/drawing/2014/main" id="{93327788-D833-1292-0555-16D708C8E43F}"/>
              </a:ext>
            </a:extLst>
          </p:cNvPr>
          <p:cNvSpPr/>
          <p:nvPr/>
        </p:nvSpPr>
        <p:spPr>
          <a:xfrm>
            <a:off x="5035376" y="3827101"/>
            <a:ext cx="830510" cy="528506"/>
          </a:xfrm>
          <a:prstGeom prst="rect">
            <a:avLst/>
          </a:prstGeom>
          <a:solidFill>
            <a:schemeClr val="bg1"/>
          </a:solidFill>
          <a:scene3d>
            <a:camera prst="orthographicFront">
              <a:rot lat="0" lon="0" rev="0"/>
            </a:camera>
            <a:lightRig rig="threePt" dir="t">
              <a:rot lat="0" lon="0" rev="1200000"/>
            </a:lightRig>
          </a:scene3d>
          <a:sp3d>
            <a:bevelT w="63500" h="25400" prst="softRound"/>
          </a:sp3d>
        </p:spPr>
        <p:style>
          <a:lnRef idx="0">
            <a:schemeClr val="accent6"/>
          </a:lnRef>
          <a:fillRef idx="3">
            <a:schemeClr val="accent6"/>
          </a:fillRef>
          <a:effectRef idx="3">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1000" dirty="0">
                <a:solidFill>
                  <a:schemeClr val="accent1"/>
                </a:solidFill>
              </a:rPr>
              <a:t>Payload Signatur</a:t>
            </a:r>
          </a:p>
        </p:txBody>
      </p:sp>
      <p:cxnSp>
        <p:nvCxnSpPr>
          <p:cNvPr id="10" name="Gerader Verbinder 9">
            <a:extLst>
              <a:ext uri="{FF2B5EF4-FFF2-40B4-BE49-F238E27FC236}">
                <a16:creationId xmlns:a16="http://schemas.microsoft.com/office/drawing/2014/main" id="{5E3B5CEE-7959-D282-60B7-59D90FED6CEC}"/>
              </a:ext>
            </a:extLst>
          </p:cNvPr>
          <p:cNvCxnSpPr>
            <a:cxnSpLocks/>
          </p:cNvCxnSpPr>
          <p:nvPr/>
        </p:nvCxnSpPr>
        <p:spPr>
          <a:xfrm>
            <a:off x="5865886" y="4355607"/>
            <a:ext cx="151001" cy="8389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AE4D489C-1ABE-6686-99D2-203B44FC0C51}"/>
              </a:ext>
            </a:extLst>
          </p:cNvPr>
          <p:cNvCxnSpPr>
            <a:cxnSpLocks/>
          </p:cNvCxnSpPr>
          <p:nvPr/>
        </p:nvCxnSpPr>
        <p:spPr>
          <a:xfrm flipV="1">
            <a:off x="5865886" y="2579422"/>
            <a:ext cx="1094413" cy="124767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90832EA0-5887-2499-2DB5-0BDD71D419C0}"/>
              </a:ext>
            </a:extLst>
          </p:cNvPr>
          <p:cNvCxnSpPr>
            <a:cxnSpLocks/>
          </p:cNvCxnSpPr>
          <p:nvPr/>
        </p:nvCxnSpPr>
        <p:spPr>
          <a:xfrm>
            <a:off x="3919991" y="2607229"/>
            <a:ext cx="1115385" cy="121987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EC0E0A76-2743-092D-D4DD-9B3F723DE37F}"/>
              </a:ext>
            </a:extLst>
          </p:cNvPr>
          <p:cNvCxnSpPr>
            <a:cxnSpLocks/>
          </p:cNvCxnSpPr>
          <p:nvPr/>
        </p:nvCxnSpPr>
        <p:spPr>
          <a:xfrm flipV="1">
            <a:off x="4884375" y="4346519"/>
            <a:ext cx="173728" cy="9297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1A7C6633-BFE9-29AB-81F9-CC6B2AE99E3D}"/>
              </a:ext>
            </a:extLst>
          </p:cNvPr>
          <p:cNvCxnSpPr>
            <a:cxnSpLocks/>
          </p:cNvCxnSpPr>
          <p:nvPr/>
        </p:nvCxnSpPr>
        <p:spPr>
          <a:xfrm flipV="1">
            <a:off x="4582371" y="4502416"/>
            <a:ext cx="222308" cy="12164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F9244E10-B904-0513-16D9-8B0E1CA4D804}"/>
              </a:ext>
            </a:extLst>
          </p:cNvPr>
          <p:cNvCxnSpPr>
            <a:cxnSpLocks/>
          </p:cNvCxnSpPr>
          <p:nvPr/>
        </p:nvCxnSpPr>
        <p:spPr>
          <a:xfrm flipH="1" flipV="1">
            <a:off x="6088194" y="4502416"/>
            <a:ext cx="222308" cy="12164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9" name="Gerader Verbinder 48">
            <a:extLst>
              <a:ext uri="{FF2B5EF4-FFF2-40B4-BE49-F238E27FC236}">
                <a16:creationId xmlns:a16="http://schemas.microsoft.com/office/drawing/2014/main" id="{D50C2B3F-C742-E583-BFC8-1CDE0F6A979B}"/>
              </a:ext>
            </a:extLst>
          </p:cNvPr>
          <p:cNvCxnSpPr>
            <a:cxnSpLocks/>
          </p:cNvCxnSpPr>
          <p:nvPr/>
        </p:nvCxnSpPr>
        <p:spPr>
          <a:xfrm flipH="1" flipV="1">
            <a:off x="6358738" y="4672626"/>
            <a:ext cx="250557" cy="14659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6" name="Gerader Verbinder 55">
            <a:extLst>
              <a:ext uri="{FF2B5EF4-FFF2-40B4-BE49-F238E27FC236}">
                <a16:creationId xmlns:a16="http://schemas.microsoft.com/office/drawing/2014/main" id="{AF51348B-7C09-E22E-FE05-6CDB913517B9}"/>
              </a:ext>
            </a:extLst>
          </p:cNvPr>
          <p:cNvCxnSpPr>
            <a:cxnSpLocks/>
          </p:cNvCxnSpPr>
          <p:nvPr/>
        </p:nvCxnSpPr>
        <p:spPr>
          <a:xfrm flipH="1" flipV="1">
            <a:off x="6652008" y="4871531"/>
            <a:ext cx="261094" cy="15320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880F6EB2-73FA-8B9D-7FFB-D13D748FA6FF}"/>
              </a:ext>
            </a:extLst>
          </p:cNvPr>
          <p:cNvCxnSpPr>
            <a:cxnSpLocks/>
          </p:cNvCxnSpPr>
          <p:nvPr/>
        </p:nvCxnSpPr>
        <p:spPr>
          <a:xfrm flipV="1">
            <a:off x="4268193" y="4672626"/>
            <a:ext cx="277539" cy="14659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Gerader Verbinder 62">
            <a:extLst>
              <a:ext uri="{FF2B5EF4-FFF2-40B4-BE49-F238E27FC236}">
                <a16:creationId xmlns:a16="http://schemas.microsoft.com/office/drawing/2014/main" id="{300B4844-D15C-7722-EDB0-8892E1E7E189}"/>
              </a:ext>
            </a:extLst>
          </p:cNvPr>
          <p:cNvCxnSpPr>
            <a:cxnSpLocks/>
          </p:cNvCxnSpPr>
          <p:nvPr/>
        </p:nvCxnSpPr>
        <p:spPr>
          <a:xfrm flipV="1">
            <a:off x="3973089" y="4868552"/>
            <a:ext cx="244360" cy="15618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7781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914E9-BD08-091B-73F3-3308DD55E756}"/>
            </a:ext>
          </a:extLst>
        </p:cNvPr>
        <p:cNvGrpSpPr/>
        <p:nvPr/>
      </p:nvGrpSpPr>
      <p:grpSpPr>
        <a:xfrm>
          <a:off x="0" y="0"/>
          <a:ext cx="0" cy="0"/>
          <a:chOff x="0" y="0"/>
          <a:chExt cx="0" cy="0"/>
        </a:xfrm>
      </p:grpSpPr>
      <p:sp>
        <p:nvSpPr>
          <p:cNvPr id="4" name="Datumsplatzhalter 3" hidden="1">
            <a:extLst>
              <a:ext uri="{FF2B5EF4-FFF2-40B4-BE49-F238E27FC236}">
                <a16:creationId xmlns:a16="http://schemas.microsoft.com/office/drawing/2014/main" id="{089D8A72-CC11-32D1-CF0D-EA399BB87135}"/>
              </a:ext>
            </a:extLst>
          </p:cNvPr>
          <p:cNvSpPr>
            <a:spLocks noGrp="1"/>
          </p:cNvSpPr>
          <p:nvPr>
            <p:ph type="dt" sz="half" idx="4294967295"/>
          </p:nvPr>
        </p:nvSpPr>
        <p:spPr>
          <a:xfrm>
            <a:off x="7219200" y="696000"/>
            <a:ext cx="1920000" cy="192000"/>
          </a:xfrm>
        </p:spPr>
        <p:txBody>
          <a:bodyPr/>
          <a:lstStyle/>
          <a:p>
            <a:pPr>
              <a:spcAft>
                <a:spcPts val="600"/>
              </a:spcAft>
            </a:pPr>
            <a:r>
              <a:rPr lang="de-DE"/>
              <a:t>20.03.2017</a:t>
            </a:r>
          </a:p>
        </p:txBody>
      </p:sp>
      <p:sp>
        <p:nvSpPr>
          <p:cNvPr id="2" name="Textfeld 1">
            <a:extLst>
              <a:ext uri="{FF2B5EF4-FFF2-40B4-BE49-F238E27FC236}">
                <a16:creationId xmlns:a16="http://schemas.microsoft.com/office/drawing/2014/main" id="{17FB6DEB-C781-999A-FC8A-0B6D95F0B675}"/>
              </a:ext>
            </a:extLst>
          </p:cNvPr>
          <p:cNvSpPr txBox="1"/>
          <p:nvPr/>
        </p:nvSpPr>
        <p:spPr>
          <a:xfrm>
            <a:off x="2097914" y="905764"/>
            <a:ext cx="5075107" cy="400110"/>
          </a:xfrm>
          <a:prstGeom prst="rect">
            <a:avLst/>
          </a:prstGeom>
          <a:noFill/>
        </p:spPr>
        <p:txBody>
          <a:bodyPr wrap="none" rtlCol="0">
            <a:spAutoFit/>
          </a:bodyPr>
          <a:lstStyle/>
          <a:p>
            <a:r>
              <a:rPr lang="de-DE" sz="2000" b="1" dirty="0"/>
              <a:t>Handlungsempfehlung – langfristig strategisch</a:t>
            </a:r>
          </a:p>
        </p:txBody>
      </p:sp>
      <p:sp>
        <p:nvSpPr>
          <p:cNvPr id="6" name="Textfeld 5">
            <a:extLst>
              <a:ext uri="{FF2B5EF4-FFF2-40B4-BE49-F238E27FC236}">
                <a16:creationId xmlns:a16="http://schemas.microsoft.com/office/drawing/2014/main" id="{4D6137C1-5A8B-6854-0F76-77468645846C}"/>
              </a:ext>
            </a:extLst>
          </p:cNvPr>
          <p:cNvSpPr txBox="1"/>
          <p:nvPr/>
        </p:nvSpPr>
        <p:spPr>
          <a:xfrm>
            <a:off x="2097914" y="2045757"/>
            <a:ext cx="7116424" cy="2862322"/>
          </a:xfrm>
          <a:prstGeom prst="rect">
            <a:avLst/>
          </a:prstGeom>
          <a:noFill/>
        </p:spPr>
        <p:txBody>
          <a:bodyPr wrap="square" rtlCol="0">
            <a:spAutoFit/>
          </a:bodyPr>
          <a:lstStyle/>
          <a:p>
            <a:pPr marL="342900" indent="-342900">
              <a:buFont typeface="Arial" panose="020B0604020202020204" pitchFamily="34" charset="0"/>
              <a:buChar char="•"/>
            </a:pPr>
            <a:r>
              <a:rPr lang="de-DE" dirty="0"/>
              <a:t>Integrierte Sichtweise auf die verschiedenen Komponenten einer API (Payload, Header, Übertragung)</a:t>
            </a:r>
          </a:p>
          <a:p>
            <a:pPr marL="342900" indent="-342900">
              <a:buFont typeface="Arial" panose="020B0604020202020204" pitchFamily="34" charset="0"/>
              <a:buChar char="•"/>
            </a:pPr>
            <a:r>
              <a:rPr lang="de-DE" dirty="0"/>
              <a:t>Sicherheitsimplementierung als Gesamtsicht auf das Zwiebelschicht-Sicherheitsmodell (5 Schichten)</a:t>
            </a:r>
          </a:p>
          <a:p>
            <a:pPr marL="342900" indent="-342900">
              <a:buFont typeface="Arial" panose="020B0604020202020204" pitchFamily="34" charset="0"/>
              <a:buChar char="•"/>
            </a:pPr>
            <a:r>
              <a:rPr lang="de-DE" dirty="0"/>
              <a:t>Keine Implementierung einzelner Komponenten aus dem Gesamtkontext</a:t>
            </a:r>
          </a:p>
          <a:p>
            <a:pPr marL="342900" indent="-342900">
              <a:buFont typeface="Arial" panose="020B0604020202020204" pitchFamily="34" charset="0"/>
              <a:buChar char="•"/>
            </a:pPr>
            <a:r>
              <a:rPr lang="de-DE" dirty="0"/>
              <a:t>Hinzuziehung von Spezialisten (z. B. Fraunhofer) zur Erstellung eines integrierten modernen Gesamtkonzeptes</a:t>
            </a:r>
          </a:p>
          <a:p>
            <a:pPr marL="342900" indent="-342900">
              <a:buFont typeface="+mj-lt"/>
              <a:buAutoNum type="arabicPeriod"/>
            </a:pPr>
            <a:endParaRPr lang="de-DE" dirty="0"/>
          </a:p>
          <a:p>
            <a:pPr marL="342900" indent="-342900">
              <a:buFont typeface="+mj-lt"/>
              <a:buAutoNum type="arabicPeriod"/>
            </a:pPr>
            <a:endParaRPr lang="de-DE" dirty="0"/>
          </a:p>
        </p:txBody>
      </p:sp>
    </p:spTree>
    <p:extLst>
      <p:ext uri="{BB962C8B-B14F-4D97-AF65-F5344CB8AC3E}">
        <p14:creationId xmlns:p14="http://schemas.microsoft.com/office/powerpoint/2010/main" val="1491570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059614A3-298C-7306-768E-70C0BA29122A}"/>
              </a:ext>
            </a:extLst>
          </p:cNvPr>
          <p:cNvSpPr txBox="1"/>
          <p:nvPr/>
        </p:nvSpPr>
        <p:spPr>
          <a:xfrm>
            <a:off x="1358400" y="515706"/>
            <a:ext cx="5971507" cy="400110"/>
          </a:xfrm>
          <a:prstGeom prst="rect">
            <a:avLst/>
          </a:prstGeom>
          <a:noFill/>
        </p:spPr>
        <p:txBody>
          <a:bodyPr wrap="none" rtlCol="0">
            <a:spAutoFit/>
          </a:bodyPr>
          <a:lstStyle/>
          <a:p>
            <a:r>
              <a:rPr lang="de-DE" sz="2000" b="1" dirty="0"/>
              <a:t>Payload Signatur (JOSE-Familie, RFC 7515, 7518, 8785) </a:t>
            </a:r>
          </a:p>
        </p:txBody>
      </p:sp>
      <p:sp>
        <p:nvSpPr>
          <p:cNvPr id="4" name="Textfeld 3">
            <a:extLst>
              <a:ext uri="{FF2B5EF4-FFF2-40B4-BE49-F238E27FC236}">
                <a16:creationId xmlns:a16="http://schemas.microsoft.com/office/drawing/2014/main" id="{C04B6285-AFDB-3EFD-97CB-55A42CDF4FA8}"/>
              </a:ext>
            </a:extLst>
          </p:cNvPr>
          <p:cNvSpPr txBox="1"/>
          <p:nvPr/>
        </p:nvSpPr>
        <p:spPr>
          <a:xfrm rot="16200000">
            <a:off x="10033025" y="3184414"/>
            <a:ext cx="2589042" cy="369332"/>
          </a:xfrm>
          <a:prstGeom prst="rect">
            <a:avLst/>
          </a:prstGeom>
          <a:noFill/>
        </p:spPr>
        <p:txBody>
          <a:bodyPr wrap="none" rtlCol="0">
            <a:spAutoFit/>
          </a:bodyPr>
          <a:lstStyle/>
          <a:p>
            <a:r>
              <a:rPr lang="de-DE" dirty="0"/>
              <a:t>Security Schritt für Schritt</a:t>
            </a:r>
          </a:p>
        </p:txBody>
      </p:sp>
      <p:sp>
        <p:nvSpPr>
          <p:cNvPr id="5" name="Rechteck 4">
            <a:extLst>
              <a:ext uri="{FF2B5EF4-FFF2-40B4-BE49-F238E27FC236}">
                <a16:creationId xmlns:a16="http://schemas.microsoft.com/office/drawing/2014/main" id="{CCF7FD8C-BFE1-7351-CC80-3A4AAA3882A4}"/>
              </a:ext>
            </a:extLst>
          </p:cNvPr>
          <p:cNvSpPr/>
          <p:nvPr/>
        </p:nvSpPr>
        <p:spPr>
          <a:xfrm>
            <a:off x="915793" y="1604996"/>
            <a:ext cx="2978400" cy="4265068"/>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1200" dirty="0">
                <a:solidFill>
                  <a:schemeClr val="tx1"/>
                </a:solidFill>
              </a:rPr>
              <a:t>POST /</a:t>
            </a:r>
            <a:r>
              <a:rPr lang="de-DE" sz="1200" dirty="0" err="1">
                <a:solidFill>
                  <a:schemeClr val="tx1"/>
                </a:solidFill>
              </a:rPr>
              <a:t>malo</a:t>
            </a:r>
            <a:r>
              <a:rPr lang="de-DE" sz="1200" dirty="0">
                <a:solidFill>
                  <a:schemeClr val="tx1"/>
                </a:solidFill>
              </a:rPr>
              <a:t>/ident HTTP/2</a:t>
            </a:r>
          </a:p>
          <a:p>
            <a:r>
              <a:rPr lang="de-DE" sz="1200" dirty="0">
                <a:solidFill>
                  <a:schemeClr val="tx1"/>
                </a:solidFill>
              </a:rPr>
              <a:t>Host: mabishub.com</a:t>
            </a:r>
          </a:p>
          <a:p>
            <a:r>
              <a:rPr lang="de-DE" sz="1200" dirty="0">
                <a:solidFill>
                  <a:schemeClr val="tx1"/>
                </a:solidFill>
              </a:rPr>
              <a:t>Content-Type: </a:t>
            </a:r>
            <a:r>
              <a:rPr lang="de-DE" sz="1200" dirty="0" err="1">
                <a:solidFill>
                  <a:schemeClr val="tx1"/>
                </a:solidFill>
              </a:rPr>
              <a:t>application</a:t>
            </a:r>
            <a:r>
              <a:rPr lang="de-DE" sz="1200" dirty="0">
                <a:solidFill>
                  <a:schemeClr val="tx1"/>
                </a:solidFill>
              </a:rPr>
              <a:t>/</a:t>
            </a:r>
            <a:r>
              <a:rPr lang="de-DE" sz="1200" dirty="0" err="1">
                <a:solidFill>
                  <a:schemeClr val="tx1"/>
                </a:solidFill>
              </a:rPr>
              <a:t>json</a:t>
            </a:r>
            <a:endParaRPr lang="de-DE" sz="1200" dirty="0">
              <a:solidFill>
                <a:schemeClr val="tx1"/>
              </a:solidFill>
            </a:endParaRPr>
          </a:p>
          <a:p>
            <a:r>
              <a:rPr lang="de-DE" sz="1200" dirty="0" err="1">
                <a:solidFill>
                  <a:schemeClr val="tx1"/>
                </a:solidFill>
              </a:rPr>
              <a:t>Accept</a:t>
            </a:r>
            <a:r>
              <a:rPr lang="de-DE" sz="1200" dirty="0">
                <a:solidFill>
                  <a:schemeClr val="tx1"/>
                </a:solidFill>
              </a:rPr>
              <a:t>: </a:t>
            </a:r>
            <a:r>
              <a:rPr lang="de-DE" sz="1200" dirty="0" err="1">
                <a:solidFill>
                  <a:schemeClr val="tx1"/>
                </a:solidFill>
              </a:rPr>
              <a:t>application</a:t>
            </a:r>
            <a:r>
              <a:rPr lang="de-DE" sz="1200" dirty="0">
                <a:solidFill>
                  <a:schemeClr val="tx1"/>
                </a:solidFill>
              </a:rPr>
              <a:t>/</a:t>
            </a:r>
            <a:r>
              <a:rPr lang="de-DE" sz="1200" dirty="0" err="1">
                <a:solidFill>
                  <a:schemeClr val="tx1"/>
                </a:solidFill>
              </a:rPr>
              <a:t>json</a:t>
            </a:r>
            <a:endParaRPr lang="de-DE" sz="1200" dirty="0">
              <a:solidFill>
                <a:schemeClr val="tx1"/>
              </a:solidFill>
            </a:endParaRPr>
          </a:p>
          <a:p>
            <a:r>
              <a:rPr lang="de-DE" sz="1200" dirty="0">
                <a:solidFill>
                  <a:schemeClr val="tx1"/>
                </a:solidFill>
              </a:rPr>
              <a:t>Date: Sun, 01 Jun 2026 10:15:30 GMT</a:t>
            </a:r>
          </a:p>
          <a:p>
            <a:r>
              <a:rPr lang="de-DE" sz="1200" dirty="0">
                <a:solidFill>
                  <a:schemeClr val="tx1"/>
                </a:solidFill>
              </a:rPr>
              <a:t>X-Request-</a:t>
            </a:r>
            <a:r>
              <a:rPr lang="de-DE" sz="1200" dirty="0" err="1">
                <a:solidFill>
                  <a:schemeClr val="tx1"/>
                </a:solidFill>
              </a:rPr>
              <a:t>Id</a:t>
            </a:r>
            <a:r>
              <a:rPr lang="de-DE" sz="1200" dirty="0">
                <a:solidFill>
                  <a:schemeClr val="tx1"/>
                </a:solidFill>
              </a:rPr>
              <a:t>: 7b5d3e2a-4c1a-4c0b-xd99</a:t>
            </a:r>
          </a:p>
          <a:p>
            <a:r>
              <a:rPr lang="de-DE" sz="1200" dirty="0">
                <a:solidFill>
                  <a:schemeClr val="tx1"/>
                </a:solidFill>
              </a:rPr>
              <a:t>X-</a:t>
            </a:r>
            <a:r>
              <a:rPr lang="de-DE" sz="1200" dirty="0" err="1">
                <a:solidFill>
                  <a:schemeClr val="tx1"/>
                </a:solidFill>
              </a:rPr>
              <a:t>Api</a:t>
            </a:r>
            <a:r>
              <a:rPr lang="de-DE" sz="1200" dirty="0">
                <a:solidFill>
                  <a:schemeClr val="tx1"/>
                </a:solidFill>
              </a:rPr>
              <a:t>-</a:t>
            </a:r>
            <a:r>
              <a:rPr lang="de-DE" sz="1200" dirty="0" err="1">
                <a:solidFill>
                  <a:schemeClr val="tx1"/>
                </a:solidFill>
              </a:rPr>
              <a:t>Spec-Ref</a:t>
            </a:r>
            <a:r>
              <a:rPr lang="de-DE" sz="1200" dirty="0">
                <a:solidFill>
                  <a:schemeClr val="tx1"/>
                </a:solidFill>
              </a:rPr>
              <a:t>: </a:t>
            </a:r>
            <a:r>
              <a:rPr lang="de-DE" sz="1200" dirty="0" err="1">
                <a:solidFill>
                  <a:schemeClr val="tx1"/>
                </a:solidFill>
              </a:rPr>
              <a:t>git:EDI-Energy</a:t>
            </a:r>
            <a:r>
              <a:rPr lang="de-DE" sz="1200" dirty="0">
                <a:solidFill>
                  <a:schemeClr val="tx1"/>
                </a:solidFill>
              </a:rPr>
              <a:t>/</a:t>
            </a:r>
            <a:r>
              <a:rPr lang="de-DE" sz="1200" dirty="0" err="1">
                <a:solidFill>
                  <a:schemeClr val="tx1"/>
                </a:solidFill>
              </a:rPr>
              <a:t>api-electricity</a:t>
            </a:r>
            <a:endParaRPr lang="de-DE" sz="1200" dirty="0">
              <a:solidFill>
                <a:schemeClr val="tx1"/>
              </a:solidFill>
            </a:endParaRPr>
          </a:p>
          <a:p>
            <a:r>
              <a:rPr lang="de-DE" sz="1200" dirty="0">
                <a:solidFill>
                  <a:schemeClr val="tx1"/>
                </a:solidFill>
              </a:rPr>
              <a:t>X-</a:t>
            </a:r>
            <a:r>
              <a:rPr lang="de-DE" sz="1200" dirty="0" err="1">
                <a:solidFill>
                  <a:schemeClr val="tx1"/>
                </a:solidFill>
              </a:rPr>
              <a:t>Api</a:t>
            </a:r>
            <a:r>
              <a:rPr lang="de-DE" sz="1200" dirty="0">
                <a:solidFill>
                  <a:schemeClr val="tx1"/>
                </a:solidFill>
              </a:rPr>
              <a:t>-</a:t>
            </a:r>
            <a:r>
              <a:rPr lang="de-DE" sz="1200" dirty="0" err="1">
                <a:solidFill>
                  <a:schemeClr val="tx1"/>
                </a:solidFill>
              </a:rPr>
              <a:t>Spec</a:t>
            </a:r>
            <a:r>
              <a:rPr lang="de-DE" sz="1200" dirty="0">
                <a:solidFill>
                  <a:schemeClr val="tx1"/>
                </a:solidFill>
              </a:rPr>
              <a:t>-Version: 1.2</a:t>
            </a:r>
          </a:p>
          <a:p>
            <a:endParaRPr lang="de-DE" sz="1200" dirty="0">
              <a:solidFill>
                <a:schemeClr val="tx1"/>
              </a:solidFill>
            </a:endParaRPr>
          </a:p>
          <a:p>
            <a:endParaRPr lang="de-DE" sz="1200" dirty="0">
              <a:solidFill>
                <a:schemeClr val="tx1"/>
              </a:solidFill>
            </a:endParaRPr>
          </a:p>
          <a:p>
            <a:r>
              <a:rPr lang="de-DE" sz="1200" dirty="0">
                <a:solidFill>
                  <a:schemeClr val="tx1"/>
                </a:solidFill>
              </a:rPr>
              <a:t>{</a:t>
            </a:r>
          </a:p>
          <a:p>
            <a:r>
              <a:rPr lang="de-DE" sz="1200" dirty="0">
                <a:solidFill>
                  <a:schemeClr val="tx1"/>
                </a:solidFill>
              </a:rPr>
              <a:t>  “</a:t>
            </a:r>
            <a:r>
              <a:rPr lang="de-DE" sz="1200" dirty="0" err="1">
                <a:solidFill>
                  <a:schemeClr val="tx1"/>
                </a:solidFill>
              </a:rPr>
              <a:t>address</a:t>
            </a:r>
            <a:r>
              <a:rPr lang="de-DE" sz="1200" dirty="0">
                <a:solidFill>
                  <a:schemeClr val="tx1"/>
                </a:solidFill>
              </a:rPr>
              <a:t>“: {"</a:t>
            </a:r>
            <a:r>
              <a:rPr lang="de-DE" sz="1200" dirty="0" err="1">
                <a:solidFill>
                  <a:schemeClr val="tx1"/>
                </a:solidFill>
              </a:rPr>
              <a:t>zip</a:t>
            </a:r>
            <a:r>
              <a:rPr lang="de-DE" sz="1200" dirty="0">
                <a:solidFill>
                  <a:schemeClr val="tx1"/>
                </a:solidFill>
              </a:rPr>
              <a:t>": 80001 },</a:t>
            </a:r>
          </a:p>
          <a:p>
            <a:r>
              <a:rPr lang="de-DE" sz="1200" dirty="0">
                <a:solidFill>
                  <a:schemeClr val="tx1"/>
                </a:solidFill>
              </a:rPr>
              <a:t>  “</a:t>
            </a:r>
            <a:r>
              <a:rPr lang="de-DE" sz="1200" dirty="0" err="1">
                <a:solidFill>
                  <a:schemeClr val="tx1"/>
                </a:solidFill>
              </a:rPr>
              <a:t>customerNumber</a:t>
            </a:r>
            <a:r>
              <a:rPr lang="de-DE" sz="1200" dirty="0">
                <a:solidFill>
                  <a:schemeClr val="tx1"/>
                </a:solidFill>
              </a:rPr>
              <a:t>“: 6024997 </a:t>
            </a:r>
          </a:p>
          <a:p>
            <a:r>
              <a:rPr lang="de-DE" sz="1200" dirty="0">
                <a:solidFill>
                  <a:schemeClr val="tx1"/>
                </a:solidFill>
              </a:rPr>
              <a:t>}</a:t>
            </a:r>
          </a:p>
        </p:txBody>
      </p:sp>
      <p:sp>
        <p:nvSpPr>
          <p:cNvPr id="6" name="Rechteck 5">
            <a:extLst>
              <a:ext uri="{FF2B5EF4-FFF2-40B4-BE49-F238E27FC236}">
                <a16:creationId xmlns:a16="http://schemas.microsoft.com/office/drawing/2014/main" id="{2A7B9E4D-24E8-D062-2823-B71326D97075}"/>
              </a:ext>
            </a:extLst>
          </p:cNvPr>
          <p:cNvSpPr/>
          <p:nvPr/>
        </p:nvSpPr>
        <p:spPr>
          <a:xfrm>
            <a:off x="984738" y="1786278"/>
            <a:ext cx="2730412" cy="288281"/>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dirty="0"/>
              <a:t>Ausgangsformat</a:t>
            </a:r>
          </a:p>
        </p:txBody>
      </p:sp>
      <p:cxnSp>
        <p:nvCxnSpPr>
          <p:cNvPr id="8" name="Gerader Verbinder 7">
            <a:extLst>
              <a:ext uri="{FF2B5EF4-FFF2-40B4-BE49-F238E27FC236}">
                <a16:creationId xmlns:a16="http://schemas.microsoft.com/office/drawing/2014/main" id="{263F0F05-E681-03A8-FA1D-D3FCB8E5E691}"/>
              </a:ext>
            </a:extLst>
          </p:cNvPr>
          <p:cNvCxnSpPr/>
          <p:nvPr/>
        </p:nvCxnSpPr>
        <p:spPr>
          <a:xfrm>
            <a:off x="1163783" y="4149970"/>
            <a:ext cx="24682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Gerader Verbinder 8">
            <a:extLst>
              <a:ext uri="{FF2B5EF4-FFF2-40B4-BE49-F238E27FC236}">
                <a16:creationId xmlns:a16="http://schemas.microsoft.com/office/drawing/2014/main" id="{12468773-46BC-6E4A-4AAD-BB5003BF0FD5}"/>
              </a:ext>
            </a:extLst>
          </p:cNvPr>
          <p:cNvCxnSpPr/>
          <p:nvPr/>
        </p:nvCxnSpPr>
        <p:spPr>
          <a:xfrm>
            <a:off x="1163783" y="2326499"/>
            <a:ext cx="246824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hteck 9">
            <a:extLst>
              <a:ext uri="{FF2B5EF4-FFF2-40B4-BE49-F238E27FC236}">
                <a16:creationId xmlns:a16="http://schemas.microsoft.com/office/drawing/2014/main" id="{FEA0ED52-F9CD-54E7-7EA1-6AD288821556}"/>
              </a:ext>
            </a:extLst>
          </p:cNvPr>
          <p:cNvSpPr/>
          <p:nvPr/>
        </p:nvSpPr>
        <p:spPr>
          <a:xfrm>
            <a:off x="7985437" y="1560235"/>
            <a:ext cx="2978400" cy="4265068"/>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1200" dirty="0">
                <a:solidFill>
                  <a:schemeClr val="tx1"/>
                </a:solidFill>
              </a:rPr>
              <a:t>POST /</a:t>
            </a:r>
            <a:r>
              <a:rPr lang="de-DE" sz="1200" dirty="0" err="1">
                <a:solidFill>
                  <a:schemeClr val="tx1"/>
                </a:solidFill>
              </a:rPr>
              <a:t>malo</a:t>
            </a:r>
            <a:r>
              <a:rPr lang="de-DE" sz="1200" dirty="0">
                <a:solidFill>
                  <a:schemeClr val="tx1"/>
                </a:solidFill>
              </a:rPr>
              <a:t>/ident HTTP/2</a:t>
            </a:r>
          </a:p>
          <a:p>
            <a:r>
              <a:rPr lang="de-DE" sz="1200" dirty="0">
                <a:solidFill>
                  <a:schemeClr val="tx1"/>
                </a:solidFill>
              </a:rPr>
              <a:t>Host: mabishub.com</a:t>
            </a:r>
          </a:p>
          <a:p>
            <a:r>
              <a:rPr lang="de-DE" sz="1200" dirty="0">
                <a:solidFill>
                  <a:schemeClr val="tx1"/>
                </a:solidFill>
              </a:rPr>
              <a:t>Content-Type: </a:t>
            </a:r>
            <a:r>
              <a:rPr lang="de-DE" sz="1200" dirty="0" err="1">
                <a:solidFill>
                  <a:schemeClr val="tx1"/>
                </a:solidFill>
              </a:rPr>
              <a:t>application</a:t>
            </a:r>
            <a:r>
              <a:rPr lang="de-DE" sz="1200" dirty="0">
                <a:solidFill>
                  <a:schemeClr val="tx1"/>
                </a:solidFill>
              </a:rPr>
              <a:t>/</a:t>
            </a:r>
            <a:r>
              <a:rPr lang="de-DE" sz="1200" dirty="0" err="1">
                <a:solidFill>
                  <a:schemeClr val="accent1"/>
                </a:solidFill>
              </a:rPr>
              <a:t>jose+</a:t>
            </a:r>
            <a:r>
              <a:rPr lang="de-DE" sz="1200" dirty="0" err="1">
                <a:solidFill>
                  <a:schemeClr val="tx1"/>
                </a:solidFill>
              </a:rPr>
              <a:t>json</a:t>
            </a:r>
            <a:endParaRPr lang="de-DE" sz="1200" dirty="0">
              <a:solidFill>
                <a:schemeClr val="tx1"/>
              </a:solidFill>
            </a:endParaRPr>
          </a:p>
          <a:p>
            <a:r>
              <a:rPr lang="de-DE" sz="1200" dirty="0" err="1">
                <a:solidFill>
                  <a:schemeClr val="tx1"/>
                </a:solidFill>
              </a:rPr>
              <a:t>Accept</a:t>
            </a:r>
            <a:r>
              <a:rPr lang="de-DE" sz="1200" dirty="0">
                <a:solidFill>
                  <a:schemeClr val="tx1"/>
                </a:solidFill>
              </a:rPr>
              <a:t>: </a:t>
            </a:r>
            <a:r>
              <a:rPr lang="de-DE" sz="1200" dirty="0" err="1">
                <a:solidFill>
                  <a:schemeClr val="tx1"/>
                </a:solidFill>
              </a:rPr>
              <a:t>application</a:t>
            </a:r>
            <a:r>
              <a:rPr lang="de-DE" sz="1200" dirty="0">
                <a:solidFill>
                  <a:schemeClr val="tx1"/>
                </a:solidFill>
              </a:rPr>
              <a:t>/</a:t>
            </a:r>
            <a:r>
              <a:rPr lang="de-DE" sz="1200" dirty="0" err="1">
                <a:solidFill>
                  <a:schemeClr val="tx1"/>
                </a:solidFill>
              </a:rPr>
              <a:t>json</a:t>
            </a:r>
            <a:endParaRPr lang="de-DE" sz="1200" dirty="0">
              <a:solidFill>
                <a:schemeClr val="tx1"/>
              </a:solidFill>
            </a:endParaRPr>
          </a:p>
          <a:p>
            <a:r>
              <a:rPr lang="de-DE" sz="1200" dirty="0">
                <a:solidFill>
                  <a:schemeClr val="tx1"/>
                </a:solidFill>
              </a:rPr>
              <a:t>Date: Sun, 01 Jun 2026 10:15:30 GMT</a:t>
            </a:r>
          </a:p>
          <a:p>
            <a:r>
              <a:rPr lang="de-DE" sz="1200" dirty="0">
                <a:solidFill>
                  <a:schemeClr val="tx1"/>
                </a:solidFill>
              </a:rPr>
              <a:t>X-Request-</a:t>
            </a:r>
            <a:r>
              <a:rPr lang="de-DE" sz="1200" dirty="0" err="1">
                <a:solidFill>
                  <a:schemeClr val="tx1"/>
                </a:solidFill>
              </a:rPr>
              <a:t>Id</a:t>
            </a:r>
            <a:r>
              <a:rPr lang="de-DE" sz="1200" dirty="0">
                <a:solidFill>
                  <a:schemeClr val="tx1"/>
                </a:solidFill>
              </a:rPr>
              <a:t>: 7b5d3e2a-4c1a-4c0b-xd99</a:t>
            </a:r>
          </a:p>
          <a:p>
            <a:r>
              <a:rPr lang="de-DE" sz="1200" dirty="0">
                <a:solidFill>
                  <a:schemeClr val="tx1"/>
                </a:solidFill>
              </a:rPr>
              <a:t>X-</a:t>
            </a:r>
            <a:r>
              <a:rPr lang="de-DE" sz="1200" dirty="0" err="1">
                <a:solidFill>
                  <a:schemeClr val="tx1"/>
                </a:solidFill>
              </a:rPr>
              <a:t>Api</a:t>
            </a:r>
            <a:r>
              <a:rPr lang="de-DE" sz="1200" dirty="0">
                <a:solidFill>
                  <a:schemeClr val="tx1"/>
                </a:solidFill>
              </a:rPr>
              <a:t>-</a:t>
            </a:r>
            <a:r>
              <a:rPr lang="de-DE" sz="1200" dirty="0" err="1">
                <a:solidFill>
                  <a:schemeClr val="tx1"/>
                </a:solidFill>
              </a:rPr>
              <a:t>Spec-Ref</a:t>
            </a:r>
            <a:r>
              <a:rPr lang="de-DE" sz="1200" dirty="0">
                <a:solidFill>
                  <a:schemeClr val="tx1"/>
                </a:solidFill>
              </a:rPr>
              <a:t>: </a:t>
            </a:r>
            <a:r>
              <a:rPr lang="de-DE" sz="1200" dirty="0" err="1">
                <a:solidFill>
                  <a:schemeClr val="tx1"/>
                </a:solidFill>
              </a:rPr>
              <a:t>git:EDI-Energy</a:t>
            </a:r>
            <a:r>
              <a:rPr lang="de-DE" sz="1200" dirty="0">
                <a:solidFill>
                  <a:schemeClr val="tx1"/>
                </a:solidFill>
              </a:rPr>
              <a:t>/</a:t>
            </a:r>
            <a:r>
              <a:rPr lang="de-DE" sz="1200" dirty="0" err="1">
                <a:solidFill>
                  <a:schemeClr val="tx1"/>
                </a:solidFill>
              </a:rPr>
              <a:t>api-electricity</a:t>
            </a:r>
            <a:endParaRPr lang="de-DE" sz="1200" dirty="0">
              <a:solidFill>
                <a:schemeClr val="tx1"/>
              </a:solidFill>
            </a:endParaRPr>
          </a:p>
          <a:p>
            <a:r>
              <a:rPr lang="de-DE" sz="1200" dirty="0">
                <a:solidFill>
                  <a:schemeClr val="tx1"/>
                </a:solidFill>
              </a:rPr>
              <a:t>X-</a:t>
            </a:r>
            <a:r>
              <a:rPr lang="de-DE" sz="1200" dirty="0" err="1">
                <a:solidFill>
                  <a:schemeClr val="tx1"/>
                </a:solidFill>
              </a:rPr>
              <a:t>Api</a:t>
            </a:r>
            <a:r>
              <a:rPr lang="de-DE" sz="1200" dirty="0">
                <a:solidFill>
                  <a:schemeClr val="tx1"/>
                </a:solidFill>
              </a:rPr>
              <a:t>-</a:t>
            </a:r>
            <a:r>
              <a:rPr lang="de-DE" sz="1200" dirty="0" err="1">
                <a:solidFill>
                  <a:schemeClr val="tx1"/>
                </a:solidFill>
              </a:rPr>
              <a:t>Spec</a:t>
            </a:r>
            <a:r>
              <a:rPr lang="de-DE" sz="1200" dirty="0">
                <a:solidFill>
                  <a:schemeClr val="tx1"/>
                </a:solidFill>
              </a:rPr>
              <a:t>-Version: 1.2</a:t>
            </a:r>
          </a:p>
          <a:p>
            <a:endParaRPr lang="de-DE" sz="1200" dirty="0">
              <a:solidFill>
                <a:schemeClr val="accent1"/>
              </a:solidFill>
            </a:endParaRPr>
          </a:p>
          <a:p>
            <a:r>
              <a:rPr lang="de-DE" sz="1000" dirty="0">
                <a:solidFill>
                  <a:schemeClr val="accent1"/>
                </a:solidFill>
              </a:rPr>
              <a:t>eyJhbGciOiJFUzI1NiIsInR5cCI6IkpXUyIsImtpZCI6IkVNVC5BUEkuTkItMTIzNDUiLCJ4NXUiOiJodHRwczovL3ZlcnplaWNobmlzLm5ldHpiZXRyZWliZXIuZGUvY2VydHMvY3VycmVudCJ9.eyJhZGRyZXNzIjp7InppcCI6ODAwMDF9LCJjdXN0b21lck51bWJlciI6NjAyNDk5N30.MEYCIQDn7vK2pX8mRtLsNwQzYcFbJdOeGiKpAsSv3nB1uWzYdAIhAP4vRVA7xH2sP3kLmN8qT1uWzYdFbJcOeGiKpQsSv2nABC</a:t>
            </a:r>
          </a:p>
        </p:txBody>
      </p:sp>
      <p:sp>
        <p:nvSpPr>
          <p:cNvPr id="11" name="Rechteck 10">
            <a:extLst>
              <a:ext uri="{FF2B5EF4-FFF2-40B4-BE49-F238E27FC236}">
                <a16:creationId xmlns:a16="http://schemas.microsoft.com/office/drawing/2014/main" id="{C5543E54-1DD7-FC55-ECC6-E9BC8BE1E52C}"/>
              </a:ext>
            </a:extLst>
          </p:cNvPr>
          <p:cNvSpPr/>
          <p:nvPr/>
        </p:nvSpPr>
        <p:spPr>
          <a:xfrm>
            <a:off x="8109431" y="1721642"/>
            <a:ext cx="2730412" cy="288281"/>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dirty="0"/>
              <a:t>Standardisiertes Zielformat</a:t>
            </a:r>
          </a:p>
        </p:txBody>
      </p:sp>
      <p:sp>
        <p:nvSpPr>
          <p:cNvPr id="12" name="Rechteck 11">
            <a:extLst>
              <a:ext uri="{FF2B5EF4-FFF2-40B4-BE49-F238E27FC236}">
                <a16:creationId xmlns:a16="http://schemas.microsoft.com/office/drawing/2014/main" id="{750DA939-EDD3-EB61-F686-E04482F00780}"/>
              </a:ext>
            </a:extLst>
          </p:cNvPr>
          <p:cNvSpPr/>
          <p:nvPr/>
        </p:nvSpPr>
        <p:spPr>
          <a:xfrm>
            <a:off x="3963138" y="1003058"/>
            <a:ext cx="3961662" cy="5639865"/>
          </a:xfrm>
          <a:prstGeom prst="rect">
            <a:avLst/>
          </a:prstGeom>
          <a:solidFill>
            <a:schemeClr val="bg1">
              <a:lumMod val="85000"/>
            </a:schemeClr>
          </a:solidFill>
          <a:ln>
            <a:solidFill>
              <a:schemeClr val="bg1">
                <a:lumMod val="85000"/>
              </a:schemeClr>
            </a:solidFill>
          </a:ln>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de-DE" sz="1000" dirty="0">
              <a:solidFill>
                <a:schemeClr val="accent1"/>
              </a:solidFill>
            </a:endParaRPr>
          </a:p>
        </p:txBody>
      </p:sp>
      <p:sp>
        <p:nvSpPr>
          <p:cNvPr id="13" name="Rechteck 12">
            <a:extLst>
              <a:ext uri="{FF2B5EF4-FFF2-40B4-BE49-F238E27FC236}">
                <a16:creationId xmlns:a16="http://schemas.microsoft.com/office/drawing/2014/main" id="{B30D82CC-1B67-3977-00ED-40FEF5F508CD}"/>
              </a:ext>
            </a:extLst>
          </p:cNvPr>
          <p:cNvSpPr/>
          <p:nvPr/>
        </p:nvSpPr>
        <p:spPr>
          <a:xfrm>
            <a:off x="4487368" y="1182104"/>
            <a:ext cx="2730412" cy="288281"/>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dirty="0"/>
              <a:t>Transformation</a:t>
            </a:r>
          </a:p>
        </p:txBody>
      </p:sp>
      <p:sp>
        <p:nvSpPr>
          <p:cNvPr id="14" name="Rechteck 13">
            <a:extLst>
              <a:ext uri="{FF2B5EF4-FFF2-40B4-BE49-F238E27FC236}">
                <a16:creationId xmlns:a16="http://schemas.microsoft.com/office/drawing/2014/main" id="{212E2175-7BE3-E11A-1B63-05878350A6D5}"/>
              </a:ext>
            </a:extLst>
          </p:cNvPr>
          <p:cNvSpPr/>
          <p:nvPr/>
        </p:nvSpPr>
        <p:spPr>
          <a:xfrm>
            <a:off x="4111164" y="2186024"/>
            <a:ext cx="2950431" cy="908006"/>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de-DE"/>
          </a:p>
        </p:txBody>
      </p:sp>
      <p:sp>
        <p:nvSpPr>
          <p:cNvPr id="15" name="Rechteck 14">
            <a:extLst>
              <a:ext uri="{FF2B5EF4-FFF2-40B4-BE49-F238E27FC236}">
                <a16:creationId xmlns:a16="http://schemas.microsoft.com/office/drawing/2014/main" id="{AB8FFEC1-B208-54F9-C018-D7050BBF4836}"/>
              </a:ext>
            </a:extLst>
          </p:cNvPr>
          <p:cNvSpPr/>
          <p:nvPr/>
        </p:nvSpPr>
        <p:spPr>
          <a:xfrm>
            <a:off x="4581869" y="1809288"/>
            <a:ext cx="2730412" cy="1254368"/>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1000" dirty="0"/>
              <a:t>RFC 7518 §4 – Definition Standardheader</a:t>
            </a:r>
          </a:p>
          <a:p>
            <a:r>
              <a:rPr lang="de-DE" sz="1000" dirty="0">
                <a:solidFill>
                  <a:schemeClr val="accent1"/>
                </a:solidFill>
              </a:rPr>
              <a:t>{</a:t>
            </a:r>
          </a:p>
          <a:p>
            <a:r>
              <a:rPr lang="de-DE" sz="1000" dirty="0">
                <a:solidFill>
                  <a:schemeClr val="accent1"/>
                </a:solidFill>
              </a:rPr>
              <a:t>"</a:t>
            </a:r>
            <a:r>
              <a:rPr lang="de-DE" sz="1000" dirty="0" err="1">
                <a:solidFill>
                  <a:schemeClr val="accent1"/>
                </a:solidFill>
              </a:rPr>
              <a:t>alg</a:t>
            </a:r>
            <a:r>
              <a:rPr lang="de-DE" sz="1000" dirty="0">
                <a:solidFill>
                  <a:schemeClr val="accent1"/>
                </a:solidFill>
              </a:rPr>
              <a:t>": "ES256", </a:t>
            </a:r>
          </a:p>
          <a:p>
            <a:r>
              <a:rPr lang="de-DE" sz="1000" dirty="0">
                <a:solidFill>
                  <a:schemeClr val="accent1"/>
                </a:solidFill>
              </a:rPr>
              <a:t>"typ": "JWS", </a:t>
            </a:r>
          </a:p>
          <a:p>
            <a:r>
              <a:rPr lang="de-DE" sz="1000" dirty="0">
                <a:solidFill>
                  <a:schemeClr val="accent1"/>
                </a:solidFill>
              </a:rPr>
              <a:t>"</a:t>
            </a:r>
            <a:r>
              <a:rPr lang="de-DE" sz="1000" dirty="0" err="1">
                <a:solidFill>
                  <a:schemeClr val="accent1"/>
                </a:solidFill>
              </a:rPr>
              <a:t>kid</a:t>
            </a:r>
            <a:r>
              <a:rPr lang="de-DE" sz="1000" dirty="0">
                <a:solidFill>
                  <a:schemeClr val="accent1"/>
                </a:solidFill>
              </a:rPr>
              <a:t>": "EMT.API.NB-12345", </a:t>
            </a:r>
          </a:p>
          <a:p>
            <a:r>
              <a:rPr lang="de-DE" sz="1000" dirty="0">
                <a:solidFill>
                  <a:schemeClr val="accent1"/>
                </a:solidFill>
              </a:rPr>
              <a:t>"x5u":"https://makocerts.de/</a:t>
            </a:r>
            <a:r>
              <a:rPr lang="de-DE" sz="1000" dirty="0" err="1">
                <a:solidFill>
                  <a:schemeClr val="accent1"/>
                </a:solidFill>
              </a:rPr>
              <a:t>certs</a:t>
            </a:r>
            <a:r>
              <a:rPr lang="de-DE" sz="1000" dirty="0">
                <a:solidFill>
                  <a:schemeClr val="accent1"/>
                </a:solidFill>
              </a:rPr>
              <a:t>/</a:t>
            </a:r>
            <a:r>
              <a:rPr lang="de-DE" sz="1000" dirty="0" err="1">
                <a:solidFill>
                  <a:schemeClr val="accent1"/>
                </a:solidFill>
              </a:rPr>
              <a:t>current</a:t>
            </a:r>
            <a:r>
              <a:rPr lang="de-DE" sz="1000" dirty="0">
                <a:solidFill>
                  <a:schemeClr val="accent1"/>
                </a:solidFill>
              </a:rPr>
              <a:t>" </a:t>
            </a:r>
          </a:p>
          <a:p>
            <a:r>
              <a:rPr lang="de-DE" sz="1000" dirty="0">
                <a:solidFill>
                  <a:schemeClr val="accent1"/>
                </a:solidFill>
              </a:rPr>
              <a:t>}</a:t>
            </a:r>
          </a:p>
        </p:txBody>
      </p:sp>
      <p:sp>
        <p:nvSpPr>
          <p:cNvPr id="16" name="Rechteck 15">
            <a:extLst>
              <a:ext uri="{FF2B5EF4-FFF2-40B4-BE49-F238E27FC236}">
                <a16:creationId xmlns:a16="http://schemas.microsoft.com/office/drawing/2014/main" id="{52EFDD0D-6CD3-FF92-FD8E-8C9682A6A986}"/>
              </a:ext>
            </a:extLst>
          </p:cNvPr>
          <p:cNvSpPr/>
          <p:nvPr/>
        </p:nvSpPr>
        <p:spPr>
          <a:xfrm>
            <a:off x="4581869" y="3522455"/>
            <a:ext cx="2730412" cy="773723"/>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1000" dirty="0"/>
              <a:t>RFC 8785 – Kanonisierung (</a:t>
            </a:r>
            <a:r>
              <a:rPr lang="de-DE" sz="1000" dirty="0" err="1"/>
              <a:t>no</a:t>
            </a:r>
            <a:r>
              <a:rPr lang="de-DE" sz="1000" dirty="0"/>
              <a:t> </a:t>
            </a:r>
            <a:r>
              <a:rPr lang="de-DE" sz="1000" dirty="0" err="1"/>
              <a:t>whitespace</a:t>
            </a:r>
            <a:r>
              <a:rPr lang="de-DE" sz="1000" dirty="0"/>
              <a:t>)</a:t>
            </a:r>
          </a:p>
          <a:p>
            <a:endParaRPr lang="de-DE" sz="1000" dirty="0"/>
          </a:p>
          <a:p>
            <a:r>
              <a:rPr lang="de-DE" sz="1000" dirty="0">
                <a:solidFill>
                  <a:schemeClr val="accent1"/>
                </a:solidFill>
              </a:rPr>
              <a:t>{"</a:t>
            </a:r>
            <a:r>
              <a:rPr lang="de-DE" sz="1000" dirty="0" err="1">
                <a:solidFill>
                  <a:schemeClr val="accent1"/>
                </a:solidFill>
              </a:rPr>
              <a:t>address</a:t>
            </a:r>
            <a:r>
              <a:rPr lang="de-DE" sz="1000" dirty="0">
                <a:solidFill>
                  <a:schemeClr val="accent1"/>
                </a:solidFill>
              </a:rPr>
              <a:t>":{"zip":80001},"customerNumber":6024997}</a:t>
            </a:r>
          </a:p>
        </p:txBody>
      </p:sp>
      <p:sp>
        <p:nvSpPr>
          <p:cNvPr id="17" name="Rechteck 16">
            <a:extLst>
              <a:ext uri="{FF2B5EF4-FFF2-40B4-BE49-F238E27FC236}">
                <a16:creationId xmlns:a16="http://schemas.microsoft.com/office/drawing/2014/main" id="{F8459CCA-C6B9-EF65-A4C5-C435F4782064}"/>
              </a:ext>
            </a:extLst>
          </p:cNvPr>
          <p:cNvSpPr/>
          <p:nvPr/>
        </p:nvSpPr>
        <p:spPr>
          <a:xfrm>
            <a:off x="4581869" y="4835891"/>
            <a:ext cx="2730412" cy="1557653"/>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1000" dirty="0"/>
              <a:t>RFC 7515 §§3,5 – Signaturverfahren</a:t>
            </a:r>
          </a:p>
          <a:p>
            <a:endParaRPr lang="de-DE" sz="1000" dirty="0"/>
          </a:p>
          <a:p>
            <a:r>
              <a:rPr lang="de-DE" sz="1000" dirty="0"/>
              <a:t>ECDSA(SHA256( BASE64URL(JWS </a:t>
            </a:r>
            <a:r>
              <a:rPr lang="de-DE" sz="1000" dirty="0" err="1"/>
              <a:t>Protected</a:t>
            </a:r>
            <a:r>
              <a:rPr lang="de-DE" sz="1000" dirty="0"/>
              <a:t> Header) + "." + BASE64URL(JWS Payload) ), </a:t>
            </a:r>
            <a:r>
              <a:rPr lang="de-DE" sz="1000" dirty="0" err="1"/>
              <a:t>privater_schlüssel</a:t>
            </a:r>
            <a:r>
              <a:rPr lang="de-DE" sz="1000" dirty="0"/>
              <a:t>)</a:t>
            </a:r>
          </a:p>
          <a:p>
            <a:endParaRPr lang="de-DE" sz="1000" dirty="0"/>
          </a:p>
          <a:p>
            <a:r>
              <a:rPr lang="de-DE" sz="1000" dirty="0">
                <a:solidFill>
                  <a:schemeClr val="accent1"/>
                </a:solidFill>
              </a:rPr>
              <a:t>MEYCIQDn7vK2pX8mRtLsNwQzYcFbJdOeGiKpAsSv3nB1uWzYdAIhAP4vRVA7 xH2sP3kLmN8qT1uWzYdFbJcOeGiKpQsSv2nABC</a:t>
            </a:r>
            <a:endParaRPr lang="de-DE" sz="1000" dirty="0"/>
          </a:p>
          <a:p>
            <a:endParaRPr lang="de-DE" sz="1000" dirty="0"/>
          </a:p>
        </p:txBody>
      </p:sp>
      <p:sp>
        <p:nvSpPr>
          <p:cNvPr id="18" name="Rechteck 17">
            <a:extLst>
              <a:ext uri="{FF2B5EF4-FFF2-40B4-BE49-F238E27FC236}">
                <a16:creationId xmlns:a16="http://schemas.microsoft.com/office/drawing/2014/main" id="{44C57BEA-88FB-E5C1-F971-BA1543EA8980}"/>
              </a:ext>
            </a:extLst>
          </p:cNvPr>
          <p:cNvSpPr/>
          <p:nvPr/>
        </p:nvSpPr>
        <p:spPr>
          <a:xfrm>
            <a:off x="4964456" y="1548133"/>
            <a:ext cx="1847983" cy="261107"/>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de-DE" sz="1200" dirty="0"/>
              <a:t>(1) JWS </a:t>
            </a:r>
            <a:r>
              <a:rPr lang="de-DE" sz="1200" dirty="0" err="1"/>
              <a:t>Protected</a:t>
            </a:r>
            <a:r>
              <a:rPr lang="de-DE" sz="1200" dirty="0"/>
              <a:t> Header</a:t>
            </a:r>
          </a:p>
        </p:txBody>
      </p:sp>
      <p:sp>
        <p:nvSpPr>
          <p:cNvPr id="19" name="Rechteck 18">
            <a:extLst>
              <a:ext uri="{FF2B5EF4-FFF2-40B4-BE49-F238E27FC236}">
                <a16:creationId xmlns:a16="http://schemas.microsoft.com/office/drawing/2014/main" id="{662304BA-67F1-2357-86BC-50080DE81AC6}"/>
              </a:ext>
            </a:extLst>
          </p:cNvPr>
          <p:cNvSpPr/>
          <p:nvPr/>
        </p:nvSpPr>
        <p:spPr>
          <a:xfrm>
            <a:off x="4964456" y="3257238"/>
            <a:ext cx="1847983" cy="261107"/>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de-DE" sz="1200" dirty="0"/>
              <a:t>(2) JWS Payload</a:t>
            </a:r>
          </a:p>
        </p:txBody>
      </p:sp>
      <p:sp>
        <p:nvSpPr>
          <p:cNvPr id="20" name="Rechteck 19">
            <a:extLst>
              <a:ext uri="{FF2B5EF4-FFF2-40B4-BE49-F238E27FC236}">
                <a16:creationId xmlns:a16="http://schemas.microsoft.com/office/drawing/2014/main" id="{49F79864-910E-47E3-4BDE-23B127385474}"/>
              </a:ext>
            </a:extLst>
          </p:cNvPr>
          <p:cNvSpPr/>
          <p:nvPr/>
        </p:nvSpPr>
        <p:spPr>
          <a:xfrm>
            <a:off x="4963202" y="4574784"/>
            <a:ext cx="1847983" cy="261107"/>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de-DE" sz="1200" dirty="0"/>
              <a:t>(3) JWS </a:t>
            </a:r>
            <a:r>
              <a:rPr lang="de-DE" sz="1200" dirty="0" err="1"/>
              <a:t>Signature</a:t>
            </a:r>
            <a:endParaRPr lang="de-DE" sz="1200" dirty="0"/>
          </a:p>
        </p:txBody>
      </p:sp>
      <p:sp>
        <p:nvSpPr>
          <p:cNvPr id="21" name="Rechteck 20">
            <a:extLst>
              <a:ext uri="{FF2B5EF4-FFF2-40B4-BE49-F238E27FC236}">
                <a16:creationId xmlns:a16="http://schemas.microsoft.com/office/drawing/2014/main" id="{28DE211D-C99A-E138-E7F3-78B469BBAFE7}"/>
              </a:ext>
            </a:extLst>
          </p:cNvPr>
          <p:cNvSpPr/>
          <p:nvPr/>
        </p:nvSpPr>
        <p:spPr>
          <a:xfrm rot="16200000">
            <a:off x="2879810" y="3861093"/>
            <a:ext cx="2730412" cy="288281"/>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1200" dirty="0"/>
              <a:t>RFC 7515, §§2,3</a:t>
            </a:r>
          </a:p>
        </p:txBody>
      </p:sp>
      <p:sp>
        <p:nvSpPr>
          <p:cNvPr id="22" name="Geschweifte Klammer links 21">
            <a:extLst>
              <a:ext uri="{FF2B5EF4-FFF2-40B4-BE49-F238E27FC236}">
                <a16:creationId xmlns:a16="http://schemas.microsoft.com/office/drawing/2014/main" id="{B8F213A3-32F1-3CB0-EBCD-5347B434E8B2}"/>
              </a:ext>
            </a:extLst>
          </p:cNvPr>
          <p:cNvSpPr/>
          <p:nvPr/>
        </p:nvSpPr>
        <p:spPr>
          <a:xfrm>
            <a:off x="4389157" y="1564884"/>
            <a:ext cx="123994" cy="486494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23" name="Rechteck 22">
            <a:extLst>
              <a:ext uri="{FF2B5EF4-FFF2-40B4-BE49-F238E27FC236}">
                <a16:creationId xmlns:a16="http://schemas.microsoft.com/office/drawing/2014/main" id="{251B0E66-5336-0FB6-EEB4-523540D0491C}"/>
              </a:ext>
            </a:extLst>
          </p:cNvPr>
          <p:cNvSpPr/>
          <p:nvPr/>
        </p:nvSpPr>
        <p:spPr>
          <a:xfrm rot="16200000">
            <a:off x="6643921" y="3911546"/>
            <a:ext cx="1596897" cy="288281"/>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1200" dirty="0"/>
              <a:t>RFC 7515, §5.1</a:t>
            </a:r>
          </a:p>
        </p:txBody>
      </p:sp>
      <p:sp>
        <p:nvSpPr>
          <p:cNvPr id="29" name="Freihandform: Form 28">
            <a:extLst>
              <a:ext uri="{FF2B5EF4-FFF2-40B4-BE49-F238E27FC236}">
                <a16:creationId xmlns:a16="http://schemas.microsoft.com/office/drawing/2014/main" id="{788CAF2D-A7D3-75FB-D646-A2DB26E362C6}"/>
              </a:ext>
            </a:extLst>
          </p:cNvPr>
          <p:cNvSpPr/>
          <p:nvPr/>
        </p:nvSpPr>
        <p:spPr>
          <a:xfrm>
            <a:off x="8033657" y="3868057"/>
            <a:ext cx="2844800" cy="653143"/>
          </a:xfrm>
          <a:custGeom>
            <a:avLst/>
            <a:gdLst>
              <a:gd name="csX0" fmla="*/ 791029 w 2844800"/>
              <a:gd name="csY0" fmla="*/ 645886 h 653143"/>
              <a:gd name="csX1" fmla="*/ 798286 w 2844800"/>
              <a:gd name="csY1" fmla="*/ 500743 h 653143"/>
              <a:gd name="csX2" fmla="*/ 2844800 w 2844800"/>
              <a:gd name="csY2" fmla="*/ 486229 h 653143"/>
              <a:gd name="csX3" fmla="*/ 2837543 w 2844800"/>
              <a:gd name="csY3" fmla="*/ 0 h 653143"/>
              <a:gd name="csX4" fmla="*/ 7257 w 2844800"/>
              <a:gd name="csY4" fmla="*/ 21772 h 653143"/>
              <a:gd name="csX5" fmla="*/ 0 w 2844800"/>
              <a:gd name="csY5" fmla="*/ 653143 h 653143"/>
              <a:gd name="csX6" fmla="*/ 791029 w 2844800"/>
              <a:gd name="csY6" fmla="*/ 645886 h 65314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844800" h="653143">
                <a:moveTo>
                  <a:pt x="791029" y="645886"/>
                </a:moveTo>
                <a:lnTo>
                  <a:pt x="798286" y="500743"/>
                </a:lnTo>
                <a:lnTo>
                  <a:pt x="2844800" y="486229"/>
                </a:lnTo>
                <a:lnTo>
                  <a:pt x="2837543" y="0"/>
                </a:lnTo>
                <a:lnTo>
                  <a:pt x="7257" y="21772"/>
                </a:lnTo>
                <a:lnTo>
                  <a:pt x="0" y="653143"/>
                </a:lnTo>
                <a:lnTo>
                  <a:pt x="791029" y="645886"/>
                </a:lnTo>
                <a:close/>
              </a:path>
            </a:pathLst>
          </a:custGeom>
          <a:ln>
            <a:solidFill>
              <a:schemeClr val="tx1">
                <a:lumMod val="65000"/>
                <a:lumOff val="3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de-DE">
              <a:ln>
                <a:solidFill>
                  <a:schemeClr val="bg1">
                    <a:lumMod val="50000"/>
                  </a:schemeClr>
                </a:solidFill>
              </a:ln>
            </a:endParaRPr>
          </a:p>
        </p:txBody>
      </p:sp>
      <p:cxnSp>
        <p:nvCxnSpPr>
          <p:cNvPr id="38" name="Verbinder: gewinkelt 37">
            <a:extLst>
              <a:ext uri="{FF2B5EF4-FFF2-40B4-BE49-F238E27FC236}">
                <a16:creationId xmlns:a16="http://schemas.microsoft.com/office/drawing/2014/main" id="{B60088A4-A036-BB96-BF62-29CBB416C039}"/>
              </a:ext>
            </a:extLst>
          </p:cNvPr>
          <p:cNvCxnSpPr>
            <a:cxnSpLocks/>
            <a:stCxn id="15" idx="3"/>
            <a:endCxn id="39" idx="1"/>
          </p:cNvCxnSpPr>
          <p:nvPr/>
        </p:nvCxnSpPr>
        <p:spPr>
          <a:xfrm>
            <a:off x="7312281" y="2436472"/>
            <a:ext cx="524777" cy="175815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Flussdiagramm: Prozess 38">
            <a:extLst>
              <a:ext uri="{FF2B5EF4-FFF2-40B4-BE49-F238E27FC236}">
                <a16:creationId xmlns:a16="http://schemas.microsoft.com/office/drawing/2014/main" id="{7AE694B8-C955-4DE3-1CE3-8B83288D55E0}"/>
              </a:ext>
            </a:extLst>
          </p:cNvPr>
          <p:cNvSpPr/>
          <p:nvPr/>
        </p:nvSpPr>
        <p:spPr>
          <a:xfrm>
            <a:off x="7837058" y="4121524"/>
            <a:ext cx="344978" cy="146208"/>
          </a:xfrm>
          <a:prstGeom prst="flowChartProcess">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1000" dirty="0"/>
              <a:t>(1)</a:t>
            </a:r>
          </a:p>
        </p:txBody>
      </p:sp>
      <p:sp>
        <p:nvSpPr>
          <p:cNvPr id="42" name="Freihandform: Form 41">
            <a:extLst>
              <a:ext uri="{FF2B5EF4-FFF2-40B4-BE49-F238E27FC236}">
                <a16:creationId xmlns:a16="http://schemas.microsoft.com/office/drawing/2014/main" id="{B7E7DAD8-3EF8-95B2-B493-BD3552B28DBC}"/>
              </a:ext>
            </a:extLst>
          </p:cNvPr>
          <p:cNvSpPr/>
          <p:nvPr/>
        </p:nvSpPr>
        <p:spPr>
          <a:xfrm>
            <a:off x="8038407" y="4380807"/>
            <a:ext cx="2842953" cy="290946"/>
          </a:xfrm>
          <a:custGeom>
            <a:avLst/>
            <a:gdLst>
              <a:gd name="csX0" fmla="*/ 818804 w 2842953"/>
              <a:gd name="csY0" fmla="*/ 141317 h 290946"/>
              <a:gd name="csX1" fmla="*/ 810491 w 2842953"/>
              <a:gd name="csY1" fmla="*/ 4157 h 290946"/>
              <a:gd name="csX2" fmla="*/ 2842953 w 2842953"/>
              <a:gd name="csY2" fmla="*/ 0 h 290946"/>
              <a:gd name="csX3" fmla="*/ 2838797 w 2842953"/>
              <a:gd name="csY3" fmla="*/ 141317 h 290946"/>
              <a:gd name="csX4" fmla="*/ 2144684 w 2842953"/>
              <a:gd name="csY4" fmla="*/ 145473 h 290946"/>
              <a:gd name="csX5" fmla="*/ 2148840 w 2842953"/>
              <a:gd name="csY5" fmla="*/ 274320 h 290946"/>
              <a:gd name="csX6" fmla="*/ 0 w 2842953"/>
              <a:gd name="csY6" fmla="*/ 290946 h 290946"/>
              <a:gd name="csX7" fmla="*/ 0 w 2842953"/>
              <a:gd name="csY7" fmla="*/ 149629 h 290946"/>
              <a:gd name="csX8" fmla="*/ 818804 w 2842953"/>
              <a:gd name="csY8" fmla="*/ 141317 h 2909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42953" h="290946">
                <a:moveTo>
                  <a:pt x="818804" y="141317"/>
                </a:moveTo>
                <a:lnTo>
                  <a:pt x="810491" y="4157"/>
                </a:lnTo>
                <a:lnTo>
                  <a:pt x="2842953" y="0"/>
                </a:lnTo>
                <a:lnTo>
                  <a:pt x="2838797" y="141317"/>
                </a:lnTo>
                <a:lnTo>
                  <a:pt x="2144684" y="145473"/>
                </a:lnTo>
                <a:lnTo>
                  <a:pt x="2148840" y="274320"/>
                </a:lnTo>
                <a:lnTo>
                  <a:pt x="0" y="290946"/>
                </a:lnTo>
                <a:lnTo>
                  <a:pt x="0" y="149629"/>
                </a:lnTo>
                <a:lnTo>
                  <a:pt x="818804" y="141317"/>
                </a:lnTo>
                <a:close/>
              </a:path>
            </a:pathLst>
          </a:custGeom>
          <a:ln>
            <a:solidFill>
              <a:srgbClr val="92D050"/>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de-DE"/>
          </a:p>
        </p:txBody>
      </p:sp>
      <p:sp>
        <p:nvSpPr>
          <p:cNvPr id="44" name="Textfeld 43">
            <a:extLst>
              <a:ext uri="{FF2B5EF4-FFF2-40B4-BE49-F238E27FC236}">
                <a16:creationId xmlns:a16="http://schemas.microsoft.com/office/drawing/2014/main" id="{13FFEFAC-1C37-441F-B6A3-8F3398DCC943}"/>
              </a:ext>
            </a:extLst>
          </p:cNvPr>
          <p:cNvSpPr txBox="1"/>
          <p:nvPr/>
        </p:nvSpPr>
        <p:spPr>
          <a:xfrm rot="5400000">
            <a:off x="7226687" y="3193960"/>
            <a:ext cx="840919" cy="246221"/>
          </a:xfrm>
          <a:prstGeom prst="rect">
            <a:avLst/>
          </a:prstGeom>
          <a:noFill/>
        </p:spPr>
        <p:txBody>
          <a:bodyPr wrap="square">
            <a:spAutoFit/>
          </a:bodyPr>
          <a:lstStyle/>
          <a:p>
            <a:r>
              <a:rPr lang="de-DE" sz="1000" dirty="0">
                <a:solidFill>
                  <a:schemeClr val="accent1"/>
                </a:solidFill>
              </a:rPr>
              <a:t>BASE64URL</a:t>
            </a:r>
          </a:p>
        </p:txBody>
      </p:sp>
      <p:sp>
        <p:nvSpPr>
          <p:cNvPr id="45" name="Flussdiagramm: Prozess 44">
            <a:extLst>
              <a:ext uri="{FF2B5EF4-FFF2-40B4-BE49-F238E27FC236}">
                <a16:creationId xmlns:a16="http://schemas.microsoft.com/office/drawing/2014/main" id="{A3B410D9-DBCE-E3DE-4ACD-CC7609FD379A}"/>
              </a:ext>
            </a:extLst>
          </p:cNvPr>
          <p:cNvSpPr/>
          <p:nvPr/>
        </p:nvSpPr>
        <p:spPr>
          <a:xfrm>
            <a:off x="7842378" y="4521199"/>
            <a:ext cx="327264" cy="146208"/>
          </a:xfrm>
          <a:prstGeom prst="flowChartProcess">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1000" dirty="0"/>
              <a:t>(2)</a:t>
            </a:r>
          </a:p>
        </p:txBody>
      </p:sp>
      <p:cxnSp>
        <p:nvCxnSpPr>
          <p:cNvPr id="57" name="Verbinder: gewinkelt 56">
            <a:extLst>
              <a:ext uri="{FF2B5EF4-FFF2-40B4-BE49-F238E27FC236}">
                <a16:creationId xmlns:a16="http://schemas.microsoft.com/office/drawing/2014/main" id="{6BC1FA3A-68C5-8BB8-1861-D9E0C44CE861}"/>
              </a:ext>
            </a:extLst>
          </p:cNvPr>
          <p:cNvCxnSpPr>
            <a:cxnSpLocks/>
            <a:stCxn id="16" idx="3"/>
            <a:endCxn id="45" idx="1"/>
          </p:cNvCxnSpPr>
          <p:nvPr/>
        </p:nvCxnSpPr>
        <p:spPr>
          <a:xfrm>
            <a:off x="7312281" y="3909317"/>
            <a:ext cx="530097" cy="68498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Freihandform: Form 61">
            <a:extLst>
              <a:ext uri="{FF2B5EF4-FFF2-40B4-BE49-F238E27FC236}">
                <a16:creationId xmlns:a16="http://schemas.microsoft.com/office/drawing/2014/main" id="{CEAFC423-D140-1803-3DF5-FC3B9DF080E2}"/>
              </a:ext>
            </a:extLst>
          </p:cNvPr>
          <p:cNvSpPr/>
          <p:nvPr/>
        </p:nvSpPr>
        <p:spPr>
          <a:xfrm>
            <a:off x="8030095" y="4530436"/>
            <a:ext cx="2855421" cy="594360"/>
          </a:xfrm>
          <a:custGeom>
            <a:avLst/>
            <a:gdLst>
              <a:gd name="csX0" fmla="*/ 2177934 w 2855421"/>
              <a:gd name="csY0" fmla="*/ 16626 h 594360"/>
              <a:gd name="csX1" fmla="*/ 2186247 w 2855421"/>
              <a:gd name="csY1" fmla="*/ 157942 h 594360"/>
              <a:gd name="csX2" fmla="*/ 0 w 2855421"/>
              <a:gd name="csY2" fmla="*/ 162099 h 594360"/>
              <a:gd name="csX3" fmla="*/ 8312 w 2855421"/>
              <a:gd name="csY3" fmla="*/ 594360 h 594360"/>
              <a:gd name="csX4" fmla="*/ 2855421 w 2855421"/>
              <a:gd name="csY4" fmla="*/ 561109 h 594360"/>
              <a:gd name="csX5" fmla="*/ 2851265 w 2855421"/>
              <a:gd name="csY5" fmla="*/ 0 h 594360"/>
              <a:gd name="csX6" fmla="*/ 2177934 w 2855421"/>
              <a:gd name="csY6" fmla="*/ 16626 h 5943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855421" h="594360">
                <a:moveTo>
                  <a:pt x="2177934" y="16626"/>
                </a:moveTo>
                <a:lnTo>
                  <a:pt x="2186247" y="157942"/>
                </a:lnTo>
                <a:lnTo>
                  <a:pt x="0" y="162099"/>
                </a:lnTo>
                <a:lnTo>
                  <a:pt x="8312" y="594360"/>
                </a:lnTo>
                <a:lnTo>
                  <a:pt x="2855421" y="561109"/>
                </a:lnTo>
                <a:cubicBezTo>
                  <a:pt x="2854036" y="374073"/>
                  <a:pt x="2852650" y="187036"/>
                  <a:pt x="2851265" y="0"/>
                </a:cubicBezTo>
                <a:lnTo>
                  <a:pt x="2177934" y="16626"/>
                </a:lnTo>
                <a:close/>
              </a:path>
            </a:pathLst>
          </a:custGeom>
          <a:ln>
            <a:solidFill>
              <a:srgbClr val="0070C0"/>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de-DE"/>
          </a:p>
        </p:txBody>
      </p:sp>
      <p:sp>
        <p:nvSpPr>
          <p:cNvPr id="63" name="Flussdiagramm: Prozess 62">
            <a:extLst>
              <a:ext uri="{FF2B5EF4-FFF2-40B4-BE49-F238E27FC236}">
                <a16:creationId xmlns:a16="http://schemas.microsoft.com/office/drawing/2014/main" id="{55497AE9-90D3-22E1-A0C4-8536751DD3DC}"/>
              </a:ext>
            </a:extLst>
          </p:cNvPr>
          <p:cNvSpPr/>
          <p:nvPr/>
        </p:nvSpPr>
        <p:spPr>
          <a:xfrm>
            <a:off x="7829186" y="4833916"/>
            <a:ext cx="328663" cy="146208"/>
          </a:xfrm>
          <a:prstGeom prst="flowChartProcess">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1000" dirty="0"/>
              <a:t>(3)</a:t>
            </a:r>
          </a:p>
        </p:txBody>
      </p:sp>
      <p:cxnSp>
        <p:nvCxnSpPr>
          <p:cNvPr id="64" name="Verbinder: gewinkelt 63">
            <a:extLst>
              <a:ext uri="{FF2B5EF4-FFF2-40B4-BE49-F238E27FC236}">
                <a16:creationId xmlns:a16="http://schemas.microsoft.com/office/drawing/2014/main" id="{CC43F271-1268-FEA7-C568-AB0DBEFC0493}"/>
              </a:ext>
            </a:extLst>
          </p:cNvPr>
          <p:cNvCxnSpPr>
            <a:cxnSpLocks/>
            <a:stCxn id="17" idx="3"/>
            <a:endCxn id="63" idx="1"/>
          </p:cNvCxnSpPr>
          <p:nvPr/>
        </p:nvCxnSpPr>
        <p:spPr>
          <a:xfrm flipV="1">
            <a:off x="7312281" y="4907020"/>
            <a:ext cx="516905" cy="70769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Textfeld 68">
            <a:extLst>
              <a:ext uri="{FF2B5EF4-FFF2-40B4-BE49-F238E27FC236}">
                <a16:creationId xmlns:a16="http://schemas.microsoft.com/office/drawing/2014/main" id="{C1D4C034-7B04-5651-CC02-B441D128FF20}"/>
              </a:ext>
            </a:extLst>
          </p:cNvPr>
          <p:cNvSpPr txBox="1"/>
          <p:nvPr/>
        </p:nvSpPr>
        <p:spPr>
          <a:xfrm rot="5400000">
            <a:off x="7239139" y="5168525"/>
            <a:ext cx="840919" cy="246221"/>
          </a:xfrm>
          <a:prstGeom prst="rect">
            <a:avLst/>
          </a:prstGeom>
          <a:noFill/>
        </p:spPr>
        <p:txBody>
          <a:bodyPr wrap="square">
            <a:spAutoFit/>
          </a:bodyPr>
          <a:lstStyle/>
          <a:p>
            <a:r>
              <a:rPr lang="de-DE" sz="1000" dirty="0">
                <a:solidFill>
                  <a:schemeClr val="accent1"/>
                </a:solidFill>
              </a:rPr>
              <a:t>BASE64URL</a:t>
            </a:r>
          </a:p>
        </p:txBody>
      </p:sp>
    </p:spTree>
    <p:extLst>
      <p:ext uri="{BB962C8B-B14F-4D97-AF65-F5344CB8AC3E}">
        <p14:creationId xmlns:p14="http://schemas.microsoft.com/office/powerpoint/2010/main" val="1583284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0D32C-44C5-AB0B-9763-FCFB76FBD180}"/>
            </a:ext>
          </a:extLst>
        </p:cNvPr>
        <p:cNvGrpSpPr/>
        <p:nvPr/>
      </p:nvGrpSpPr>
      <p:grpSpPr>
        <a:xfrm>
          <a:off x="0" y="0"/>
          <a:ext cx="0" cy="0"/>
          <a:chOff x="0" y="0"/>
          <a:chExt cx="0" cy="0"/>
        </a:xfrm>
      </p:grpSpPr>
      <p:sp>
        <p:nvSpPr>
          <p:cNvPr id="52" name="Rechteck 51">
            <a:extLst>
              <a:ext uri="{FF2B5EF4-FFF2-40B4-BE49-F238E27FC236}">
                <a16:creationId xmlns:a16="http://schemas.microsoft.com/office/drawing/2014/main" id="{809AA422-B68B-1617-DF97-E2BE0C68F50D}"/>
              </a:ext>
            </a:extLst>
          </p:cNvPr>
          <p:cNvSpPr/>
          <p:nvPr/>
        </p:nvSpPr>
        <p:spPr>
          <a:xfrm>
            <a:off x="7353703" y="998035"/>
            <a:ext cx="3706779" cy="2095995"/>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1000" dirty="0">
                <a:solidFill>
                  <a:schemeClr val="accent1"/>
                </a:solidFill>
              </a:rPr>
              <a:t>:</a:t>
            </a:r>
          </a:p>
          <a:p>
            <a:endParaRPr lang="de-DE" sz="1000" dirty="0">
              <a:solidFill>
                <a:schemeClr val="tx1"/>
              </a:solidFill>
            </a:endParaRPr>
          </a:p>
        </p:txBody>
      </p:sp>
      <p:sp>
        <p:nvSpPr>
          <p:cNvPr id="3" name="Textfeld 2">
            <a:extLst>
              <a:ext uri="{FF2B5EF4-FFF2-40B4-BE49-F238E27FC236}">
                <a16:creationId xmlns:a16="http://schemas.microsoft.com/office/drawing/2014/main" id="{AD5641E3-19A3-01EC-CFB8-04075C7F5B0F}"/>
              </a:ext>
            </a:extLst>
          </p:cNvPr>
          <p:cNvSpPr txBox="1"/>
          <p:nvPr/>
        </p:nvSpPr>
        <p:spPr>
          <a:xfrm>
            <a:off x="1358400" y="515706"/>
            <a:ext cx="5051896" cy="400110"/>
          </a:xfrm>
          <a:prstGeom prst="rect">
            <a:avLst/>
          </a:prstGeom>
          <a:noFill/>
        </p:spPr>
        <p:txBody>
          <a:bodyPr wrap="none" rtlCol="0">
            <a:spAutoFit/>
          </a:bodyPr>
          <a:lstStyle/>
          <a:p>
            <a:r>
              <a:rPr lang="de-DE" sz="2000" b="1" dirty="0"/>
              <a:t>HTTP Header Signatur (RFC 9421, 9530, 8785) </a:t>
            </a:r>
          </a:p>
        </p:txBody>
      </p:sp>
      <p:sp>
        <p:nvSpPr>
          <p:cNvPr id="4" name="Textfeld 3">
            <a:extLst>
              <a:ext uri="{FF2B5EF4-FFF2-40B4-BE49-F238E27FC236}">
                <a16:creationId xmlns:a16="http://schemas.microsoft.com/office/drawing/2014/main" id="{5A20C407-BA6D-7FFF-D3D6-365EFFCE6F54}"/>
              </a:ext>
            </a:extLst>
          </p:cNvPr>
          <p:cNvSpPr txBox="1"/>
          <p:nvPr/>
        </p:nvSpPr>
        <p:spPr>
          <a:xfrm rot="16200000">
            <a:off x="10033025" y="3184414"/>
            <a:ext cx="2589042" cy="369332"/>
          </a:xfrm>
          <a:prstGeom prst="rect">
            <a:avLst/>
          </a:prstGeom>
          <a:noFill/>
        </p:spPr>
        <p:txBody>
          <a:bodyPr wrap="none" rtlCol="0">
            <a:spAutoFit/>
          </a:bodyPr>
          <a:lstStyle/>
          <a:p>
            <a:r>
              <a:rPr lang="de-DE" dirty="0"/>
              <a:t>Security Schritt für Schritt</a:t>
            </a:r>
          </a:p>
        </p:txBody>
      </p:sp>
      <p:sp>
        <p:nvSpPr>
          <p:cNvPr id="5" name="Rechteck 4">
            <a:extLst>
              <a:ext uri="{FF2B5EF4-FFF2-40B4-BE49-F238E27FC236}">
                <a16:creationId xmlns:a16="http://schemas.microsoft.com/office/drawing/2014/main" id="{7472142F-EBC7-1AFA-870D-25157AC2EEF1}"/>
              </a:ext>
            </a:extLst>
          </p:cNvPr>
          <p:cNvSpPr/>
          <p:nvPr/>
        </p:nvSpPr>
        <p:spPr>
          <a:xfrm>
            <a:off x="915793" y="1604996"/>
            <a:ext cx="2978400" cy="4265068"/>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1200" dirty="0">
                <a:solidFill>
                  <a:schemeClr val="tx1"/>
                </a:solidFill>
              </a:rPr>
              <a:t>POST /</a:t>
            </a:r>
            <a:r>
              <a:rPr lang="de-DE" sz="1200" dirty="0" err="1">
                <a:solidFill>
                  <a:schemeClr val="tx1"/>
                </a:solidFill>
              </a:rPr>
              <a:t>malo</a:t>
            </a:r>
            <a:r>
              <a:rPr lang="de-DE" sz="1200" dirty="0">
                <a:solidFill>
                  <a:schemeClr val="tx1"/>
                </a:solidFill>
              </a:rPr>
              <a:t>/ident HTTP/2</a:t>
            </a:r>
          </a:p>
          <a:p>
            <a:r>
              <a:rPr lang="de-DE" sz="1200" dirty="0">
                <a:solidFill>
                  <a:schemeClr val="tx1"/>
                </a:solidFill>
              </a:rPr>
              <a:t>Host: mabishub.com</a:t>
            </a:r>
          </a:p>
          <a:p>
            <a:r>
              <a:rPr lang="de-DE" sz="1200" dirty="0">
                <a:solidFill>
                  <a:schemeClr val="tx1"/>
                </a:solidFill>
              </a:rPr>
              <a:t>Content-Type: </a:t>
            </a:r>
            <a:r>
              <a:rPr lang="de-DE" sz="1200" dirty="0" err="1">
                <a:solidFill>
                  <a:schemeClr val="tx1"/>
                </a:solidFill>
              </a:rPr>
              <a:t>application</a:t>
            </a:r>
            <a:r>
              <a:rPr lang="de-DE" sz="1200" dirty="0">
                <a:solidFill>
                  <a:schemeClr val="tx1"/>
                </a:solidFill>
              </a:rPr>
              <a:t>/</a:t>
            </a:r>
            <a:r>
              <a:rPr lang="de-DE" sz="1200" dirty="0" err="1">
                <a:solidFill>
                  <a:schemeClr val="tx1"/>
                </a:solidFill>
              </a:rPr>
              <a:t>json</a:t>
            </a:r>
            <a:endParaRPr lang="de-DE" sz="1200" dirty="0">
              <a:solidFill>
                <a:schemeClr val="tx1"/>
              </a:solidFill>
            </a:endParaRPr>
          </a:p>
          <a:p>
            <a:r>
              <a:rPr lang="de-DE" sz="1200" dirty="0" err="1">
                <a:solidFill>
                  <a:schemeClr val="tx1"/>
                </a:solidFill>
              </a:rPr>
              <a:t>Accept</a:t>
            </a:r>
            <a:r>
              <a:rPr lang="de-DE" sz="1200" dirty="0">
                <a:solidFill>
                  <a:schemeClr val="tx1"/>
                </a:solidFill>
              </a:rPr>
              <a:t>: </a:t>
            </a:r>
            <a:r>
              <a:rPr lang="de-DE" sz="1200" dirty="0" err="1">
                <a:solidFill>
                  <a:schemeClr val="tx1"/>
                </a:solidFill>
              </a:rPr>
              <a:t>application</a:t>
            </a:r>
            <a:r>
              <a:rPr lang="de-DE" sz="1200" dirty="0">
                <a:solidFill>
                  <a:schemeClr val="tx1"/>
                </a:solidFill>
              </a:rPr>
              <a:t>/</a:t>
            </a:r>
            <a:r>
              <a:rPr lang="de-DE" sz="1200" dirty="0" err="1">
                <a:solidFill>
                  <a:schemeClr val="tx1"/>
                </a:solidFill>
              </a:rPr>
              <a:t>json</a:t>
            </a:r>
            <a:endParaRPr lang="de-DE" sz="1200" dirty="0">
              <a:solidFill>
                <a:schemeClr val="tx1"/>
              </a:solidFill>
            </a:endParaRPr>
          </a:p>
          <a:p>
            <a:r>
              <a:rPr lang="de-DE" sz="1200" dirty="0">
                <a:solidFill>
                  <a:schemeClr val="tx1"/>
                </a:solidFill>
              </a:rPr>
              <a:t>Date: Sun, 01 Jun 2026 10:15:30 GMT</a:t>
            </a:r>
          </a:p>
          <a:p>
            <a:r>
              <a:rPr lang="de-DE" sz="1200" dirty="0">
                <a:solidFill>
                  <a:schemeClr val="tx1"/>
                </a:solidFill>
              </a:rPr>
              <a:t>X-Request-</a:t>
            </a:r>
            <a:r>
              <a:rPr lang="de-DE" sz="1200" dirty="0" err="1">
                <a:solidFill>
                  <a:schemeClr val="tx1"/>
                </a:solidFill>
              </a:rPr>
              <a:t>Id</a:t>
            </a:r>
            <a:r>
              <a:rPr lang="de-DE" sz="1200" dirty="0">
                <a:solidFill>
                  <a:schemeClr val="tx1"/>
                </a:solidFill>
              </a:rPr>
              <a:t>: 7b5d3e2a-4c1a-4c0b-xd99</a:t>
            </a:r>
          </a:p>
          <a:p>
            <a:r>
              <a:rPr lang="de-DE" sz="1200" dirty="0">
                <a:solidFill>
                  <a:schemeClr val="tx1"/>
                </a:solidFill>
              </a:rPr>
              <a:t>X-</a:t>
            </a:r>
            <a:r>
              <a:rPr lang="de-DE" sz="1200" dirty="0" err="1">
                <a:solidFill>
                  <a:schemeClr val="tx1"/>
                </a:solidFill>
              </a:rPr>
              <a:t>Api</a:t>
            </a:r>
            <a:r>
              <a:rPr lang="de-DE" sz="1200" dirty="0">
                <a:solidFill>
                  <a:schemeClr val="tx1"/>
                </a:solidFill>
              </a:rPr>
              <a:t>-</a:t>
            </a:r>
            <a:r>
              <a:rPr lang="de-DE" sz="1200" dirty="0" err="1">
                <a:solidFill>
                  <a:schemeClr val="tx1"/>
                </a:solidFill>
              </a:rPr>
              <a:t>Spec-Ref</a:t>
            </a:r>
            <a:r>
              <a:rPr lang="de-DE" sz="1200" dirty="0">
                <a:solidFill>
                  <a:schemeClr val="tx1"/>
                </a:solidFill>
              </a:rPr>
              <a:t>: </a:t>
            </a:r>
            <a:r>
              <a:rPr lang="de-DE" sz="1200" dirty="0" err="1">
                <a:solidFill>
                  <a:schemeClr val="tx1"/>
                </a:solidFill>
              </a:rPr>
              <a:t>git:EDI-Energy</a:t>
            </a:r>
            <a:r>
              <a:rPr lang="de-DE" sz="1200" dirty="0">
                <a:solidFill>
                  <a:schemeClr val="tx1"/>
                </a:solidFill>
              </a:rPr>
              <a:t>/</a:t>
            </a:r>
            <a:r>
              <a:rPr lang="de-DE" sz="1200" dirty="0" err="1">
                <a:solidFill>
                  <a:schemeClr val="tx1"/>
                </a:solidFill>
              </a:rPr>
              <a:t>api-electricity</a:t>
            </a:r>
            <a:endParaRPr lang="de-DE" sz="1200" dirty="0">
              <a:solidFill>
                <a:schemeClr val="tx1"/>
              </a:solidFill>
            </a:endParaRPr>
          </a:p>
          <a:p>
            <a:r>
              <a:rPr lang="de-DE" sz="1200" dirty="0">
                <a:solidFill>
                  <a:schemeClr val="tx1"/>
                </a:solidFill>
              </a:rPr>
              <a:t>X-</a:t>
            </a:r>
            <a:r>
              <a:rPr lang="de-DE" sz="1200" dirty="0" err="1">
                <a:solidFill>
                  <a:schemeClr val="tx1"/>
                </a:solidFill>
              </a:rPr>
              <a:t>Api</a:t>
            </a:r>
            <a:r>
              <a:rPr lang="de-DE" sz="1200" dirty="0">
                <a:solidFill>
                  <a:schemeClr val="tx1"/>
                </a:solidFill>
              </a:rPr>
              <a:t>-</a:t>
            </a:r>
            <a:r>
              <a:rPr lang="de-DE" sz="1200" dirty="0" err="1">
                <a:solidFill>
                  <a:schemeClr val="tx1"/>
                </a:solidFill>
              </a:rPr>
              <a:t>Spec</a:t>
            </a:r>
            <a:r>
              <a:rPr lang="de-DE" sz="1200" dirty="0">
                <a:solidFill>
                  <a:schemeClr val="tx1"/>
                </a:solidFill>
              </a:rPr>
              <a:t>-Version: 1.2</a:t>
            </a:r>
          </a:p>
          <a:p>
            <a:endParaRPr lang="de-DE" sz="1200" dirty="0">
              <a:solidFill>
                <a:schemeClr val="tx1"/>
              </a:solidFill>
            </a:endParaRPr>
          </a:p>
          <a:p>
            <a:endParaRPr lang="de-DE" sz="1200" dirty="0">
              <a:solidFill>
                <a:schemeClr val="tx1"/>
              </a:solidFill>
            </a:endParaRPr>
          </a:p>
          <a:p>
            <a:r>
              <a:rPr lang="de-DE" sz="1200" dirty="0">
                <a:solidFill>
                  <a:schemeClr val="tx1"/>
                </a:solidFill>
              </a:rPr>
              <a:t>{</a:t>
            </a:r>
          </a:p>
          <a:p>
            <a:r>
              <a:rPr lang="de-DE" sz="1200" dirty="0">
                <a:solidFill>
                  <a:schemeClr val="tx1"/>
                </a:solidFill>
              </a:rPr>
              <a:t>  “</a:t>
            </a:r>
            <a:r>
              <a:rPr lang="de-DE" sz="1200" dirty="0" err="1">
                <a:solidFill>
                  <a:schemeClr val="tx1"/>
                </a:solidFill>
              </a:rPr>
              <a:t>address</a:t>
            </a:r>
            <a:r>
              <a:rPr lang="de-DE" sz="1200" dirty="0">
                <a:solidFill>
                  <a:schemeClr val="tx1"/>
                </a:solidFill>
              </a:rPr>
              <a:t>“: {"</a:t>
            </a:r>
            <a:r>
              <a:rPr lang="de-DE" sz="1200" dirty="0" err="1">
                <a:solidFill>
                  <a:schemeClr val="tx1"/>
                </a:solidFill>
              </a:rPr>
              <a:t>zip</a:t>
            </a:r>
            <a:r>
              <a:rPr lang="de-DE" sz="1200" dirty="0">
                <a:solidFill>
                  <a:schemeClr val="tx1"/>
                </a:solidFill>
              </a:rPr>
              <a:t>": 80001 },</a:t>
            </a:r>
          </a:p>
          <a:p>
            <a:r>
              <a:rPr lang="de-DE" sz="1200" dirty="0">
                <a:solidFill>
                  <a:schemeClr val="tx1"/>
                </a:solidFill>
              </a:rPr>
              <a:t>  “</a:t>
            </a:r>
            <a:r>
              <a:rPr lang="de-DE" sz="1200" dirty="0" err="1">
                <a:solidFill>
                  <a:schemeClr val="tx1"/>
                </a:solidFill>
              </a:rPr>
              <a:t>customerNumber</a:t>
            </a:r>
            <a:r>
              <a:rPr lang="de-DE" sz="1200" dirty="0">
                <a:solidFill>
                  <a:schemeClr val="tx1"/>
                </a:solidFill>
              </a:rPr>
              <a:t>“: 6024997 </a:t>
            </a:r>
          </a:p>
          <a:p>
            <a:r>
              <a:rPr lang="de-DE" sz="1200" dirty="0">
                <a:solidFill>
                  <a:schemeClr val="tx1"/>
                </a:solidFill>
              </a:rPr>
              <a:t>}</a:t>
            </a:r>
          </a:p>
        </p:txBody>
      </p:sp>
      <p:sp>
        <p:nvSpPr>
          <p:cNvPr id="6" name="Rechteck 5">
            <a:extLst>
              <a:ext uri="{FF2B5EF4-FFF2-40B4-BE49-F238E27FC236}">
                <a16:creationId xmlns:a16="http://schemas.microsoft.com/office/drawing/2014/main" id="{ABFFB87B-6544-A61F-CA97-A08D11B9D9BC}"/>
              </a:ext>
            </a:extLst>
          </p:cNvPr>
          <p:cNvSpPr/>
          <p:nvPr/>
        </p:nvSpPr>
        <p:spPr>
          <a:xfrm>
            <a:off x="984738" y="1786278"/>
            <a:ext cx="2730412" cy="288281"/>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dirty="0"/>
              <a:t>Ausgangsformat</a:t>
            </a:r>
          </a:p>
        </p:txBody>
      </p:sp>
      <p:cxnSp>
        <p:nvCxnSpPr>
          <p:cNvPr id="8" name="Gerader Verbinder 7">
            <a:extLst>
              <a:ext uri="{FF2B5EF4-FFF2-40B4-BE49-F238E27FC236}">
                <a16:creationId xmlns:a16="http://schemas.microsoft.com/office/drawing/2014/main" id="{A53F8FB8-503F-CB59-C262-9C05C6838792}"/>
              </a:ext>
            </a:extLst>
          </p:cNvPr>
          <p:cNvCxnSpPr/>
          <p:nvPr/>
        </p:nvCxnSpPr>
        <p:spPr>
          <a:xfrm>
            <a:off x="1163783" y="4149970"/>
            <a:ext cx="24682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Gerader Verbinder 8">
            <a:extLst>
              <a:ext uri="{FF2B5EF4-FFF2-40B4-BE49-F238E27FC236}">
                <a16:creationId xmlns:a16="http://schemas.microsoft.com/office/drawing/2014/main" id="{1873844C-C498-A676-4800-56AE0EFD7D54}"/>
              </a:ext>
            </a:extLst>
          </p:cNvPr>
          <p:cNvCxnSpPr/>
          <p:nvPr/>
        </p:nvCxnSpPr>
        <p:spPr>
          <a:xfrm>
            <a:off x="1163783" y="2326499"/>
            <a:ext cx="246824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hteck 9">
            <a:extLst>
              <a:ext uri="{FF2B5EF4-FFF2-40B4-BE49-F238E27FC236}">
                <a16:creationId xmlns:a16="http://schemas.microsoft.com/office/drawing/2014/main" id="{FE039555-1FBB-7789-4881-B32AA48B8278}"/>
              </a:ext>
            </a:extLst>
          </p:cNvPr>
          <p:cNvSpPr/>
          <p:nvPr/>
        </p:nvSpPr>
        <p:spPr>
          <a:xfrm>
            <a:off x="7361496" y="3127332"/>
            <a:ext cx="3706779" cy="3515591"/>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1000" dirty="0">
                <a:solidFill>
                  <a:schemeClr val="tx1"/>
                </a:solidFill>
              </a:rPr>
              <a:t>POST /</a:t>
            </a:r>
            <a:r>
              <a:rPr lang="de-DE" sz="1000" dirty="0" err="1">
                <a:solidFill>
                  <a:schemeClr val="tx1"/>
                </a:solidFill>
              </a:rPr>
              <a:t>malo</a:t>
            </a:r>
            <a:r>
              <a:rPr lang="de-DE" sz="1000" dirty="0">
                <a:solidFill>
                  <a:schemeClr val="tx1"/>
                </a:solidFill>
              </a:rPr>
              <a:t>/ident HTTP/2 </a:t>
            </a:r>
          </a:p>
          <a:p>
            <a:r>
              <a:rPr lang="de-DE" sz="1000" dirty="0">
                <a:solidFill>
                  <a:schemeClr val="tx1"/>
                </a:solidFill>
              </a:rPr>
              <a:t>Host: mabishub.com </a:t>
            </a:r>
          </a:p>
          <a:p>
            <a:r>
              <a:rPr lang="de-DE" sz="1000" dirty="0">
                <a:solidFill>
                  <a:schemeClr val="tx1"/>
                </a:solidFill>
              </a:rPr>
              <a:t>Content-Type: </a:t>
            </a:r>
            <a:r>
              <a:rPr lang="de-DE" sz="1000" dirty="0" err="1">
                <a:solidFill>
                  <a:schemeClr val="tx1"/>
                </a:solidFill>
              </a:rPr>
              <a:t>application</a:t>
            </a:r>
            <a:r>
              <a:rPr lang="de-DE" sz="1000" dirty="0">
                <a:solidFill>
                  <a:schemeClr val="tx1"/>
                </a:solidFill>
              </a:rPr>
              <a:t>/</a:t>
            </a:r>
            <a:r>
              <a:rPr lang="de-DE" sz="1000" dirty="0" err="1">
                <a:solidFill>
                  <a:schemeClr val="tx1"/>
                </a:solidFill>
              </a:rPr>
              <a:t>json</a:t>
            </a:r>
            <a:r>
              <a:rPr lang="de-DE" sz="1000" dirty="0">
                <a:solidFill>
                  <a:schemeClr val="tx1"/>
                </a:solidFill>
              </a:rPr>
              <a:t> </a:t>
            </a:r>
          </a:p>
          <a:p>
            <a:r>
              <a:rPr lang="de-DE" sz="1000" dirty="0" err="1">
                <a:solidFill>
                  <a:schemeClr val="tx1"/>
                </a:solidFill>
              </a:rPr>
              <a:t>Accept</a:t>
            </a:r>
            <a:r>
              <a:rPr lang="de-DE" sz="1000" dirty="0">
                <a:solidFill>
                  <a:schemeClr val="tx1"/>
                </a:solidFill>
              </a:rPr>
              <a:t>: </a:t>
            </a:r>
            <a:r>
              <a:rPr lang="de-DE" sz="1000" dirty="0" err="1">
                <a:solidFill>
                  <a:schemeClr val="tx1"/>
                </a:solidFill>
              </a:rPr>
              <a:t>application</a:t>
            </a:r>
            <a:r>
              <a:rPr lang="de-DE" sz="1000" dirty="0">
                <a:solidFill>
                  <a:schemeClr val="tx1"/>
                </a:solidFill>
              </a:rPr>
              <a:t>/</a:t>
            </a:r>
            <a:r>
              <a:rPr lang="de-DE" sz="1000" dirty="0" err="1">
                <a:solidFill>
                  <a:schemeClr val="tx1"/>
                </a:solidFill>
              </a:rPr>
              <a:t>json</a:t>
            </a:r>
            <a:r>
              <a:rPr lang="de-DE" sz="1000" dirty="0">
                <a:solidFill>
                  <a:schemeClr val="tx1"/>
                </a:solidFill>
              </a:rPr>
              <a:t> </a:t>
            </a:r>
          </a:p>
          <a:p>
            <a:r>
              <a:rPr lang="de-DE" sz="1000" dirty="0">
                <a:solidFill>
                  <a:schemeClr val="tx1"/>
                </a:solidFill>
              </a:rPr>
              <a:t>Date: Sun, 01 Jun 2026 10:15:30 GMT </a:t>
            </a:r>
          </a:p>
          <a:p>
            <a:r>
              <a:rPr lang="de-DE" sz="1000" dirty="0">
                <a:solidFill>
                  <a:schemeClr val="tx1"/>
                </a:solidFill>
              </a:rPr>
              <a:t>X-Request-</a:t>
            </a:r>
            <a:r>
              <a:rPr lang="de-DE" sz="1000" dirty="0" err="1">
                <a:solidFill>
                  <a:schemeClr val="tx1"/>
                </a:solidFill>
              </a:rPr>
              <a:t>Id</a:t>
            </a:r>
            <a:r>
              <a:rPr lang="de-DE" sz="1000" dirty="0">
                <a:solidFill>
                  <a:schemeClr val="tx1"/>
                </a:solidFill>
              </a:rPr>
              <a:t>: 7b5d3e2a-4c1a-4c0b-xd99 </a:t>
            </a:r>
          </a:p>
          <a:p>
            <a:r>
              <a:rPr lang="de-DE" sz="1000" dirty="0">
                <a:solidFill>
                  <a:schemeClr val="tx1"/>
                </a:solidFill>
              </a:rPr>
              <a:t>X-</a:t>
            </a:r>
            <a:r>
              <a:rPr lang="de-DE" sz="1000" dirty="0" err="1">
                <a:solidFill>
                  <a:schemeClr val="tx1"/>
                </a:solidFill>
              </a:rPr>
              <a:t>Api</a:t>
            </a:r>
            <a:r>
              <a:rPr lang="de-DE" sz="1000" dirty="0">
                <a:solidFill>
                  <a:schemeClr val="tx1"/>
                </a:solidFill>
              </a:rPr>
              <a:t>-</a:t>
            </a:r>
            <a:r>
              <a:rPr lang="de-DE" sz="1000" dirty="0" err="1">
                <a:solidFill>
                  <a:schemeClr val="tx1"/>
                </a:solidFill>
              </a:rPr>
              <a:t>Spec-Ref</a:t>
            </a:r>
            <a:r>
              <a:rPr lang="de-DE" sz="1000" dirty="0">
                <a:solidFill>
                  <a:schemeClr val="tx1"/>
                </a:solidFill>
              </a:rPr>
              <a:t>: </a:t>
            </a:r>
            <a:r>
              <a:rPr lang="de-DE" sz="1000" dirty="0" err="1">
                <a:solidFill>
                  <a:schemeClr val="tx1"/>
                </a:solidFill>
              </a:rPr>
              <a:t>git:EDI-Energy</a:t>
            </a:r>
            <a:r>
              <a:rPr lang="de-DE" sz="1000" dirty="0">
                <a:solidFill>
                  <a:schemeClr val="tx1"/>
                </a:solidFill>
              </a:rPr>
              <a:t>/</a:t>
            </a:r>
            <a:r>
              <a:rPr lang="de-DE" sz="1000" dirty="0" err="1">
                <a:solidFill>
                  <a:schemeClr val="tx1"/>
                </a:solidFill>
              </a:rPr>
              <a:t>api-electricity</a:t>
            </a:r>
            <a:endParaRPr lang="de-DE" sz="1000" dirty="0">
              <a:solidFill>
                <a:schemeClr val="tx1"/>
              </a:solidFill>
            </a:endParaRPr>
          </a:p>
          <a:p>
            <a:r>
              <a:rPr lang="de-DE" sz="1000" dirty="0">
                <a:solidFill>
                  <a:schemeClr val="tx1"/>
                </a:solidFill>
              </a:rPr>
              <a:t>X-</a:t>
            </a:r>
            <a:r>
              <a:rPr lang="de-DE" sz="1000" dirty="0" err="1">
                <a:solidFill>
                  <a:schemeClr val="tx1"/>
                </a:solidFill>
              </a:rPr>
              <a:t>Api</a:t>
            </a:r>
            <a:r>
              <a:rPr lang="de-DE" sz="1000" dirty="0">
                <a:solidFill>
                  <a:schemeClr val="tx1"/>
                </a:solidFill>
              </a:rPr>
              <a:t>-</a:t>
            </a:r>
            <a:r>
              <a:rPr lang="de-DE" sz="1000" dirty="0" err="1">
                <a:solidFill>
                  <a:schemeClr val="tx1"/>
                </a:solidFill>
              </a:rPr>
              <a:t>Spec</a:t>
            </a:r>
            <a:r>
              <a:rPr lang="de-DE" sz="1000" dirty="0">
                <a:solidFill>
                  <a:schemeClr val="tx1"/>
                </a:solidFill>
              </a:rPr>
              <a:t>-Version: 1.2 </a:t>
            </a:r>
          </a:p>
          <a:p>
            <a:r>
              <a:rPr lang="de-DE" sz="1000" dirty="0">
                <a:solidFill>
                  <a:srgbClr val="FF0000"/>
                </a:solidFill>
              </a:rPr>
              <a:t>Content-Digest: sha-256=:X4vRVA7xH2sP3kLmN8qT1uWzYdFbJcOeGiKpQsSv2nA=: </a:t>
            </a:r>
            <a:r>
              <a:rPr lang="de-DE" sz="1000" dirty="0" err="1">
                <a:solidFill>
                  <a:srgbClr val="FF0000"/>
                </a:solidFill>
              </a:rPr>
              <a:t>Signature</a:t>
            </a:r>
            <a:r>
              <a:rPr lang="de-DE" sz="1000" dirty="0">
                <a:solidFill>
                  <a:srgbClr val="FF0000"/>
                </a:solidFill>
              </a:rPr>
              <a:t>-Input: sig1=("@</a:t>
            </a:r>
            <a:r>
              <a:rPr lang="de-DE" sz="1000" dirty="0" err="1">
                <a:solidFill>
                  <a:srgbClr val="FF0000"/>
                </a:solidFill>
              </a:rPr>
              <a:t>method</a:t>
            </a:r>
            <a:r>
              <a:rPr lang="de-DE" sz="1000" dirty="0">
                <a:solidFill>
                  <a:srgbClr val="FF0000"/>
                </a:solidFill>
              </a:rPr>
              <a:t>" "@</a:t>
            </a:r>
            <a:r>
              <a:rPr lang="de-DE" sz="1000" dirty="0" err="1">
                <a:solidFill>
                  <a:srgbClr val="FF0000"/>
                </a:solidFill>
              </a:rPr>
              <a:t>path</a:t>
            </a:r>
            <a:r>
              <a:rPr lang="de-DE" sz="1000" dirty="0">
                <a:solidFill>
                  <a:srgbClr val="FF0000"/>
                </a:solidFill>
              </a:rPr>
              <a:t>" "@</a:t>
            </a:r>
            <a:r>
              <a:rPr lang="de-DE" sz="1000" dirty="0" err="1">
                <a:solidFill>
                  <a:srgbClr val="FF0000"/>
                </a:solidFill>
              </a:rPr>
              <a:t>authority</a:t>
            </a:r>
            <a:r>
              <a:rPr lang="de-DE" sz="1000" dirty="0">
                <a:solidFill>
                  <a:srgbClr val="FF0000"/>
                </a:solidFill>
              </a:rPr>
              <a:t>" "</a:t>
            </a:r>
            <a:r>
              <a:rPr lang="de-DE" sz="1000" dirty="0" err="1">
                <a:solidFill>
                  <a:srgbClr val="FF0000"/>
                </a:solidFill>
              </a:rPr>
              <a:t>content</a:t>
            </a:r>
            <a:r>
              <a:rPr lang="de-DE" sz="1000" dirty="0">
                <a:solidFill>
                  <a:srgbClr val="FF0000"/>
                </a:solidFill>
              </a:rPr>
              <a:t>-type" "</a:t>
            </a:r>
            <a:r>
              <a:rPr lang="de-DE" sz="1000" dirty="0" err="1">
                <a:solidFill>
                  <a:srgbClr val="FF0000"/>
                </a:solidFill>
              </a:rPr>
              <a:t>content</a:t>
            </a:r>
            <a:r>
              <a:rPr lang="de-DE" sz="1000" dirty="0">
                <a:solidFill>
                  <a:srgbClr val="FF0000"/>
                </a:solidFill>
              </a:rPr>
              <a:t>-digest" "date" "x-</a:t>
            </a:r>
            <a:r>
              <a:rPr lang="de-DE" sz="1000" dirty="0" err="1">
                <a:solidFill>
                  <a:srgbClr val="FF0000"/>
                </a:solidFill>
              </a:rPr>
              <a:t>request</a:t>
            </a:r>
            <a:r>
              <a:rPr lang="de-DE" sz="1000" dirty="0">
                <a:solidFill>
                  <a:srgbClr val="FF0000"/>
                </a:solidFill>
              </a:rPr>
              <a:t>-</a:t>
            </a:r>
            <a:r>
              <a:rPr lang="de-DE" sz="1000" dirty="0" err="1">
                <a:solidFill>
                  <a:srgbClr val="FF0000"/>
                </a:solidFill>
              </a:rPr>
              <a:t>id</a:t>
            </a:r>
            <a:r>
              <a:rPr lang="de-DE" sz="1000" dirty="0">
                <a:solidFill>
                  <a:srgbClr val="FF0000"/>
                </a:solidFill>
              </a:rPr>
              <a:t>"); </a:t>
            </a:r>
            <a:r>
              <a:rPr lang="de-DE" sz="1000" dirty="0" err="1">
                <a:solidFill>
                  <a:srgbClr val="FF0000"/>
                </a:solidFill>
              </a:rPr>
              <a:t>created</a:t>
            </a:r>
            <a:r>
              <a:rPr lang="de-DE" sz="1000" dirty="0">
                <a:solidFill>
                  <a:srgbClr val="FF0000"/>
                </a:solidFill>
              </a:rPr>
              <a:t>=1738404930;keyid="EMT.API.NB-12345";alg="ecdsa-p256-sha256" </a:t>
            </a:r>
          </a:p>
          <a:p>
            <a:r>
              <a:rPr lang="de-DE" sz="1000" dirty="0" err="1">
                <a:solidFill>
                  <a:srgbClr val="FF0000"/>
                </a:solidFill>
              </a:rPr>
              <a:t>Signature</a:t>
            </a:r>
            <a:r>
              <a:rPr lang="de-DE" sz="1000" dirty="0">
                <a:solidFill>
                  <a:srgbClr val="FF0000"/>
                </a:solidFill>
              </a:rPr>
              <a:t>: sig1=:MEUCIQCx9vK2pX8mRtLsNwQzYcFbJdOeGiKpAsSv3nB1uWzYdA IgAP4vRVA7xH2sP3kLmN8qT1uWzYdFbJcOeGiKpQsSv2nABC:</a:t>
            </a:r>
          </a:p>
          <a:p>
            <a:endParaRPr lang="de-DE" sz="1000" dirty="0">
              <a:solidFill>
                <a:srgbClr val="FF0000"/>
              </a:solidFill>
            </a:endParaRPr>
          </a:p>
          <a:p>
            <a:r>
              <a:rPr lang="de-DE" sz="1000" dirty="0">
                <a:solidFill>
                  <a:srgbClr val="FF0000"/>
                </a:solidFill>
              </a:rPr>
              <a:t> </a:t>
            </a:r>
            <a:r>
              <a:rPr lang="de-DE" sz="1000" dirty="0">
                <a:solidFill>
                  <a:schemeClr val="tx1"/>
                </a:solidFill>
              </a:rPr>
              <a:t>{"</a:t>
            </a:r>
            <a:r>
              <a:rPr lang="de-DE" sz="1000" dirty="0" err="1">
                <a:solidFill>
                  <a:schemeClr val="tx1"/>
                </a:solidFill>
              </a:rPr>
              <a:t>address</a:t>
            </a:r>
            <a:r>
              <a:rPr lang="de-DE" sz="1000" dirty="0">
                <a:solidFill>
                  <a:schemeClr val="tx1"/>
                </a:solidFill>
              </a:rPr>
              <a:t>":{"zip":80001},"customerNumber":6024997}</a:t>
            </a:r>
          </a:p>
        </p:txBody>
      </p:sp>
      <p:sp>
        <p:nvSpPr>
          <p:cNvPr id="12" name="Rechteck 11">
            <a:extLst>
              <a:ext uri="{FF2B5EF4-FFF2-40B4-BE49-F238E27FC236}">
                <a16:creationId xmlns:a16="http://schemas.microsoft.com/office/drawing/2014/main" id="{9AF0FA99-8DC2-9645-045B-A965B4F53607}"/>
              </a:ext>
            </a:extLst>
          </p:cNvPr>
          <p:cNvSpPr/>
          <p:nvPr/>
        </p:nvSpPr>
        <p:spPr>
          <a:xfrm>
            <a:off x="3938817" y="1003058"/>
            <a:ext cx="3378055" cy="5639865"/>
          </a:xfrm>
          <a:prstGeom prst="rect">
            <a:avLst/>
          </a:prstGeom>
          <a:solidFill>
            <a:schemeClr val="bg1">
              <a:lumMod val="85000"/>
            </a:schemeClr>
          </a:solidFill>
          <a:ln>
            <a:solidFill>
              <a:schemeClr val="bg1">
                <a:lumMod val="85000"/>
              </a:schemeClr>
            </a:solidFill>
          </a:ln>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de-DE" sz="1000" dirty="0">
              <a:solidFill>
                <a:schemeClr val="accent1"/>
              </a:solidFill>
            </a:endParaRPr>
          </a:p>
        </p:txBody>
      </p:sp>
      <p:sp>
        <p:nvSpPr>
          <p:cNvPr id="13" name="Rechteck 12">
            <a:extLst>
              <a:ext uri="{FF2B5EF4-FFF2-40B4-BE49-F238E27FC236}">
                <a16:creationId xmlns:a16="http://schemas.microsoft.com/office/drawing/2014/main" id="{5E1DED3C-A614-A509-3D24-D9CC264E8206}"/>
              </a:ext>
            </a:extLst>
          </p:cNvPr>
          <p:cNvSpPr/>
          <p:nvPr/>
        </p:nvSpPr>
        <p:spPr>
          <a:xfrm>
            <a:off x="4220151" y="1182104"/>
            <a:ext cx="2730412" cy="288281"/>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dirty="0"/>
              <a:t>Transformation</a:t>
            </a:r>
          </a:p>
        </p:txBody>
      </p:sp>
      <p:sp>
        <p:nvSpPr>
          <p:cNvPr id="14" name="Rechteck 13">
            <a:extLst>
              <a:ext uri="{FF2B5EF4-FFF2-40B4-BE49-F238E27FC236}">
                <a16:creationId xmlns:a16="http://schemas.microsoft.com/office/drawing/2014/main" id="{26BD8BB6-1540-1E6E-3A2D-39EB515A5BEF}"/>
              </a:ext>
            </a:extLst>
          </p:cNvPr>
          <p:cNvSpPr/>
          <p:nvPr/>
        </p:nvSpPr>
        <p:spPr>
          <a:xfrm>
            <a:off x="3843947" y="2186024"/>
            <a:ext cx="2950431" cy="908006"/>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de-DE"/>
          </a:p>
        </p:txBody>
      </p:sp>
      <p:sp>
        <p:nvSpPr>
          <p:cNvPr id="15" name="Rechteck 14">
            <a:extLst>
              <a:ext uri="{FF2B5EF4-FFF2-40B4-BE49-F238E27FC236}">
                <a16:creationId xmlns:a16="http://schemas.microsoft.com/office/drawing/2014/main" id="{CA3DB6BE-2514-E5AD-9719-83F4551DAEBA}"/>
              </a:ext>
            </a:extLst>
          </p:cNvPr>
          <p:cNvSpPr/>
          <p:nvPr/>
        </p:nvSpPr>
        <p:spPr>
          <a:xfrm>
            <a:off x="4346132" y="2639977"/>
            <a:ext cx="2843811" cy="654047"/>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de-DE" sz="1000" dirty="0"/>
          </a:p>
          <a:p>
            <a:endParaRPr lang="de-DE" sz="1000" dirty="0"/>
          </a:p>
          <a:p>
            <a:r>
              <a:rPr lang="de-DE" sz="1000" dirty="0"/>
              <a:t>RFC 9530 §2 – BASE64 + SHA-256 – neuer Header</a:t>
            </a:r>
          </a:p>
          <a:p>
            <a:r>
              <a:rPr lang="de-DE" sz="1000" u="sng" dirty="0">
                <a:solidFill>
                  <a:schemeClr val="accent1"/>
                </a:solidFill>
              </a:rPr>
              <a:t>Content-Digest</a:t>
            </a:r>
            <a:r>
              <a:rPr lang="de-DE" sz="1000" dirty="0">
                <a:solidFill>
                  <a:schemeClr val="accent1"/>
                </a:solidFill>
              </a:rPr>
              <a:t>: sha-256=:X4vRVA7xH2sP3kLmN8qT1uWzYdFbJcOeGiKpQsSv2nA=:</a:t>
            </a:r>
          </a:p>
          <a:p>
            <a:endParaRPr lang="de-DE" sz="1000" dirty="0"/>
          </a:p>
          <a:p>
            <a:endParaRPr lang="de-DE" sz="1000" dirty="0">
              <a:solidFill>
                <a:schemeClr val="accent1"/>
              </a:solidFill>
            </a:endParaRPr>
          </a:p>
        </p:txBody>
      </p:sp>
      <p:sp>
        <p:nvSpPr>
          <p:cNvPr id="16" name="Rechteck 15">
            <a:extLst>
              <a:ext uri="{FF2B5EF4-FFF2-40B4-BE49-F238E27FC236}">
                <a16:creationId xmlns:a16="http://schemas.microsoft.com/office/drawing/2014/main" id="{B0457FE3-7217-2444-E8F7-08ACA8766E25}"/>
              </a:ext>
            </a:extLst>
          </p:cNvPr>
          <p:cNvSpPr/>
          <p:nvPr/>
        </p:nvSpPr>
        <p:spPr>
          <a:xfrm>
            <a:off x="4341958" y="1862928"/>
            <a:ext cx="2843809" cy="463571"/>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1000" dirty="0"/>
              <a:t>RFC 8785 – Kanonisierung (</a:t>
            </a:r>
            <a:r>
              <a:rPr lang="de-DE" sz="1000" dirty="0" err="1"/>
              <a:t>no</a:t>
            </a:r>
            <a:r>
              <a:rPr lang="de-DE" sz="1000" dirty="0"/>
              <a:t> </a:t>
            </a:r>
            <a:r>
              <a:rPr lang="de-DE" sz="1000" dirty="0" err="1"/>
              <a:t>whitespace</a:t>
            </a:r>
            <a:r>
              <a:rPr lang="de-DE" sz="1000" dirty="0"/>
              <a:t>)</a:t>
            </a:r>
          </a:p>
          <a:p>
            <a:r>
              <a:rPr lang="de-DE" sz="1000" dirty="0">
                <a:solidFill>
                  <a:schemeClr val="accent1"/>
                </a:solidFill>
              </a:rPr>
              <a:t>{"</a:t>
            </a:r>
            <a:r>
              <a:rPr lang="de-DE" sz="1000" dirty="0" err="1">
                <a:solidFill>
                  <a:schemeClr val="accent1"/>
                </a:solidFill>
              </a:rPr>
              <a:t>address</a:t>
            </a:r>
            <a:r>
              <a:rPr lang="de-DE" sz="1000" dirty="0">
                <a:solidFill>
                  <a:schemeClr val="accent1"/>
                </a:solidFill>
              </a:rPr>
              <a:t>":{"zip":80001},"customerNumber":6024997}</a:t>
            </a:r>
          </a:p>
        </p:txBody>
      </p:sp>
      <p:sp>
        <p:nvSpPr>
          <p:cNvPr id="18" name="Rechteck 17">
            <a:extLst>
              <a:ext uri="{FF2B5EF4-FFF2-40B4-BE49-F238E27FC236}">
                <a16:creationId xmlns:a16="http://schemas.microsoft.com/office/drawing/2014/main" id="{5D62D13A-265B-E7EB-0BAB-9034A0330632}"/>
              </a:ext>
            </a:extLst>
          </p:cNvPr>
          <p:cNvSpPr/>
          <p:nvPr/>
        </p:nvSpPr>
        <p:spPr>
          <a:xfrm>
            <a:off x="4671953" y="2378920"/>
            <a:ext cx="1847983" cy="261107"/>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de-DE" sz="1200" dirty="0"/>
              <a:t>(2) Content Digest</a:t>
            </a:r>
          </a:p>
        </p:txBody>
      </p:sp>
      <p:sp>
        <p:nvSpPr>
          <p:cNvPr id="19" name="Rechteck 18">
            <a:extLst>
              <a:ext uri="{FF2B5EF4-FFF2-40B4-BE49-F238E27FC236}">
                <a16:creationId xmlns:a16="http://schemas.microsoft.com/office/drawing/2014/main" id="{6102DA18-B5C4-D45D-C0DC-AA467D1412B5}"/>
              </a:ext>
            </a:extLst>
          </p:cNvPr>
          <p:cNvSpPr/>
          <p:nvPr/>
        </p:nvSpPr>
        <p:spPr>
          <a:xfrm>
            <a:off x="4671953" y="1600938"/>
            <a:ext cx="1847983" cy="261107"/>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de-DE" sz="1200" dirty="0"/>
              <a:t>(1) JCS Payload</a:t>
            </a:r>
          </a:p>
        </p:txBody>
      </p:sp>
      <p:cxnSp>
        <p:nvCxnSpPr>
          <p:cNvPr id="57" name="Verbinder: gewinkelt 56">
            <a:extLst>
              <a:ext uri="{FF2B5EF4-FFF2-40B4-BE49-F238E27FC236}">
                <a16:creationId xmlns:a16="http://schemas.microsoft.com/office/drawing/2014/main" id="{0A8225ED-510D-0815-4F66-5D2362891E21}"/>
              </a:ext>
            </a:extLst>
          </p:cNvPr>
          <p:cNvCxnSpPr>
            <a:cxnSpLocks/>
            <a:stCxn id="16" idx="1"/>
            <a:endCxn id="15" idx="1"/>
          </p:cNvCxnSpPr>
          <p:nvPr/>
        </p:nvCxnSpPr>
        <p:spPr>
          <a:xfrm rot="10800000" flipH="1" flipV="1">
            <a:off x="4341958" y="2094713"/>
            <a:ext cx="4174" cy="872287"/>
          </a:xfrm>
          <a:prstGeom prst="bentConnector3">
            <a:avLst>
              <a:gd name="adj1" fmla="val -547676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98EBC40C-DCA6-E82E-BDDA-F93277471E95}"/>
              </a:ext>
            </a:extLst>
          </p:cNvPr>
          <p:cNvSpPr txBox="1"/>
          <p:nvPr/>
        </p:nvSpPr>
        <p:spPr>
          <a:xfrm rot="5400000">
            <a:off x="3770166" y="2483373"/>
            <a:ext cx="840919" cy="246221"/>
          </a:xfrm>
          <a:prstGeom prst="rect">
            <a:avLst/>
          </a:prstGeom>
          <a:noFill/>
        </p:spPr>
        <p:txBody>
          <a:bodyPr wrap="square">
            <a:spAutoFit/>
          </a:bodyPr>
          <a:lstStyle/>
          <a:p>
            <a:r>
              <a:rPr lang="de-DE" sz="1000" dirty="0">
                <a:solidFill>
                  <a:schemeClr val="accent1"/>
                </a:solidFill>
              </a:rPr>
              <a:t>BASE64URL</a:t>
            </a:r>
          </a:p>
        </p:txBody>
      </p:sp>
      <p:sp>
        <p:nvSpPr>
          <p:cNvPr id="28" name="Rechteck 27">
            <a:extLst>
              <a:ext uri="{FF2B5EF4-FFF2-40B4-BE49-F238E27FC236}">
                <a16:creationId xmlns:a16="http://schemas.microsoft.com/office/drawing/2014/main" id="{3C015641-E3B2-D1F0-9548-AC241B8789B4}"/>
              </a:ext>
            </a:extLst>
          </p:cNvPr>
          <p:cNvSpPr/>
          <p:nvPr/>
        </p:nvSpPr>
        <p:spPr>
          <a:xfrm>
            <a:off x="4341957" y="3645065"/>
            <a:ext cx="2843809" cy="926936"/>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1000" dirty="0"/>
              <a:t>RFC 9421 §2.5 – Felder für Signatur bestimme</a:t>
            </a:r>
          </a:p>
          <a:p>
            <a:r>
              <a:rPr lang="de-DE" sz="1000" u="sng" dirty="0" err="1">
                <a:solidFill>
                  <a:schemeClr val="accent1"/>
                </a:solidFill>
              </a:rPr>
              <a:t>Signature</a:t>
            </a:r>
            <a:r>
              <a:rPr lang="de-DE" sz="1000" u="sng" dirty="0">
                <a:solidFill>
                  <a:schemeClr val="accent1"/>
                </a:solidFill>
              </a:rPr>
              <a:t>-Input</a:t>
            </a:r>
            <a:r>
              <a:rPr lang="de-DE" sz="1000" dirty="0">
                <a:solidFill>
                  <a:schemeClr val="accent1"/>
                </a:solidFill>
              </a:rPr>
              <a:t>: sig1=("@</a:t>
            </a:r>
            <a:r>
              <a:rPr lang="de-DE" sz="1000" dirty="0" err="1">
                <a:solidFill>
                  <a:schemeClr val="accent1"/>
                </a:solidFill>
              </a:rPr>
              <a:t>method</a:t>
            </a:r>
            <a:r>
              <a:rPr lang="de-DE" sz="1000" dirty="0">
                <a:solidFill>
                  <a:schemeClr val="accent1"/>
                </a:solidFill>
              </a:rPr>
              <a:t>" "@</a:t>
            </a:r>
            <a:r>
              <a:rPr lang="de-DE" sz="1000" dirty="0" err="1">
                <a:solidFill>
                  <a:schemeClr val="accent1"/>
                </a:solidFill>
              </a:rPr>
              <a:t>path</a:t>
            </a:r>
            <a:r>
              <a:rPr lang="de-DE" sz="1000" dirty="0">
                <a:solidFill>
                  <a:schemeClr val="accent1"/>
                </a:solidFill>
              </a:rPr>
              <a:t>" "@</a:t>
            </a:r>
            <a:r>
              <a:rPr lang="de-DE" sz="1000" dirty="0" err="1">
                <a:solidFill>
                  <a:schemeClr val="accent1"/>
                </a:solidFill>
              </a:rPr>
              <a:t>authority</a:t>
            </a:r>
            <a:r>
              <a:rPr lang="de-DE" sz="1000" dirty="0">
                <a:solidFill>
                  <a:schemeClr val="accent1"/>
                </a:solidFill>
              </a:rPr>
              <a:t>" "</a:t>
            </a:r>
            <a:r>
              <a:rPr lang="de-DE" sz="1000" dirty="0" err="1">
                <a:solidFill>
                  <a:schemeClr val="accent1"/>
                </a:solidFill>
              </a:rPr>
              <a:t>content</a:t>
            </a:r>
            <a:r>
              <a:rPr lang="de-DE" sz="1000" dirty="0">
                <a:solidFill>
                  <a:schemeClr val="accent1"/>
                </a:solidFill>
              </a:rPr>
              <a:t>-type" "</a:t>
            </a:r>
            <a:r>
              <a:rPr lang="de-DE" sz="1000" dirty="0" err="1">
                <a:solidFill>
                  <a:schemeClr val="accent1"/>
                </a:solidFill>
              </a:rPr>
              <a:t>content</a:t>
            </a:r>
            <a:r>
              <a:rPr lang="de-DE" sz="1000" dirty="0">
                <a:solidFill>
                  <a:schemeClr val="accent1"/>
                </a:solidFill>
              </a:rPr>
              <a:t>-digest" "date" "x-</a:t>
            </a:r>
            <a:r>
              <a:rPr lang="de-DE" sz="1000" dirty="0" err="1">
                <a:solidFill>
                  <a:schemeClr val="accent1"/>
                </a:solidFill>
              </a:rPr>
              <a:t>request</a:t>
            </a:r>
            <a:r>
              <a:rPr lang="de-DE" sz="1000" dirty="0">
                <a:solidFill>
                  <a:schemeClr val="accent1"/>
                </a:solidFill>
              </a:rPr>
              <a:t>-</a:t>
            </a:r>
            <a:r>
              <a:rPr lang="de-DE" sz="1000" dirty="0" err="1">
                <a:solidFill>
                  <a:schemeClr val="accent1"/>
                </a:solidFill>
              </a:rPr>
              <a:t>id</a:t>
            </a:r>
            <a:r>
              <a:rPr lang="de-DE" sz="1000" dirty="0">
                <a:solidFill>
                  <a:schemeClr val="accent1"/>
                </a:solidFill>
              </a:rPr>
              <a:t>"); </a:t>
            </a:r>
            <a:r>
              <a:rPr lang="de-DE" sz="1000" dirty="0" err="1">
                <a:solidFill>
                  <a:schemeClr val="accent1"/>
                </a:solidFill>
              </a:rPr>
              <a:t>created</a:t>
            </a:r>
            <a:r>
              <a:rPr lang="de-DE" sz="1000" dirty="0">
                <a:solidFill>
                  <a:schemeClr val="accent1"/>
                </a:solidFill>
              </a:rPr>
              <a:t>=1738404930; </a:t>
            </a:r>
            <a:r>
              <a:rPr lang="de-DE" sz="1000" dirty="0" err="1">
                <a:solidFill>
                  <a:schemeClr val="accent1"/>
                </a:solidFill>
              </a:rPr>
              <a:t>keyid</a:t>
            </a:r>
            <a:r>
              <a:rPr lang="de-DE" sz="1000" dirty="0">
                <a:solidFill>
                  <a:schemeClr val="accent1"/>
                </a:solidFill>
              </a:rPr>
              <a:t>="EMT.API.NB-12345"; </a:t>
            </a:r>
            <a:r>
              <a:rPr lang="de-DE" sz="1000" dirty="0" err="1">
                <a:solidFill>
                  <a:schemeClr val="accent1"/>
                </a:solidFill>
              </a:rPr>
              <a:t>alg</a:t>
            </a:r>
            <a:r>
              <a:rPr lang="de-DE" sz="1000" dirty="0">
                <a:solidFill>
                  <a:schemeClr val="accent1"/>
                </a:solidFill>
              </a:rPr>
              <a:t>="ecdsa-p256-sha256"</a:t>
            </a:r>
          </a:p>
        </p:txBody>
      </p:sp>
      <p:sp>
        <p:nvSpPr>
          <p:cNvPr id="30" name="Rechteck 29">
            <a:extLst>
              <a:ext uri="{FF2B5EF4-FFF2-40B4-BE49-F238E27FC236}">
                <a16:creationId xmlns:a16="http://schemas.microsoft.com/office/drawing/2014/main" id="{E6292037-6045-02B7-9FE8-9CE494EAD21A}"/>
              </a:ext>
            </a:extLst>
          </p:cNvPr>
          <p:cNvSpPr/>
          <p:nvPr/>
        </p:nvSpPr>
        <p:spPr>
          <a:xfrm>
            <a:off x="4671953" y="3385310"/>
            <a:ext cx="1847983" cy="261107"/>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de-DE" sz="1200" dirty="0"/>
              <a:t>(3) </a:t>
            </a:r>
            <a:r>
              <a:rPr lang="de-DE" sz="1200" dirty="0" err="1"/>
              <a:t>Declare</a:t>
            </a:r>
            <a:r>
              <a:rPr lang="de-DE" sz="1200" dirty="0"/>
              <a:t> </a:t>
            </a:r>
            <a:r>
              <a:rPr lang="de-DE" sz="1200" dirty="0" err="1"/>
              <a:t>Signature</a:t>
            </a:r>
            <a:r>
              <a:rPr lang="de-DE" sz="1200" dirty="0"/>
              <a:t> Input</a:t>
            </a:r>
          </a:p>
        </p:txBody>
      </p:sp>
      <p:sp>
        <p:nvSpPr>
          <p:cNvPr id="37" name="Rechteck 36">
            <a:extLst>
              <a:ext uri="{FF2B5EF4-FFF2-40B4-BE49-F238E27FC236}">
                <a16:creationId xmlns:a16="http://schemas.microsoft.com/office/drawing/2014/main" id="{08C89906-5BC3-F083-20DD-25496F47BB5D}"/>
              </a:ext>
            </a:extLst>
          </p:cNvPr>
          <p:cNvSpPr/>
          <p:nvPr/>
        </p:nvSpPr>
        <p:spPr>
          <a:xfrm>
            <a:off x="4337782" y="4923042"/>
            <a:ext cx="2843809" cy="1506379"/>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1000" dirty="0"/>
              <a:t>RFC 9421 §2.3 – Signaturstring für die Felder (3) </a:t>
            </a:r>
          </a:p>
          <a:p>
            <a:r>
              <a:rPr lang="de-DE" sz="800" dirty="0">
                <a:solidFill>
                  <a:schemeClr val="accent1"/>
                </a:solidFill>
              </a:rPr>
              <a:t>"@</a:t>
            </a:r>
            <a:r>
              <a:rPr lang="de-DE" sz="800" dirty="0" err="1">
                <a:solidFill>
                  <a:schemeClr val="accent1"/>
                </a:solidFill>
              </a:rPr>
              <a:t>method</a:t>
            </a:r>
            <a:r>
              <a:rPr lang="de-DE" sz="800" dirty="0">
                <a:solidFill>
                  <a:schemeClr val="accent1"/>
                </a:solidFill>
              </a:rPr>
              <a:t>": POST "@</a:t>
            </a:r>
            <a:r>
              <a:rPr lang="de-DE" sz="800" dirty="0" err="1">
                <a:solidFill>
                  <a:schemeClr val="accent1"/>
                </a:solidFill>
              </a:rPr>
              <a:t>path</a:t>
            </a:r>
            <a:r>
              <a:rPr lang="de-DE" sz="800" dirty="0">
                <a:solidFill>
                  <a:schemeClr val="accent1"/>
                </a:solidFill>
              </a:rPr>
              <a:t>": /</a:t>
            </a:r>
            <a:r>
              <a:rPr lang="de-DE" sz="800" dirty="0" err="1">
                <a:solidFill>
                  <a:schemeClr val="accent1"/>
                </a:solidFill>
              </a:rPr>
              <a:t>malo</a:t>
            </a:r>
            <a:r>
              <a:rPr lang="de-DE" sz="800" dirty="0">
                <a:solidFill>
                  <a:schemeClr val="accent1"/>
                </a:solidFill>
              </a:rPr>
              <a:t>/ident "@</a:t>
            </a:r>
            <a:r>
              <a:rPr lang="de-DE" sz="800" dirty="0" err="1">
                <a:solidFill>
                  <a:schemeClr val="accent1"/>
                </a:solidFill>
              </a:rPr>
              <a:t>authority</a:t>
            </a:r>
            <a:r>
              <a:rPr lang="de-DE" sz="800" dirty="0">
                <a:solidFill>
                  <a:schemeClr val="accent1"/>
                </a:solidFill>
              </a:rPr>
              <a:t>": mabishub.com "</a:t>
            </a:r>
            <a:r>
              <a:rPr lang="de-DE" sz="800" dirty="0" err="1">
                <a:solidFill>
                  <a:schemeClr val="accent1"/>
                </a:solidFill>
              </a:rPr>
              <a:t>content</a:t>
            </a:r>
            <a:r>
              <a:rPr lang="de-DE" sz="800" dirty="0">
                <a:solidFill>
                  <a:schemeClr val="accent1"/>
                </a:solidFill>
              </a:rPr>
              <a:t>-type": </a:t>
            </a:r>
            <a:r>
              <a:rPr lang="de-DE" sz="800" dirty="0" err="1">
                <a:solidFill>
                  <a:schemeClr val="accent1"/>
                </a:solidFill>
              </a:rPr>
              <a:t>application</a:t>
            </a:r>
            <a:r>
              <a:rPr lang="de-DE" sz="800" dirty="0">
                <a:solidFill>
                  <a:schemeClr val="accent1"/>
                </a:solidFill>
              </a:rPr>
              <a:t>/</a:t>
            </a:r>
            <a:r>
              <a:rPr lang="de-DE" sz="800" dirty="0" err="1">
                <a:solidFill>
                  <a:schemeClr val="accent1"/>
                </a:solidFill>
              </a:rPr>
              <a:t>json</a:t>
            </a:r>
            <a:r>
              <a:rPr lang="de-DE" sz="800" dirty="0">
                <a:solidFill>
                  <a:schemeClr val="accent1"/>
                </a:solidFill>
              </a:rPr>
              <a:t> "</a:t>
            </a:r>
            <a:r>
              <a:rPr lang="de-DE" sz="800" dirty="0" err="1">
                <a:solidFill>
                  <a:schemeClr val="accent1"/>
                </a:solidFill>
              </a:rPr>
              <a:t>content</a:t>
            </a:r>
            <a:r>
              <a:rPr lang="de-DE" sz="800" dirty="0">
                <a:solidFill>
                  <a:schemeClr val="accent1"/>
                </a:solidFill>
              </a:rPr>
              <a:t>-digest": sha-256=:X4vRVA7xH2sP3kLmN8qT1uWzYdFbJcOeGiKpQsSv2nA=: "date": Sun, 01 Feb 2026 10:15:30 GMT "x-</a:t>
            </a:r>
            <a:r>
              <a:rPr lang="de-DE" sz="800" dirty="0" err="1">
                <a:solidFill>
                  <a:schemeClr val="accent1"/>
                </a:solidFill>
              </a:rPr>
              <a:t>request</a:t>
            </a:r>
            <a:r>
              <a:rPr lang="de-DE" sz="800" dirty="0">
                <a:solidFill>
                  <a:schemeClr val="accent1"/>
                </a:solidFill>
              </a:rPr>
              <a:t>-</a:t>
            </a:r>
            <a:r>
              <a:rPr lang="de-DE" sz="800" dirty="0" err="1">
                <a:solidFill>
                  <a:schemeClr val="accent1"/>
                </a:solidFill>
              </a:rPr>
              <a:t>id</a:t>
            </a:r>
            <a:r>
              <a:rPr lang="de-DE" sz="800" dirty="0">
                <a:solidFill>
                  <a:schemeClr val="accent1"/>
                </a:solidFill>
              </a:rPr>
              <a:t>": 7b5d3e2a-4c1a-4c0b-xd99 "@</a:t>
            </a:r>
            <a:r>
              <a:rPr lang="de-DE" sz="800" dirty="0" err="1">
                <a:solidFill>
                  <a:schemeClr val="accent1"/>
                </a:solidFill>
              </a:rPr>
              <a:t>signature-params</a:t>
            </a:r>
            <a:r>
              <a:rPr lang="de-DE" sz="800" dirty="0">
                <a:solidFill>
                  <a:schemeClr val="accent1"/>
                </a:solidFill>
              </a:rPr>
              <a:t>": ("@</a:t>
            </a:r>
            <a:r>
              <a:rPr lang="de-DE" sz="800" dirty="0" err="1">
                <a:solidFill>
                  <a:schemeClr val="accent1"/>
                </a:solidFill>
              </a:rPr>
              <a:t>method</a:t>
            </a:r>
            <a:r>
              <a:rPr lang="de-DE" sz="800" dirty="0">
                <a:solidFill>
                  <a:schemeClr val="accent1"/>
                </a:solidFill>
              </a:rPr>
              <a:t>" "@</a:t>
            </a:r>
            <a:r>
              <a:rPr lang="de-DE" sz="800" dirty="0" err="1">
                <a:solidFill>
                  <a:schemeClr val="accent1"/>
                </a:solidFill>
              </a:rPr>
              <a:t>path</a:t>
            </a:r>
            <a:r>
              <a:rPr lang="de-DE" sz="800" dirty="0">
                <a:solidFill>
                  <a:schemeClr val="accent1"/>
                </a:solidFill>
              </a:rPr>
              <a:t>" "@</a:t>
            </a:r>
            <a:r>
              <a:rPr lang="de-DE" sz="800" dirty="0" err="1">
                <a:solidFill>
                  <a:schemeClr val="accent1"/>
                </a:solidFill>
              </a:rPr>
              <a:t>authority</a:t>
            </a:r>
            <a:r>
              <a:rPr lang="de-DE" sz="800" dirty="0">
                <a:solidFill>
                  <a:schemeClr val="accent1"/>
                </a:solidFill>
              </a:rPr>
              <a:t>" "</a:t>
            </a:r>
            <a:r>
              <a:rPr lang="de-DE" sz="800" dirty="0" err="1">
                <a:solidFill>
                  <a:schemeClr val="accent1"/>
                </a:solidFill>
              </a:rPr>
              <a:t>content</a:t>
            </a:r>
            <a:r>
              <a:rPr lang="de-DE" sz="800" dirty="0">
                <a:solidFill>
                  <a:schemeClr val="accent1"/>
                </a:solidFill>
              </a:rPr>
              <a:t>-type" "</a:t>
            </a:r>
            <a:r>
              <a:rPr lang="de-DE" sz="800" dirty="0" err="1">
                <a:solidFill>
                  <a:schemeClr val="accent1"/>
                </a:solidFill>
              </a:rPr>
              <a:t>content</a:t>
            </a:r>
            <a:r>
              <a:rPr lang="de-DE" sz="800" dirty="0">
                <a:solidFill>
                  <a:schemeClr val="accent1"/>
                </a:solidFill>
              </a:rPr>
              <a:t>-digest" "date" "x-</a:t>
            </a:r>
            <a:r>
              <a:rPr lang="de-DE" sz="800" dirty="0" err="1">
                <a:solidFill>
                  <a:schemeClr val="accent1"/>
                </a:solidFill>
              </a:rPr>
              <a:t>request</a:t>
            </a:r>
            <a:r>
              <a:rPr lang="de-DE" sz="800" dirty="0">
                <a:solidFill>
                  <a:schemeClr val="accent1"/>
                </a:solidFill>
              </a:rPr>
              <a:t>-</a:t>
            </a:r>
            <a:r>
              <a:rPr lang="de-DE" sz="800" dirty="0" err="1">
                <a:solidFill>
                  <a:schemeClr val="accent1"/>
                </a:solidFill>
              </a:rPr>
              <a:t>id</a:t>
            </a:r>
            <a:r>
              <a:rPr lang="de-DE" sz="800" dirty="0">
                <a:solidFill>
                  <a:schemeClr val="accent1"/>
                </a:solidFill>
              </a:rPr>
              <a:t>"); </a:t>
            </a:r>
            <a:r>
              <a:rPr lang="de-DE" sz="800" dirty="0" err="1">
                <a:solidFill>
                  <a:schemeClr val="accent1"/>
                </a:solidFill>
              </a:rPr>
              <a:t>created</a:t>
            </a:r>
            <a:r>
              <a:rPr lang="de-DE" sz="800" dirty="0">
                <a:solidFill>
                  <a:schemeClr val="accent1"/>
                </a:solidFill>
              </a:rPr>
              <a:t>=1738404930;keyid="EMT.API.NB-12345";alg="ecdsa-p256-sha256</a:t>
            </a:r>
          </a:p>
        </p:txBody>
      </p:sp>
      <p:sp>
        <p:nvSpPr>
          <p:cNvPr id="40" name="Rechteck 39">
            <a:extLst>
              <a:ext uri="{FF2B5EF4-FFF2-40B4-BE49-F238E27FC236}">
                <a16:creationId xmlns:a16="http://schemas.microsoft.com/office/drawing/2014/main" id="{45BA6AC0-55FC-8650-C42F-57343408FCE0}"/>
              </a:ext>
            </a:extLst>
          </p:cNvPr>
          <p:cNvSpPr/>
          <p:nvPr/>
        </p:nvSpPr>
        <p:spPr>
          <a:xfrm>
            <a:off x="4695600" y="4661935"/>
            <a:ext cx="2030882" cy="261107"/>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de-DE" sz="1200" dirty="0"/>
              <a:t>(4) Signaturbasis konstruieren</a:t>
            </a:r>
          </a:p>
        </p:txBody>
      </p:sp>
      <p:cxnSp>
        <p:nvCxnSpPr>
          <p:cNvPr id="41" name="Verbinder: gewinkelt 40">
            <a:extLst>
              <a:ext uri="{FF2B5EF4-FFF2-40B4-BE49-F238E27FC236}">
                <a16:creationId xmlns:a16="http://schemas.microsoft.com/office/drawing/2014/main" id="{9F36E027-1A84-E5E8-398E-86E54936BC27}"/>
              </a:ext>
            </a:extLst>
          </p:cNvPr>
          <p:cNvCxnSpPr>
            <a:cxnSpLocks/>
            <a:stCxn id="15" idx="1"/>
            <a:endCxn id="28" idx="1"/>
          </p:cNvCxnSpPr>
          <p:nvPr/>
        </p:nvCxnSpPr>
        <p:spPr>
          <a:xfrm rot="10800000" flipV="1">
            <a:off x="4341958" y="2967001"/>
            <a:ext cx="4175" cy="1141532"/>
          </a:xfrm>
          <a:prstGeom prst="bentConnector3">
            <a:avLst>
              <a:gd name="adj1" fmla="val 557544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Verbinder: gewinkelt 46">
            <a:extLst>
              <a:ext uri="{FF2B5EF4-FFF2-40B4-BE49-F238E27FC236}">
                <a16:creationId xmlns:a16="http://schemas.microsoft.com/office/drawing/2014/main" id="{7219A574-A087-4A7C-5CFA-D14E2DC057CB}"/>
              </a:ext>
            </a:extLst>
          </p:cNvPr>
          <p:cNvCxnSpPr>
            <a:cxnSpLocks/>
            <a:stCxn id="28" idx="1"/>
            <a:endCxn id="37" idx="1"/>
          </p:cNvCxnSpPr>
          <p:nvPr/>
        </p:nvCxnSpPr>
        <p:spPr>
          <a:xfrm rot="10800000" flipV="1">
            <a:off x="4337783" y="4108532"/>
            <a:ext cx="4175" cy="1567699"/>
          </a:xfrm>
          <a:prstGeom prst="bentConnector3">
            <a:avLst>
              <a:gd name="adj1" fmla="val 5575449"/>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Rechteck 50">
            <a:extLst>
              <a:ext uri="{FF2B5EF4-FFF2-40B4-BE49-F238E27FC236}">
                <a16:creationId xmlns:a16="http://schemas.microsoft.com/office/drawing/2014/main" id="{0B0055DA-39F9-D4F2-1EAF-5311BAF2E24C}"/>
              </a:ext>
            </a:extLst>
          </p:cNvPr>
          <p:cNvSpPr/>
          <p:nvPr/>
        </p:nvSpPr>
        <p:spPr>
          <a:xfrm>
            <a:off x="8308664" y="1182104"/>
            <a:ext cx="2030882" cy="261107"/>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de-DE" sz="1200" dirty="0"/>
              <a:t>(5) Signatur berechnen</a:t>
            </a:r>
          </a:p>
        </p:txBody>
      </p:sp>
      <p:sp>
        <p:nvSpPr>
          <p:cNvPr id="53" name="Rechteck 52">
            <a:extLst>
              <a:ext uri="{FF2B5EF4-FFF2-40B4-BE49-F238E27FC236}">
                <a16:creationId xmlns:a16="http://schemas.microsoft.com/office/drawing/2014/main" id="{A16AF100-80B7-F0FF-C916-48582249390C}"/>
              </a:ext>
            </a:extLst>
          </p:cNvPr>
          <p:cNvSpPr/>
          <p:nvPr/>
        </p:nvSpPr>
        <p:spPr>
          <a:xfrm>
            <a:off x="7458031" y="1443397"/>
            <a:ext cx="3493892" cy="1506379"/>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1000" dirty="0"/>
              <a:t>RFC 9421 §3.3</a:t>
            </a:r>
          </a:p>
          <a:p>
            <a:r>
              <a:rPr lang="de-DE" sz="1000" dirty="0">
                <a:solidFill>
                  <a:schemeClr val="accent1"/>
                </a:solidFill>
              </a:rPr>
              <a:t>ECDSA: P-256 + SHA-256 + privater SM-PKI Schlüssel</a:t>
            </a:r>
          </a:p>
          <a:p>
            <a:r>
              <a:rPr lang="de-DE" sz="1000" dirty="0">
                <a:solidFill>
                  <a:schemeClr val="accent1"/>
                </a:solidFill>
              </a:rPr>
              <a:t>BASE64: MEUCIQCx9vK2pX8mRtLsNwQzYcFbJdOeGiKpAsSv3nB1uWzYdA IgAP4vRVA7xH2sP3kLmN8qT1uWzYdFbJcOeGiKpQsSv2nABC</a:t>
            </a:r>
          </a:p>
          <a:p>
            <a:r>
              <a:rPr lang="de-DE" sz="1000" dirty="0"/>
              <a:t>Neuer Header:</a:t>
            </a:r>
          </a:p>
          <a:p>
            <a:r>
              <a:rPr lang="de-DE" sz="1000" u="sng" dirty="0">
                <a:solidFill>
                  <a:schemeClr val="accent1"/>
                </a:solidFill>
              </a:rPr>
              <a:t>Signature</a:t>
            </a:r>
            <a:r>
              <a:rPr lang="de-DE" sz="1000" dirty="0">
                <a:solidFill>
                  <a:schemeClr val="accent1"/>
                </a:solidFill>
              </a:rPr>
              <a:t>:sig1=:MEUCIQCx9vK2pX8mRtLsNwQzYcFbJdOeGiKpAsSv3nB1 uWzYdAIgAP4vRVA7xH2sP3kLmN8qT1uWzYdFbJcOeGiKpQsSv2nABC:</a:t>
            </a:r>
          </a:p>
        </p:txBody>
      </p:sp>
      <p:sp>
        <p:nvSpPr>
          <p:cNvPr id="54" name="Rechteck 53">
            <a:extLst>
              <a:ext uri="{FF2B5EF4-FFF2-40B4-BE49-F238E27FC236}">
                <a16:creationId xmlns:a16="http://schemas.microsoft.com/office/drawing/2014/main" id="{B14853F0-6C0F-6B75-CA4E-F47BB063745F}"/>
              </a:ext>
            </a:extLst>
          </p:cNvPr>
          <p:cNvSpPr/>
          <p:nvPr/>
        </p:nvSpPr>
        <p:spPr>
          <a:xfrm>
            <a:off x="7935249" y="3149883"/>
            <a:ext cx="2730412" cy="288281"/>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dirty="0"/>
              <a:t>Standardisiertes Zielformat</a:t>
            </a:r>
          </a:p>
        </p:txBody>
      </p:sp>
      <p:cxnSp>
        <p:nvCxnSpPr>
          <p:cNvPr id="55" name="Verbinder: gewinkelt 54">
            <a:extLst>
              <a:ext uri="{FF2B5EF4-FFF2-40B4-BE49-F238E27FC236}">
                <a16:creationId xmlns:a16="http://schemas.microsoft.com/office/drawing/2014/main" id="{05376AAC-968C-4A1C-5EA4-9F5643E501BF}"/>
              </a:ext>
            </a:extLst>
          </p:cNvPr>
          <p:cNvCxnSpPr>
            <a:cxnSpLocks/>
            <a:stCxn id="37" idx="3"/>
            <a:endCxn id="53" idx="1"/>
          </p:cNvCxnSpPr>
          <p:nvPr/>
        </p:nvCxnSpPr>
        <p:spPr>
          <a:xfrm flipV="1">
            <a:off x="7181591" y="2196587"/>
            <a:ext cx="276440" cy="347964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Gerader Verbinder 58">
            <a:extLst>
              <a:ext uri="{FF2B5EF4-FFF2-40B4-BE49-F238E27FC236}">
                <a16:creationId xmlns:a16="http://schemas.microsoft.com/office/drawing/2014/main" id="{2467FBE3-6A26-1D3B-B9AF-F48576C92F68}"/>
              </a:ext>
            </a:extLst>
          </p:cNvPr>
          <p:cNvCxnSpPr/>
          <p:nvPr/>
        </p:nvCxnSpPr>
        <p:spPr>
          <a:xfrm>
            <a:off x="7771097" y="6101943"/>
            <a:ext cx="24682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Verbinder: gewinkelt 59">
            <a:extLst>
              <a:ext uri="{FF2B5EF4-FFF2-40B4-BE49-F238E27FC236}">
                <a16:creationId xmlns:a16="http://schemas.microsoft.com/office/drawing/2014/main" id="{F39B5429-2B71-1471-EB4D-92D00D47E86C}"/>
              </a:ext>
            </a:extLst>
          </p:cNvPr>
          <p:cNvCxnSpPr>
            <a:cxnSpLocks/>
            <a:stCxn id="53" idx="2"/>
            <a:endCxn id="54" idx="0"/>
          </p:cNvCxnSpPr>
          <p:nvPr/>
        </p:nvCxnSpPr>
        <p:spPr>
          <a:xfrm rot="16200000" flipH="1">
            <a:off x="9152663" y="3002090"/>
            <a:ext cx="200107" cy="9547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1222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5730A-98C6-7512-306D-27F04D595C8D}"/>
            </a:ext>
          </a:extLst>
        </p:cNvPr>
        <p:cNvGrpSpPr/>
        <p:nvPr/>
      </p:nvGrpSpPr>
      <p:grpSpPr>
        <a:xfrm>
          <a:off x="0" y="0"/>
          <a:ext cx="0" cy="0"/>
          <a:chOff x="0" y="0"/>
          <a:chExt cx="0" cy="0"/>
        </a:xfrm>
      </p:grpSpPr>
      <p:sp>
        <p:nvSpPr>
          <p:cNvPr id="4" name="Datumsplatzhalter 3" hidden="1">
            <a:extLst>
              <a:ext uri="{FF2B5EF4-FFF2-40B4-BE49-F238E27FC236}">
                <a16:creationId xmlns:a16="http://schemas.microsoft.com/office/drawing/2014/main" id="{78E9B417-08C7-F3A1-5F5E-A074C00C0EEE}"/>
              </a:ext>
            </a:extLst>
          </p:cNvPr>
          <p:cNvSpPr>
            <a:spLocks noGrp="1"/>
          </p:cNvSpPr>
          <p:nvPr>
            <p:ph type="dt" sz="half" idx="4294967295"/>
          </p:nvPr>
        </p:nvSpPr>
        <p:spPr>
          <a:xfrm>
            <a:off x="7219200" y="696000"/>
            <a:ext cx="1920000" cy="192000"/>
          </a:xfrm>
        </p:spPr>
        <p:txBody>
          <a:bodyPr/>
          <a:lstStyle/>
          <a:p>
            <a:pPr>
              <a:spcAft>
                <a:spcPts val="600"/>
              </a:spcAft>
            </a:pPr>
            <a:r>
              <a:rPr lang="de-DE"/>
              <a:t>20.03.2017</a:t>
            </a:r>
          </a:p>
        </p:txBody>
      </p:sp>
      <p:sp>
        <p:nvSpPr>
          <p:cNvPr id="2" name="Textfeld 1">
            <a:extLst>
              <a:ext uri="{FF2B5EF4-FFF2-40B4-BE49-F238E27FC236}">
                <a16:creationId xmlns:a16="http://schemas.microsoft.com/office/drawing/2014/main" id="{732B8BFD-920A-9A73-97A8-DCF7BF49FE64}"/>
              </a:ext>
            </a:extLst>
          </p:cNvPr>
          <p:cNvSpPr txBox="1"/>
          <p:nvPr/>
        </p:nvSpPr>
        <p:spPr>
          <a:xfrm>
            <a:off x="2097914" y="905764"/>
            <a:ext cx="3893695" cy="400110"/>
          </a:xfrm>
          <a:prstGeom prst="rect">
            <a:avLst/>
          </a:prstGeom>
          <a:noFill/>
        </p:spPr>
        <p:txBody>
          <a:bodyPr wrap="none" rtlCol="0">
            <a:spAutoFit/>
          </a:bodyPr>
          <a:lstStyle/>
          <a:p>
            <a:r>
              <a:rPr lang="de-DE" sz="2000" b="1" dirty="0"/>
              <a:t>Handlungsempfehlung – kurzfristig</a:t>
            </a:r>
          </a:p>
        </p:txBody>
      </p:sp>
      <p:sp>
        <p:nvSpPr>
          <p:cNvPr id="6" name="Textfeld 5">
            <a:extLst>
              <a:ext uri="{FF2B5EF4-FFF2-40B4-BE49-F238E27FC236}">
                <a16:creationId xmlns:a16="http://schemas.microsoft.com/office/drawing/2014/main" id="{935132BF-C118-D485-AC6F-24A2A74E66B2}"/>
              </a:ext>
            </a:extLst>
          </p:cNvPr>
          <p:cNvSpPr txBox="1"/>
          <p:nvPr/>
        </p:nvSpPr>
        <p:spPr>
          <a:xfrm>
            <a:off x="2064511" y="1644924"/>
            <a:ext cx="7116424" cy="1754326"/>
          </a:xfrm>
          <a:prstGeom prst="rect">
            <a:avLst/>
          </a:prstGeom>
          <a:noFill/>
        </p:spPr>
        <p:txBody>
          <a:bodyPr wrap="square" rtlCol="0">
            <a:spAutoFit/>
          </a:bodyPr>
          <a:lstStyle/>
          <a:p>
            <a:pPr marL="342900" indent="-342900">
              <a:buFont typeface="Arial" panose="020B0604020202020204" pitchFamily="34" charset="0"/>
              <a:buChar char="•"/>
            </a:pPr>
            <a:r>
              <a:rPr lang="de-DE" dirty="0"/>
              <a:t>Auf keinen Fall „Eigenerfindungen“ verwenden, sondern strikt an Standards halten</a:t>
            </a:r>
          </a:p>
          <a:p>
            <a:pPr marL="342900" indent="-342900">
              <a:buFont typeface="Arial" panose="020B0604020202020204" pitchFamily="34" charset="0"/>
              <a:buChar char="•"/>
            </a:pPr>
            <a:r>
              <a:rPr lang="de-DE" dirty="0"/>
              <a:t>HTTP Header Signatur 9421 verwenden, da diese im schlimmsten Fall „alleine“ stehen könnte.</a:t>
            </a:r>
          </a:p>
          <a:p>
            <a:pPr marL="342900" indent="-342900">
              <a:buFont typeface="+mj-lt"/>
              <a:buAutoNum type="arabicPeriod"/>
            </a:pPr>
            <a:endParaRPr lang="de-DE" dirty="0"/>
          </a:p>
          <a:p>
            <a:pPr marL="342900" indent="-342900">
              <a:buFont typeface="+mj-lt"/>
              <a:buAutoNum type="arabicPeriod"/>
            </a:pPr>
            <a:endParaRPr lang="de-DE" dirty="0"/>
          </a:p>
        </p:txBody>
      </p:sp>
      <p:graphicFrame>
        <p:nvGraphicFramePr>
          <p:cNvPr id="3" name="Tabelle 2">
            <a:extLst>
              <a:ext uri="{FF2B5EF4-FFF2-40B4-BE49-F238E27FC236}">
                <a16:creationId xmlns:a16="http://schemas.microsoft.com/office/drawing/2014/main" id="{61393CE3-E79D-8E3C-646D-1BF67671CFE6}"/>
              </a:ext>
            </a:extLst>
          </p:cNvPr>
          <p:cNvGraphicFramePr>
            <a:graphicFrameLocks noGrp="1"/>
          </p:cNvGraphicFramePr>
          <p:nvPr>
            <p:extLst>
              <p:ext uri="{D42A27DB-BD31-4B8C-83A1-F6EECF244321}">
                <p14:modId xmlns:p14="http://schemas.microsoft.com/office/powerpoint/2010/main" val="1650999114"/>
              </p:ext>
            </p:extLst>
          </p:nvPr>
        </p:nvGraphicFramePr>
        <p:xfrm>
          <a:off x="1489206" y="3137189"/>
          <a:ext cx="8127999" cy="3093705"/>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707590741"/>
                    </a:ext>
                  </a:extLst>
                </a:gridCol>
                <a:gridCol w="2709333">
                  <a:extLst>
                    <a:ext uri="{9D8B030D-6E8A-4147-A177-3AD203B41FA5}">
                      <a16:colId xmlns:a16="http://schemas.microsoft.com/office/drawing/2014/main" val="539591543"/>
                    </a:ext>
                  </a:extLst>
                </a:gridCol>
                <a:gridCol w="2709333">
                  <a:extLst>
                    <a:ext uri="{9D8B030D-6E8A-4147-A177-3AD203B41FA5}">
                      <a16:colId xmlns:a16="http://schemas.microsoft.com/office/drawing/2014/main" val="3692773933"/>
                    </a:ext>
                  </a:extLst>
                </a:gridCol>
              </a:tblGrid>
              <a:tr h="317082">
                <a:tc>
                  <a:txBody>
                    <a:bodyPr/>
                    <a:lstStyle/>
                    <a:p>
                      <a:pPr>
                        <a:buNone/>
                      </a:pPr>
                      <a:r>
                        <a:rPr lang="de-DE" sz="1200" dirty="0"/>
                        <a:t>Kriterium</a:t>
                      </a:r>
                    </a:p>
                  </a:txBody>
                  <a:tcPr anchor="ctr"/>
                </a:tc>
                <a:tc>
                  <a:txBody>
                    <a:bodyPr/>
                    <a:lstStyle/>
                    <a:p>
                      <a:pPr>
                        <a:buNone/>
                      </a:pPr>
                      <a:r>
                        <a:rPr lang="de-DE" sz="1200" dirty="0"/>
                        <a:t>RFC 7515 JWS</a:t>
                      </a:r>
                    </a:p>
                  </a:txBody>
                  <a:tcPr anchor="ctr"/>
                </a:tc>
                <a:tc>
                  <a:txBody>
                    <a:bodyPr/>
                    <a:lstStyle/>
                    <a:p>
                      <a:pPr>
                        <a:buNone/>
                      </a:pPr>
                      <a:r>
                        <a:rPr lang="de-DE" sz="1200"/>
                        <a:t>RFC 9421 + RFC 9530</a:t>
                      </a:r>
                    </a:p>
                  </a:txBody>
                  <a:tcPr anchor="ctr"/>
                </a:tc>
                <a:extLst>
                  <a:ext uri="{0D108BD9-81ED-4DB2-BD59-A6C34878D82A}">
                    <a16:rowId xmlns:a16="http://schemas.microsoft.com/office/drawing/2014/main" val="2955267862"/>
                  </a:ext>
                </a:extLst>
              </a:tr>
              <a:tr h="317082">
                <a:tc>
                  <a:txBody>
                    <a:bodyPr/>
                    <a:lstStyle/>
                    <a:p>
                      <a:pPr>
                        <a:buNone/>
                      </a:pPr>
                      <a:r>
                        <a:rPr lang="de-DE" sz="1200"/>
                        <a:t>Entwickelt für</a:t>
                      </a:r>
                    </a:p>
                  </a:txBody>
                  <a:tcPr anchor="ctr"/>
                </a:tc>
                <a:tc>
                  <a:txBody>
                    <a:bodyPr/>
                    <a:lstStyle/>
                    <a:p>
                      <a:pPr>
                        <a:buNone/>
                      </a:pPr>
                      <a:r>
                        <a:rPr lang="de-DE" sz="1200"/>
                        <a:t>Token (2015)</a:t>
                      </a:r>
                    </a:p>
                  </a:txBody>
                  <a:tcPr anchor="ctr"/>
                </a:tc>
                <a:tc>
                  <a:txBody>
                    <a:bodyPr/>
                    <a:lstStyle/>
                    <a:p>
                      <a:pPr>
                        <a:buNone/>
                      </a:pPr>
                      <a:r>
                        <a:rPr lang="de-DE" sz="1200"/>
                        <a:t>HTTP-APIs (2024)</a:t>
                      </a:r>
                    </a:p>
                  </a:txBody>
                  <a:tcPr anchor="ctr"/>
                </a:tc>
                <a:extLst>
                  <a:ext uri="{0D108BD9-81ED-4DB2-BD59-A6C34878D82A}">
                    <a16:rowId xmlns:a16="http://schemas.microsoft.com/office/drawing/2014/main" val="2445258462"/>
                  </a:ext>
                </a:extLst>
              </a:tr>
              <a:tr h="317082">
                <a:tc>
                  <a:txBody>
                    <a:bodyPr/>
                    <a:lstStyle/>
                    <a:p>
                      <a:pPr>
                        <a:buNone/>
                      </a:pPr>
                      <a:r>
                        <a:rPr lang="de-DE" sz="1200"/>
                        <a:t>Signiert Methode + Pfad</a:t>
                      </a:r>
                    </a:p>
                  </a:txBody>
                  <a:tcPr anchor="ctr"/>
                </a:tc>
                <a:tc>
                  <a:txBody>
                    <a:bodyPr/>
                    <a:lstStyle/>
                    <a:p>
                      <a:pPr>
                        <a:buNone/>
                      </a:pPr>
                      <a:r>
                        <a:rPr lang="de-DE" sz="1200"/>
                        <a:t>✗</a:t>
                      </a:r>
                    </a:p>
                  </a:txBody>
                  <a:tcPr anchor="ctr"/>
                </a:tc>
                <a:tc>
                  <a:txBody>
                    <a:bodyPr/>
                    <a:lstStyle/>
                    <a:p>
                      <a:pPr>
                        <a:buNone/>
                      </a:pPr>
                      <a:r>
                        <a:rPr lang="de-DE" sz="1200"/>
                        <a:t>✓</a:t>
                      </a:r>
                    </a:p>
                  </a:txBody>
                  <a:tcPr anchor="ctr"/>
                </a:tc>
                <a:extLst>
                  <a:ext uri="{0D108BD9-81ED-4DB2-BD59-A6C34878D82A}">
                    <a16:rowId xmlns:a16="http://schemas.microsoft.com/office/drawing/2014/main" val="864632559"/>
                  </a:ext>
                </a:extLst>
              </a:tr>
              <a:tr h="317082">
                <a:tc>
                  <a:txBody>
                    <a:bodyPr/>
                    <a:lstStyle/>
                    <a:p>
                      <a:pPr>
                        <a:buNone/>
                      </a:pPr>
                      <a:r>
                        <a:rPr lang="de-DE" sz="1200"/>
                        <a:t>Signiert Header</a:t>
                      </a:r>
                    </a:p>
                  </a:txBody>
                  <a:tcPr anchor="ctr"/>
                </a:tc>
                <a:tc>
                  <a:txBody>
                    <a:bodyPr/>
                    <a:lstStyle/>
                    <a:p>
                      <a:pPr>
                        <a:buNone/>
                      </a:pPr>
                      <a:r>
                        <a:rPr lang="de-DE" sz="1200"/>
                        <a:t>✗</a:t>
                      </a:r>
                    </a:p>
                  </a:txBody>
                  <a:tcPr anchor="ctr"/>
                </a:tc>
                <a:tc>
                  <a:txBody>
                    <a:bodyPr/>
                    <a:lstStyle/>
                    <a:p>
                      <a:pPr>
                        <a:buNone/>
                      </a:pPr>
                      <a:r>
                        <a:rPr lang="de-DE" sz="1200"/>
                        <a:t>✓</a:t>
                      </a:r>
                    </a:p>
                  </a:txBody>
                  <a:tcPr anchor="ctr"/>
                </a:tc>
                <a:extLst>
                  <a:ext uri="{0D108BD9-81ED-4DB2-BD59-A6C34878D82A}">
                    <a16:rowId xmlns:a16="http://schemas.microsoft.com/office/drawing/2014/main" val="1035415764"/>
                  </a:ext>
                </a:extLst>
              </a:tr>
              <a:tr h="317082">
                <a:tc>
                  <a:txBody>
                    <a:bodyPr/>
                    <a:lstStyle/>
                    <a:p>
                      <a:pPr>
                        <a:buNone/>
                      </a:pPr>
                      <a:r>
                        <a:rPr lang="de-DE" sz="1200"/>
                        <a:t>Replay-Schutz</a:t>
                      </a:r>
                    </a:p>
                  </a:txBody>
                  <a:tcPr anchor="ctr"/>
                </a:tc>
                <a:tc>
                  <a:txBody>
                    <a:bodyPr/>
                    <a:lstStyle/>
                    <a:p>
                      <a:pPr>
                        <a:buNone/>
                      </a:pPr>
                      <a:r>
                        <a:rPr lang="de-DE" sz="1200"/>
                        <a:t>✗</a:t>
                      </a:r>
                    </a:p>
                  </a:txBody>
                  <a:tcPr anchor="ctr"/>
                </a:tc>
                <a:tc>
                  <a:txBody>
                    <a:bodyPr/>
                    <a:lstStyle/>
                    <a:p>
                      <a:pPr>
                        <a:buNone/>
                      </a:pPr>
                      <a:r>
                        <a:rPr lang="de-DE" sz="1200"/>
                        <a:t>✓</a:t>
                      </a:r>
                    </a:p>
                  </a:txBody>
                  <a:tcPr anchor="ctr"/>
                </a:tc>
                <a:extLst>
                  <a:ext uri="{0D108BD9-81ED-4DB2-BD59-A6C34878D82A}">
                    <a16:rowId xmlns:a16="http://schemas.microsoft.com/office/drawing/2014/main" val="3435324809"/>
                  </a:ext>
                </a:extLst>
              </a:tr>
              <a:tr h="317082">
                <a:tc>
                  <a:txBody>
                    <a:bodyPr/>
                    <a:lstStyle/>
                    <a:p>
                      <a:pPr>
                        <a:buNone/>
                      </a:pPr>
                      <a:r>
                        <a:rPr lang="de-DE" sz="1200"/>
                        <a:t>HTTP/2-nativ</a:t>
                      </a:r>
                    </a:p>
                  </a:txBody>
                  <a:tcPr anchor="ctr"/>
                </a:tc>
                <a:tc>
                  <a:txBody>
                    <a:bodyPr/>
                    <a:lstStyle/>
                    <a:p>
                      <a:pPr>
                        <a:buNone/>
                      </a:pPr>
                      <a:r>
                        <a:rPr lang="de-DE" sz="1200"/>
                        <a:t>—</a:t>
                      </a:r>
                    </a:p>
                  </a:txBody>
                  <a:tcPr anchor="ctr"/>
                </a:tc>
                <a:tc>
                  <a:txBody>
                    <a:bodyPr/>
                    <a:lstStyle/>
                    <a:p>
                      <a:pPr>
                        <a:buNone/>
                      </a:pPr>
                      <a:r>
                        <a:rPr lang="de-DE" sz="1200"/>
                        <a:t>✓</a:t>
                      </a:r>
                    </a:p>
                  </a:txBody>
                  <a:tcPr anchor="ctr"/>
                </a:tc>
                <a:extLst>
                  <a:ext uri="{0D108BD9-81ED-4DB2-BD59-A6C34878D82A}">
                    <a16:rowId xmlns:a16="http://schemas.microsoft.com/office/drawing/2014/main" val="2965371041"/>
                  </a:ext>
                </a:extLst>
              </a:tr>
              <a:tr h="317082">
                <a:tc>
                  <a:txBody>
                    <a:bodyPr/>
                    <a:lstStyle/>
                    <a:p>
                      <a:pPr>
                        <a:buNone/>
                      </a:pPr>
                      <a:r>
                        <a:rPr lang="de-DE" sz="1200"/>
                        <a:t>Body-Signatur</a:t>
                      </a:r>
                    </a:p>
                  </a:txBody>
                  <a:tcPr anchor="ctr"/>
                </a:tc>
                <a:tc>
                  <a:txBody>
                    <a:bodyPr/>
                    <a:lstStyle/>
                    <a:p>
                      <a:pPr>
                        <a:buNone/>
                      </a:pPr>
                      <a:r>
                        <a:rPr lang="de-DE" sz="1200"/>
                        <a:t>direkt</a:t>
                      </a:r>
                    </a:p>
                  </a:txBody>
                  <a:tcPr anchor="ctr"/>
                </a:tc>
                <a:tc>
                  <a:txBody>
                    <a:bodyPr/>
                    <a:lstStyle/>
                    <a:p>
                      <a:pPr>
                        <a:buNone/>
                      </a:pPr>
                      <a:r>
                        <a:rPr lang="de-DE" sz="1200"/>
                        <a:t>über Content-Digest</a:t>
                      </a:r>
                    </a:p>
                  </a:txBody>
                  <a:tcPr anchor="ctr"/>
                </a:tc>
                <a:extLst>
                  <a:ext uri="{0D108BD9-81ED-4DB2-BD59-A6C34878D82A}">
                    <a16:rowId xmlns:a16="http://schemas.microsoft.com/office/drawing/2014/main" val="4251386901"/>
                  </a:ext>
                </a:extLst>
              </a:tr>
              <a:tr h="557049">
                <a:tc>
                  <a:txBody>
                    <a:bodyPr/>
                    <a:lstStyle/>
                    <a:p>
                      <a:pPr>
                        <a:buNone/>
                      </a:pPr>
                      <a:r>
                        <a:rPr lang="de-DE" sz="1200"/>
                        <a:t>Signatur ohne HTTP-Kontext gültig</a:t>
                      </a:r>
                    </a:p>
                  </a:txBody>
                  <a:tcPr anchor="ctr"/>
                </a:tc>
                <a:tc>
                  <a:txBody>
                    <a:bodyPr/>
                    <a:lstStyle/>
                    <a:p>
                      <a:pPr>
                        <a:buNone/>
                      </a:pPr>
                      <a:r>
                        <a:rPr lang="de-DE" sz="1200"/>
                        <a:t>✓</a:t>
                      </a:r>
                    </a:p>
                  </a:txBody>
                  <a:tcPr anchor="ctr"/>
                </a:tc>
                <a:tc>
                  <a:txBody>
                    <a:bodyPr/>
                    <a:lstStyle/>
                    <a:p>
                      <a:pPr>
                        <a:buNone/>
                      </a:pPr>
                      <a:r>
                        <a:rPr lang="de-DE" sz="1200"/>
                        <a:t>✗</a:t>
                      </a:r>
                    </a:p>
                  </a:txBody>
                  <a:tcPr anchor="ctr"/>
                </a:tc>
                <a:extLst>
                  <a:ext uri="{0D108BD9-81ED-4DB2-BD59-A6C34878D82A}">
                    <a16:rowId xmlns:a16="http://schemas.microsoft.com/office/drawing/2014/main" val="2519684722"/>
                  </a:ext>
                </a:extLst>
              </a:tr>
              <a:tr h="317082">
                <a:tc>
                  <a:txBody>
                    <a:bodyPr/>
                    <a:lstStyle/>
                    <a:p>
                      <a:pPr>
                        <a:buNone/>
                      </a:pPr>
                      <a:r>
                        <a:rPr lang="de-DE" sz="1200"/>
                        <a:t>Alter</a:t>
                      </a:r>
                    </a:p>
                  </a:txBody>
                  <a:tcPr anchor="ctr"/>
                </a:tc>
                <a:tc>
                  <a:txBody>
                    <a:bodyPr/>
                    <a:lstStyle/>
                    <a:p>
                      <a:pPr>
                        <a:buNone/>
                      </a:pPr>
                      <a:r>
                        <a:rPr lang="de-DE" sz="1200"/>
                        <a:t>9 Jahre</a:t>
                      </a:r>
                    </a:p>
                  </a:txBody>
                  <a:tcPr anchor="ctr"/>
                </a:tc>
                <a:tc>
                  <a:txBody>
                    <a:bodyPr/>
                    <a:lstStyle/>
                    <a:p>
                      <a:pPr>
                        <a:buNone/>
                      </a:pPr>
                      <a:r>
                        <a:rPr lang="de-DE" sz="1200" dirty="0"/>
                        <a:t>1 Jahr</a:t>
                      </a:r>
                    </a:p>
                  </a:txBody>
                  <a:tcPr anchor="ctr"/>
                </a:tc>
                <a:extLst>
                  <a:ext uri="{0D108BD9-81ED-4DB2-BD59-A6C34878D82A}">
                    <a16:rowId xmlns:a16="http://schemas.microsoft.com/office/drawing/2014/main" val="3308819350"/>
                  </a:ext>
                </a:extLst>
              </a:tr>
            </a:tbl>
          </a:graphicData>
        </a:graphic>
      </p:graphicFrame>
    </p:spTree>
    <p:extLst>
      <p:ext uri="{BB962C8B-B14F-4D97-AF65-F5344CB8AC3E}">
        <p14:creationId xmlns:p14="http://schemas.microsoft.com/office/powerpoint/2010/main" val="1139401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dSYOSWnLfzWwYJtl43_IhQ"/>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xn2mJp7nCMj5nEhqggY4f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0FJX2MC6Wnk_ryKeH2QRn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7ZNCR40kwDwY9PwKR6Qvd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MY5d8xIHw4Jbg48ZxIQI_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kbJSupdYpJ_Z_a.u3ZOQo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_5A2SesgelsBFfgNXIU1I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f2VEAKuKbTLEeGRm1pTdv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vNZU7gIq9TRSHmnK4zU2G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6L0TePMPYOgTWWgviKww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CHx_.6ynf_Y64304muyOgA"/>
</p:tagLst>
</file>

<file path=ppt/theme/theme1.xml><?xml version="1.0" encoding="utf-8"?>
<a:theme xmlns:a="http://schemas.openxmlformats.org/drawingml/2006/main" name="ECON-Präsentationsvorlage_english">
  <a:themeElements>
    <a:clrScheme name="EON">
      <a:dk1>
        <a:srgbClr val="000000"/>
      </a:dk1>
      <a:lt1>
        <a:srgbClr val="FFFFFF"/>
      </a:lt1>
      <a:dk2>
        <a:srgbClr val="000000"/>
      </a:dk2>
      <a:lt2>
        <a:srgbClr val="FFFFFF"/>
      </a:lt2>
      <a:accent1>
        <a:srgbClr val="EA1C0A"/>
      </a:accent1>
      <a:accent2>
        <a:srgbClr val="B00402"/>
      </a:accent2>
      <a:accent3>
        <a:srgbClr val="5CC1CB"/>
      </a:accent3>
      <a:accent4>
        <a:srgbClr val="E3E000"/>
      </a:accent4>
      <a:accent5>
        <a:srgbClr val="C44341"/>
      </a:accent5>
      <a:accent6>
        <a:srgbClr val="85D1D8"/>
      </a:accent6>
      <a:hlink>
        <a:srgbClr val="0000FF"/>
      </a:hlink>
      <a:folHlink>
        <a:srgbClr val="800080"/>
      </a:folHlink>
    </a:clrScheme>
    <a:fontScheme name="EON Brix Sans">
      <a:majorFont>
        <a:latin typeface="EON Brix Sans Black"/>
        <a:ea typeface=""/>
        <a:cs typeface=""/>
      </a:majorFont>
      <a:minorFont>
        <a:latin typeface="EON Brix San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a:defPPr>
      </a:lstStyle>
    </a:spDef>
    <a:lnDef>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EON">
        <a:dk1>
          <a:srgbClr val="000000"/>
        </a:dk1>
        <a:lt1>
          <a:srgbClr val="FFFFFF"/>
        </a:lt1>
        <a:dk2>
          <a:srgbClr val="000000"/>
        </a:dk2>
        <a:lt2>
          <a:srgbClr val="FFFFFF"/>
        </a:lt2>
        <a:accent1>
          <a:srgbClr val="EA1C0A"/>
        </a:accent1>
        <a:accent2>
          <a:srgbClr val="B00402"/>
        </a:accent2>
        <a:accent3>
          <a:srgbClr val="5CC1CB"/>
        </a:accent3>
        <a:accent4>
          <a:srgbClr val="E3E000"/>
        </a:accent4>
        <a:accent5>
          <a:srgbClr val="C44341"/>
        </a:accent5>
        <a:accent6>
          <a:srgbClr val="85D1D8"/>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custClrLst>
    <a:custClr name=" ">
      <a:srgbClr val="FFFFFF"/>
    </a:custClr>
    <a:custClr name=" ">
      <a:srgbClr val="FFFFFF"/>
    </a:custClr>
    <a:custClr name=" ">
      <a:srgbClr val="FFFFFF"/>
    </a:custClr>
    <a:custClr name=" ">
      <a:srgbClr val="FFFFFF"/>
    </a:custClr>
    <a:custClr name=" ">
      <a:srgbClr val="FFFFFF"/>
    </a:custClr>
    <a:custClr name="Bordeaux 75%">
      <a:srgbClr val="C44341"/>
    </a:custClr>
    <a:custClr name="Turquoise 75%">
      <a:srgbClr val="85D1D8"/>
    </a:custClr>
    <a:custClr name="Yellow 75%">
      <a:srgbClr val="EAE840"/>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Bordeaux 50%">
      <a:srgbClr val="D78180"/>
    </a:custClr>
    <a:custClr name="Turquoise 50%">
      <a:srgbClr val="ADE0E5"/>
    </a:custClr>
    <a:custClr name="Yellow 50%">
      <a:srgbClr val="F1EF7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Bordeaux 25%">
      <a:srgbClr val="EBC0C0"/>
    </a:custClr>
    <a:custClr name="Turquoise 25%">
      <a:srgbClr val="D6EFF2"/>
    </a:custClr>
    <a:custClr name="Yellow 25%">
      <a:srgbClr val="F8F7BF"/>
    </a:custClr>
    <a:custClr name=" ">
      <a:srgbClr val="FFFFFF"/>
    </a:custClr>
    <a:custClr name=" ">
      <a:srgbClr val="FFFFFF"/>
    </a:custClr>
  </a:custClrLst>
</a:theme>
</file>

<file path=ppt/theme/theme2.xml><?xml version="1.0" encoding="utf-8"?>
<a:theme xmlns:a="http://schemas.openxmlformats.org/drawingml/2006/main" name="Benutzerdefiniertes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Westnetz_DE_16:9">
  <a:themeElements>
    <a:clrScheme name="Benutzerdefiniert 109">
      <a:dk1>
        <a:sysClr val="windowText" lastClr="000000"/>
      </a:dk1>
      <a:lt1>
        <a:sysClr val="window" lastClr="FFFFFF"/>
      </a:lt1>
      <a:dk2>
        <a:srgbClr val="3C3732"/>
      </a:dk2>
      <a:lt2>
        <a:srgbClr val="ECEBEB"/>
      </a:lt2>
      <a:accent1>
        <a:srgbClr val="F59B00"/>
      </a:accent1>
      <a:accent2>
        <a:srgbClr val="C81E82"/>
      </a:accent2>
      <a:accent3>
        <a:srgbClr val="009BA5"/>
      </a:accent3>
      <a:accent4>
        <a:srgbClr val="143C8C"/>
      </a:accent4>
      <a:accent5>
        <a:srgbClr val="EB4B0A"/>
      </a:accent5>
      <a:accent6>
        <a:srgbClr val="780A5F"/>
      </a:accent6>
      <a:hlink>
        <a:srgbClr val="143C8C"/>
      </a:hlink>
      <a:folHlink>
        <a:srgbClr val="00AAE1"/>
      </a:folHlink>
    </a:clrScheme>
    <a:fontScheme name="Activaero">
      <a:majorFont>
        <a:latin typeface="Calibri"/>
        <a:ea typeface=""/>
        <a:cs typeface=""/>
      </a:majorFont>
      <a:minorFont>
        <a:latin typeface="Calibr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64B42D"/>
        </a:solidFill>
        <a:ln cap="sq">
          <a:noFill/>
          <a:miter lim="800000"/>
        </a:ln>
      </a:spPr>
      <a:bodyPr rot="0" spcFirstLastPara="0" vertOverflow="overflow" horzOverflow="overflow" vert="horz" wrap="square" lIns="216000" tIns="201600" rIns="180000" bIns="230400" numCol="1" spcCol="0" rtlCol="0" fromWordArt="0" anchor="t" anchorCtr="0" forceAA="0" compatLnSpc="1">
        <a:prstTxWarp prst="textNoShape">
          <a:avLst/>
        </a:prstTxWarp>
        <a:noAutofit/>
      </a:bodyPr>
      <a:lstStyle>
        <a:defPPr marL="0" indent="0" algn="l">
          <a:spcBef>
            <a:spcPts val="600"/>
          </a:spcBef>
          <a:buFont typeface="Arial" panose="020B0604020202020204" pitchFamily="34" charset="0"/>
          <a:buNone/>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333333"/>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marL="0" indent="0">
          <a:spcBef>
            <a:spcPts val="600"/>
          </a:spcBef>
          <a:buFont typeface="Arial" panose="020B0604020202020204" pitchFamily="34" charset="0"/>
          <a:buNone/>
          <a:defRPr sz="1600" dirty="0" err="1" smtClean="0"/>
        </a:defPPr>
      </a:lstStyle>
    </a:txDef>
  </a:objectDefaults>
  <a:extraClrSchemeLst/>
  <a:custClrLst>
    <a:custClr>
      <a:srgbClr val="FFFFFF"/>
    </a:custClr>
    <a:custClr name="Grey">
      <a:srgbClr val="3C3732"/>
    </a:custClr>
    <a:custClr name="Pulsing Purple Bright">
      <a:srgbClr val="C81E82"/>
    </a:custClr>
    <a:custClr name="Fiery Fuchsia Bright">
      <a:srgbClr val="E60055"/>
    </a:custClr>
    <a:custClr name="Radiant Red Bright">
      <a:srgbClr val="EB4B0A"/>
    </a:custClr>
    <a:custClr name="Mellow Yellow Bright">
      <a:srgbClr val="F59B00"/>
    </a:custClr>
    <a:custClr name="Galvanic Green Bright">
      <a:srgbClr val="64B42D"/>
    </a:custClr>
    <a:custClr name="Blazing Blue Bright">
      <a:srgbClr val="009BA5"/>
    </a:custClr>
    <a:custClr name="Iridescent Indigo Bright">
      <a:srgbClr val="00AAE1"/>
    </a:custClr>
    <a:custClr>
      <a:srgbClr val="FFFFFF"/>
    </a:custClr>
    <a:custClr>
      <a:srgbClr val="FFFFFF"/>
    </a:custClr>
    <a:custClr name="Grey 80%">
      <a:srgbClr val="635F5B"/>
    </a:custClr>
    <a:custClr name="Pulsing Purple Muted">
      <a:srgbClr val="780A5F"/>
    </a:custClr>
    <a:custClr name="Fiery Fuchsia Muted">
      <a:srgbClr val="A50032"/>
    </a:custClr>
    <a:custClr name="Radiant Red Muted">
      <a:srgbClr val="B9280A"/>
    </a:custClr>
    <a:custClr name="Mellow Yellow Muted">
      <a:srgbClr val="D27300"/>
    </a:custClr>
    <a:custClr name="Galvanic Green Muted">
      <a:srgbClr val="00875A"/>
    </a:custClr>
    <a:custClr name="Blazing Blue Muted">
      <a:srgbClr val="005F69"/>
    </a:custClr>
    <a:custClr name="Iridescent Indigo Muted">
      <a:srgbClr val="143C8C"/>
    </a:custClr>
    <a:custClr>
      <a:srgbClr val="FFFFFF"/>
    </a:custClr>
    <a:custClr>
      <a:srgbClr val="FFFFFF"/>
    </a:custClr>
    <a:custClr name="Grey 60%">
      <a:srgbClr val="8A8784"/>
    </a:custClr>
    <a:custClr>
      <a:srgbClr val="FFFFFF"/>
    </a:custClr>
    <a:custClr>
      <a:srgbClr val="FFFFFF"/>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Grey 40%">
      <a:srgbClr val="B1AFAD"/>
    </a:custClr>
    <a:custClr>
      <a:srgbClr val="FFFFFF"/>
    </a:custClr>
    <a:custClr>
      <a:srgbClr val="FFFFFF"/>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Grey 20%">
      <a:srgbClr val="D8D7D6"/>
    </a:custClr>
    <a:custClr>
      <a:srgbClr val="FFFFFF"/>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Westnetz_16zu9_PPT_DE_scr04.potx" id="{28F09F20-A0F7-48DB-B063-27870BB244D9}" vid="{E0C94C62-1D7A-49F9-8981-3D50C979EDC9}"/>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DA6EA56ACDE0B749894AAA4CBE37ABD2" ma:contentTypeVersion="11" ma:contentTypeDescription="Ein neues Dokument erstellen." ma:contentTypeScope="" ma:versionID="885ba4b55c39d1241992134dbe5192b9">
  <xsd:schema xmlns:xsd="http://www.w3.org/2001/XMLSchema" xmlns:xs="http://www.w3.org/2001/XMLSchema" xmlns:p="http://schemas.microsoft.com/office/2006/metadata/properties" xmlns:ns2="34375c6f-b131-430f-b256-acbc8d1c09c8" xmlns:ns3="fc6d1e43-aa48-4dcf-abbd-3ff0381bc751" targetNamespace="http://schemas.microsoft.com/office/2006/metadata/properties" ma:root="true" ma:fieldsID="77321c1d10b0b9fa43f96a2480479871" ns2:_="" ns3:_="">
    <xsd:import namespace="34375c6f-b131-430f-b256-acbc8d1c09c8"/>
    <xsd:import namespace="fc6d1e43-aa48-4dcf-abbd-3ff0381bc75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Zuletztge_x00e4_ndert"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375c6f-b131-430f-b256-acbc8d1c09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Zuletztge_x00e4_ndert" ma:index="15" nillable="true" ma:displayName="Zuletzt geändert" ma:description="Zuletzt geändert" ma:format="Dropdown" ma:list="UserInfo" ma:SharePointGroup="0" ma:internalName="Zuletztge_x00e4_ndert">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c6d1e43-aa48-4dcf-abbd-3ff0381bc751" elementFormDefault="qualified">
    <xsd:import namespace="http://schemas.microsoft.com/office/2006/documentManagement/types"/>
    <xsd:import namespace="http://schemas.microsoft.com/office/infopath/2007/PartnerControls"/>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Zuletztge_x00e4_ndert xmlns="34375c6f-b131-430f-b256-acbc8d1c09c8">
      <UserInfo>
        <DisplayName/>
        <AccountId xsi:nil="true"/>
        <AccountType/>
      </UserInfo>
    </Zuletztge_x00e4_ndert>
    <SharedWithUsers xmlns="fc6d1e43-aa48-4dcf-abbd-3ff0381bc751">
      <UserInfo>
        <DisplayName/>
        <AccountId xsi:nil="true"/>
        <AccountType/>
      </UserInfo>
    </SharedWithUsers>
  </documentManagement>
</p:properties>
</file>

<file path=customXml/itemProps1.xml><?xml version="1.0" encoding="utf-8"?>
<ds:datastoreItem xmlns:ds="http://schemas.openxmlformats.org/officeDocument/2006/customXml" ds:itemID="{6E377736-B44F-413B-A2B1-E5C47865CAD8}">
  <ds:schemaRefs>
    <ds:schemaRef ds:uri="http://schemas.microsoft.com/sharepoint/v3/contenttype/forms"/>
  </ds:schemaRefs>
</ds:datastoreItem>
</file>

<file path=customXml/itemProps2.xml><?xml version="1.0" encoding="utf-8"?>
<ds:datastoreItem xmlns:ds="http://schemas.openxmlformats.org/officeDocument/2006/customXml" ds:itemID="{3CDE90EB-937E-4E0D-B234-3198762F17D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375c6f-b131-430f-b256-acbc8d1c09c8"/>
    <ds:schemaRef ds:uri="fc6d1e43-aa48-4dcf-abbd-3ff0381bc75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A9955CA-372D-4BD7-ACAF-8E28518A1E60}">
  <ds:schemaRefs>
    <ds:schemaRef ds:uri="http://purl.org/dc/dcmitype/"/>
    <ds:schemaRef ds:uri="http://schemas.microsoft.com/office/infopath/2007/PartnerControls"/>
    <ds:schemaRef ds:uri="http://schemas.microsoft.com/office/2006/metadata/properties"/>
    <ds:schemaRef ds:uri="fc6d1e43-aa48-4dcf-abbd-3ff0381bc751"/>
    <ds:schemaRef ds:uri="http://purl.org/dc/terms/"/>
    <ds:schemaRef ds:uri="http://purl.org/dc/elements/1.1/"/>
    <ds:schemaRef ds:uri="http://schemas.microsoft.com/office/2006/documentManagement/types"/>
    <ds:schemaRef ds:uri="http://schemas.openxmlformats.org/package/2006/metadata/core-properties"/>
    <ds:schemaRef ds:uri="34375c6f-b131-430f-b256-acbc8d1c09c8"/>
    <ds:schemaRef ds:uri="http://www.w3.org/XML/1998/namespace"/>
  </ds:schemaRefs>
</ds:datastoreItem>
</file>

<file path=docMetadata/LabelInfo.xml><?xml version="1.0" encoding="utf-8"?>
<clbl:labelList xmlns:clbl="http://schemas.microsoft.com/office/2020/mipLabelMetadata">
  <clbl:label id="{7734701f-0528-41cb-8f08-1cecd0e63a61}" enabled="1" method="Privileged" siteId="{b914a242-e718-443b-a47c-6b4c649d8c0a}" removed="0"/>
</clbl:labelList>
</file>

<file path=docProps/app.xml><?xml version="1.0" encoding="utf-8"?>
<Properties xmlns="http://schemas.openxmlformats.org/officeDocument/2006/extended-properties" xmlns:vt="http://schemas.openxmlformats.org/officeDocument/2006/docPropsVTypes">
  <TotalTime>0</TotalTime>
  <Words>1012</Words>
  <Application>Microsoft Office PowerPoint</Application>
  <PresentationFormat>Breitbild</PresentationFormat>
  <Paragraphs>182</Paragraphs>
  <Slides>8</Slides>
  <Notes>1</Notes>
  <HiddenSlides>0</HiddenSlides>
  <MMClips>0</MMClips>
  <ScaleCrop>false</ScaleCrop>
  <HeadingPairs>
    <vt:vector size="8" baseType="variant">
      <vt:variant>
        <vt:lpstr>Verwendete Schriftarten</vt:lpstr>
      </vt:variant>
      <vt:variant>
        <vt:i4>6</vt:i4>
      </vt:variant>
      <vt:variant>
        <vt:lpstr>Design</vt:lpstr>
      </vt:variant>
      <vt:variant>
        <vt:i4>3</vt:i4>
      </vt:variant>
      <vt:variant>
        <vt:lpstr>Eingebettete OLE-Server</vt:lpstr>
      </vt:variant>
      <vt:variant>
        <vt:i4>1</vt:i4>
      </vt:variant>
      <vt:variant>
        <vt:lpstr>Folientitel</vt:lpstr>
      </vt:variant>
      <vt:variant>
        <vt:i4>8</vt:i4>
      </vt:variant>
    </vt:vector>
  </HeadingPairs>
  <TitlesOfParts>
    <vt:vector size="18" baseType="lpstr">
      <vt:lpstr>Arial</vt:lpstr>
      <vt:lpstr>Calibri</vt:lpstr>
      <vt:lpstr>Calibri Light</vt:lpstr>
      <vt:lpstr>EON Brix Sans</vt:lpstr>
      <vt:lpstr>EON Brix Sans Black</vt:lpstr>
      <vt:lpstr>Symbol</vt:lpstr>
      <vt:lpstr>ECON-Präsentationsvorlage_english</vt:lpstr>
      <vt:lpstr>Benutzerdefiniertes Design</vt:lpstr>
      <vt:lpstr>Westnetz_DE_16:9</vt:lpstr>
      <vt:lpstr>think-cell Folie</vt:lpstr>
      <vt:lpstr>  </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Initiative MakoX –  Übersicht &amp; aktueller Stand</dc:title>
  <dc:creator>E.ON;edgar.jung@elropro.de</dc:creator>
  <cp:lastModifiedBy>Edgar Jung</cp:lastModifiedBy>
  <cp:revision>268</cp:revision>
  <cp:lastPrinted>2023-11-09T12:38:35Z</cp:lastPrinted>
  <dcterms:created xsi:type="dcterms:W3CDTF">2023-06-01T07:25:36Z</dcterms:created>
  <dcterms:modified xsi:type="dcterms:W3CDTF">2026-06-10T19:48:54Z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0x010100DA6EA56ACDE0B749894AAA4CBE37ABD2</vt:lpwstr>
  </property>
  <property fmtid="{D5CDD505-2E9C-101B-9397-08002B2CF9AE}" pid="3" name="Order">
    <vt:r8>420200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ies>
</file>