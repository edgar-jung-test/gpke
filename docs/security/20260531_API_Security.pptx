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4.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685" r:id="rId6"/>
  </p:sldMasterIdLst>
  <p:notesMasterIdLst>
    <p:notesMasterId r:id="rId12"/>
  </p:notesMasterIdLst>
  <p:sldIdLst>
    <p:sldId id="2147375520" r:id="rId7"/>
    <p:sldId id="2147478932" r:id="rId8"/>
    <p:sldId id="2147478939" r:id="rId9"/>
    <p:sldId id="2147478940" r:id="rId10"/>
    <p:sldId id="2147478941" r:id="rId11"/>
  </p:sldIdLst>
  <p:sldSz cx="12192000" cy="6858000"/>
  <p:notesSz cx="6797675" cy="9929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118F54-28FB-B6CF-D358-9A9FEE811B5D}" name="Meyer, Sylvia" initials="SM" userId="S::S56106@eon.com::fd639b62-83d2-4f8e-95c8-3430417ea987" providerId="AD"/>
  <p188:author id="{00A944EF-B699-4874-FE24-DA141CA064D6}" name="Vobis Magurova, Zuzana" initials="ZV" userId="S::Z4389@eon.com::18cfeb36-2998-4879-9663-57bb883127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60"/>
  </p:normalViewPr>
  <p:slideViewPr>
    <p:cSldViewPr snapToGrid="0">
      <p:cViewPr varScale="1">
        <p:scale>
          <a:sx n="190" d="100"/>
          <a:sy n="190" d="100"/>
        </p:scale>
        <p:origin x="180"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98885CD0-DDC1-469F-976C-48758EC7B80F}" type="datetimeFigureOut">
              <a:rPr lang="de-DE" smtClean="0"/>
              <a:t>30.05.2026</a:t>
            </a:fld>
            <a:endParaRPr lang="de-DE"/>
          </a:p>
        </p:txBody>
      </p:sp>
      <p:sp>
        <p:nvSpPr>
          <p:cNvPr id="4" name="Folienbildplatzhalter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E19C55FF-AB89-49ED-8C32-8EEEB9E4A391}" type="slidenum">
              <a:rPr lang="de-DE" smtClean="0"/>
              <a:t>‹Nr.›</a:t>
            </a:fld>
            <a:endParaRPr lang="de-DE"/>
          </a:p>
        </p:txBody>
      </p:sp>
    </p:spTree>
    <p:extLst>
      <p:ext uri="{BB962C8B-B14F-4D97-AF65-F5344CB8AC3E}">
        <p14:creationId xmlns:p14="http://schemas.microsoft.com/office/powerpoint/2010/main" val="311949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4C788022-2B66-4C3B-913E-DF7D5DD0D66A}" type="slidenum">
              <a:rPr lang="de-DE" smtClean="0"/>
              <a:t>1</a:t>
            </a:fld>
            <a:endParaRPr lang="de-DE"/>
          </a:p>
        </p:txBody>
      </p:sp>
    </p:spTree>
    <p:extLst>
      <p:ext uri="{BB962C8B-B14F-4D97-AF65-F5344CB8AC3E}">
        <p14:creationId xmlns:p14="http://schemas.microsoft.com/office/powerpoint/2010/main" val="3930315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emf"/><Relationship Id="rId4" Type="http://schemas.openxmlformats.org/officeDocument/2006/relationships/oleObject" Target="../embeddings/oleObject4.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emf"/><Relationship Id="rId4" Type="http://schemas.openxmlformats.org/officeDocument/2006/relationships/oleObject" Target="../embeddings/oleObject5.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6.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8.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9.bin"/></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5.emf"/><Relationship Id="rId4" Type="http://schemas.openxmlformats.org/officeDocument/2006/relationships/oleObject" Target="../embeddings/oleObject10.bin"/></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5.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5.emf"/></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1.bin"/></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jpg"/><Relationship Id="rId1" Type="http://schemas.openxmlformats.org/officeDocument/2006/relationships/slideMaster" Target="../slideMasters/slideMaster3.xml"/><Relationship Id="rId4"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2.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less color">
    <p:spTree>
      <p:nvGrpSpPr>
        <p:cNvPr id="1" name=""/>
        <p:cNvGrpSpPr/>
        <p:nvPr/>
      </p:nvGrpSpPr>
      <p:grpSpPr>
        <a:xfrm>
          <a:off x="0" y="0"/>
          <a:ext cx="0" cy="0"/>
          <a:chOff x="0" y="0"/>
          <a:chExt cx="0" cy="0"/>
        </a:xfrm>
      </p:grpSpPr>
      <p:sp>
        <p:nvSpPr>
          <p:cNvPr id="2" name="Titel 1"/>
          <p:cNvSpPr>
            <a:spLocks noGrp="1"/>
          </p:cNvSpPr>
          <p:nvPr>
            <p:ph type="ctrTitle"/>
          </p:nvPr>
        </p:nvSpPr>
        <p:spPr>
          <a:xfrm>
            <a:off x="2088000" y="2097600"/>
            <a:ext cx="80160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2088000" y="3868800"/>
            <a:ext cx="80160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8184000" y="696000"/>
            <a:ext cx="1920000" cy="192000"/>
          </a:xfrm>
        </p:spPr>
        <p:txBody>
          <a:bodyPr/>
          <a:lstStyle>
            <a:lvl1pPr algn="r">
              <a:defRPr/>
            </a:lvl1pPr>
          </a:lstStyle>
          <a:p>
            <a:r>
              <a:rPr lang="de-DE"/>
              <a:t>20.03.2017</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3520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944000"/>
            <a:ext cx="2833169" cy="840000"/>
          </a:xfrm>
          <a:prstGeom prst="rect">
            <a:avLst/>
          </a:prstGeom>
        </p:spPr>
      </p:pic>
    </p:spTree>
    <p:extLst>
      <p:ext uri="{BB962C8B-B14F-4D97-AF65-F5344CB8AC3E}">
        <p14:creationId xmlns:p14="http://schemas.microsoft.com/office/powerpoint/2010/main" val="1185282322"/>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full color">
    <p:spTree>
      <p:nvGrpSpPr>
        <p:cNvPr id="1" name=""/>
        <p:cNvGrpSpPr/>
        <p:nvPr/>
      </p:nvGrpSpPr>
      <p:grpSpPr>
        <a:xfrm>
          <a:off x="0" y="0"/>
          <a:ext cx="0" cy="0"/>
          <a:chOff x="0" y="0"/>
          <a:chExt cx="0" cy="0"/>
        </a:xfrm>
      </p:grpSpPr>
      <p:sp>
        <p:nvSpPr>
          <p:cNvPr id="2" name="Titel 1"/>
          <p:cNvSpPr>
            <a:spLocks noGrp="1"/>
          </p:cNvSpPr>
          <p:nvPr>
            <p:ph type="ctrTitle"/>
          </p:nvPr>
        </p:nvSpPr>
        <p:spPr>
          <a:xfrm>
            <a:off x="1108800" y="2097600"/>
            <a:ext cx="8016000" cy="1632000"/>
          </a:xfrm>
        </p:spPr>
        <p:txBody>
          <a:bodyPr anchor="b" anchorCtr="0">
            <a:noAutofit/>
          </a:bodyPr>
          <a:lstStyle>
            <a:lvl1pPr algn="r">
              <a:lnSpc>
                <a:spcPts val="6133"/>
              </a:lnSpc>
              <a:defRPr sz="6133" kern="100" baseline="0">
                <a:solidFill>
                  <a:srgbClr val="FFFFFF"/>
                </a:solidFill>
              </a:defRPr>
            </a:lvl1pPr>
          </a:lstStyle>
          <a:p>
            <a:r>
              <a:rPr lang="de-DE"/>
              <a:t>Mastertitelformat bearbeiten</a:t>
            </a:r>
          </a:p>
        </p:txBody>
      </p:sp>
      <p:sp>
        <p:nvSpPr>
          <p:cNvPr id="3" name="Untertitel 2"/>
          <p:cNvSpPr>
            <a:spLocks noGrp="1"/>
          </p:cNvSpPr>
          <p:nvPr>
            <p:ph type="subTitle" idx="1"/>
          </p:nvPr>
        </p:nvSpPr>
        <p:spPr>
          <a:xfrm>
            <a:off x="1108800" y="3868800"/>
            <a:ext cx="8016000" cy="724800"/>
          </a:xfrm>
        </p:spPr>
        <p:txBody>
          <a:bodyPr>
            <a:noAutofit/>
          </a:bodyPr>
          <a:lstStyle>
            <a:lvl1pPr marL="0" indent="0" algn="r">
              <a:lnSpc>
                <a:spcPct val="100000"/>
              </a:lnSpc>
              <a:spcAft>
                <a:spcPts val="800"/>
              </a:spcAft>
              <a:buNone/>
              <a:defRPr sz="2533" kern="100" baseline="0">
                <a:solidFill>
                  <a:srgbClr val="FFFFFF"/>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7219200" y="696000"/>
            <a:ext cx="1920000" cy="192000"/>
          </a:xfrm>
        </p:spPr>
        <p:txBody>
          <a:bodyPr/>
          <a:lstStyle>
            <a:lvl1pPr algn="r">
              <a:defRPr>
                <a:solidFill>
                  <a:srgbClr val="FFFFFF"/>
                </a:solidFill>
              </a:defRPr>
            </a:lvl1pPr>
          </a:lstStyle>
          <a:p>
            <a:r>
              <a:rPr lang="de-DE"/>
              <a:t>20.03.2017</a:t>
            </a:r>
          </a:p>
        </p:txBody>
      </p:sp>
      <p:grpSp>
        <p:nvGrpSpPr>
          <p:cNvPr id="11" name="Gruppieren 10"/>
          <p:cNvGrpSpPr/>
          <p:nvPr userDrawn="1"/>
        </p:nvGrpSpPr>
        <p:grpSpPr>
          <a:xfrm>
            <a:off x="0" y="0"/>
            <a:ext cx="12192000" cy="6859200"/>
            <a:chOff x="0" y="0"/>
            <a:chExt cx="9144000" cy="5144400"/>
          </a:xfrm>
        </p:grpSpPr>
        <p:sp>
          <p:nvSpPr>
            <p:cNvPr id="7" name="Rechteck 6"/>
            <p:cNvSpPr/>
            <p:nvPr userDrawn="1"/>
          </p:nvSpPr>
          <p:spPr>
            <a:xfrm>
              <a:off x="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7786800" y="0"/>
              <a:ext cx="1357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218000" y="0"/>
              <a:ext cx="5688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92801" y="4944000"/>
            <a:ext cx="2833169" cy="840000"/>
          </a:xfrm>
          <a:prstGeom prst="rect">
            <a:avLst/>
          </a:prstGeom>
        </p:spPr>
      </p:pic>
    </p:spTree>
    <p:extLst>
      <p:ext uri="{BB962C8B-B14F-4D97-AF65-F5344CB8AC3E}">
        <p14:creationId xmlns:p14="http://schemas.microsoft.com/office/powerpoint/2010/main" val="426477014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spTree>
      <p:nvGrpSpPr>
        <p:cNvPr id="1" name=""/>
        <p:cNvGrpSpPr/>
        <p:nvPr/>
      </p:nvGrpSpPr>
      <p:grpSpPr>
        <a:xfrm>
          <a:off x="0" y="0"/>
          <a:ext cx="0" cy="0"/>
          <a:chOff x="0" y="0"/>
          <a:chExt cx="0" cy="0"/>
        </a:xfrm>
      </p:grpSpPr>
      <p:grpSp>
        <p:nvGrpSpPr>
          <p:cNvPr id="6" name="Gruppieren 5"/>
          <p:cNvGrpSpPr/>
          <p:nvPr userDrawn="1"/>
        </p:nvGrpSpPr>
        <p:grpSpPr>
          <a:xfrm>
            <a:off x="0" y="0"/>
            <a:ext cx="12192000" cy="6859200"/>
            <a:chOff x="0" y="0"/>
            <a:chExt cx="9144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6649200" y="0"/>
              <a:ext cx="22716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6012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11" name="Grafik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7201" y="-1"/>
            <a:ext cx="8077940" cy="6859200"/>
          </a:xfrm>
          <a:prstGeom prst="rect">
            <a:avLst/>
          </a:prstGeom>
        </p:spPr>
      </p:pic>
      <p:sp>
        <p:nvSpPr>
          <p:cNvPr id="2" name="Titel 1"/>
          <p:cNvSpPr>
            <a:spLocks noGrp="1"/>
          </p:cNvSpPr>
          <p:nvPr>
            <p:ph type="ctrTitle"/>
          </p:nvPr>
        </p:nvSpPr>
        <p:spPr>
          <a:xfrm>
            <a:off x="1305600" y="2097600"/>
            <a:ext cx="70608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1305600" y="3868800"/>
            <a:ext cx="70608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6460800" y="696000"/>
            <a:ext cx="1920000" cy="192000"/>
          </a:xfrm>
        </p:spPr>
        <p:txBody>
          <a:bodyPr/>
          <a:lstStyle>
            <a:lvl1pPr algn="r">
              <a:defRPr>
                <a:solidFill>
                  <a:srgbClr val="FFFFFF"/>
                </a:solidFill>
              </a:defRPr>
            </a:lvl1pPr>
          </a:lstStyle>
          <a:p>
            <a:r>
              <a:rPr lang="de-DE"/>
              <a:t>20.03.2017</a:t>
            </a:r>
          </a:p>
        </p:txBody>
      </p:sp>
      <p:pic>
        <p:nvPicPr>
          <p:cNvPr id="5" name="EON_Logo_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34401" y="4944000"/>
            <a:ext cx="2833169" cy="840000"/>
          </a:xfrm>
          <a:prstGeom prst="rect">
            <a:avLst/>
          </a:prstGeom>
        </p:spPr>
      </p:pic>
    </p:spTree>
    <p:extLst>
      <p:ext uri="{BB962C8B-B14F-4D97-AF65-F5344CB8AC3E}">
        <p14:creationId xmlns:p14="http://schemas.microsoft.com/office/powerpoint/2010/main" val="328231962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Content 1 colum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r>
              <a:rPr lang="de-DE"/>
              <a:t>20.03.2017</a:t>
            </a:r>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893190239"/>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9A0CEB-794D-71CA-7855-7EF5463FE711}"/>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2C107522-EDB1-B96F-A1AA-C134CEC7C06E}"/>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2B686EE0-50E0-FA4F-EA07-8BD93A86377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EC07E1F-8769-98A8-CFC7-EFB7B01CE1E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139797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3FDA39-FDE0-5C71-3168-F4BA2317CCC2}"/>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F69227A8-9AFB-01D6-AFCC-76D165E89834}"/>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D0D043AA-A4D9-03F4-C979-4FAAA352C57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96AE244-B8C4-E6F8-979F-39B3D1E1095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75616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Content 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1958749918"/>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
        <p:nvSpPr>
          <p:cNvPr id="8" name="Inhaltsplatzhalter 3"/>
          <p:cNvSpPr>
            <a:spLocks noGrp="1"/>
          </p:cNvSpPr>
          <p:nvPr>
            <p:ph sz="half" idx="13"/>
          </p:nvPr>
        </p:nvSpPr>
        <p:spPr>
          <a:xfrm>
            <a:off x="81888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81363892"/>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small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3767" y="1828800"/>
            <a:ext cx="7344000" cy="45317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8184000" y="1828800"/>
            <a:ext cx="3504000" cy="35040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397323823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medium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Inhaltsplatzhalter 3"/>
          <p:cNvSpPr>
            <a:spLocks noGrp="1"/>
          </p:cNvSpPr>
          <p:nvPr>
            <p:ph sz="half"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0" y="1828800"/>
            <a:ext cx="7848000" cy="50304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297034542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
        <p:nvSpPr>
          <p:cNvPr id="9" name="Bildplatzhalter 8"/>
          <p:cNvSpPr>
            <a:spLocks noGrp="1"/>
          </p:cNvSpPr>
          <p:nvPr>
            <p:ph type="pic" sz="quarter" idx="13"/>
          </p:nvPr>
        </p:nvSpPr>
        <p:spPr>
          <a:xfrm>
            <a:off x="0" y="1828800"/>
            <a:ext cx="12192000" cy="5030400"/>
          </a:xfrm>
        </p:spPr>
        <p:txBody>
          <a:bodyPr/>
          <a:lstStyle/>
          <a:p>
            <a:r>
              <a:rPr lang="de-DE"/>
              <a:t>Bild durch Klicken auf Symbol hinzufügen</a:t>
            </a:r>
          </a:p>
        </p:txBody>
      </p:sp>
    </p:spTree>
    <p:extLst>
      <p:ext uri="{BB962C8B-B14F-4D97-AF65-F5344CB8AC3E}">
        <p14:creationId xmlns:p14="http://schemas.microsoft.com/office/powerpoint/2010/main" val="196090615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AndTx" preserve="1">
  <p:cSld name="Graph/Tab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quarter" idx="1"/>
          </p:nvPr>
        </p:nvSpPr>
        <p:spPr>
          <a:xfrm>
            <a:off x="503767" y="1828799"/>
            <a:ext cx="7344000" cy="4531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
        <p:nvSpPr>
          <p:cNvPr id="6" name="Datumsplatzhalter 5"/>
          <p:cNvSpPr>
            <a:spLocks noGrp="1"/>
          </p:cNvSpPr>
          <p:nvPr>
            <p:ph type="dt" sz="half" idx="10"/>
          </p:nvPr>
        </p:nvSpPr>
        <p:spPr/>
        <p:txBody>
          <a:bodyPr/>
          <a:lstStyle/>
          <a:p>
            <a:r>
              <a:rPr lang="de-DE"/>
              <a:t>20.03.2017</a:t>
            </a:r>
          </a:p>
        </p:txBody>
      </p:sp>
      <p:sp>
        <p:nvSpPr>
          <p:cNvPr id="7" name="Fußzeilenplatzhalter 6"/>
          <p:cNvSpPr>
            <a:spLocks noGrp="1"/>
          </p:cNvSpPr>
          <p:nvPr>
            <p:ph type="ftr" sz="quarter" idx="11"/>
          </p:nvPr>
        </p:nvSpPr>
        <p:spPr/>
        <p:txBody>
          <a:bodyPr/>
          <a:lstStyle/>
          <a:p>
            <a:endParaRPr lang="de-DE"/>
          </a:p>
        </p:txBody>
      </p:sp>
      <p:sp>
        <p:nvSpPr>
          <p:cNvPr id="8" name="Foliennummernplatzhalter 7"/>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687353443"/>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Custom char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47048986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de-DE"/>
              <a:t>20.03.2017</a:t>
            </a:r>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930074627"/>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Agenda 1 column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latin typeface="+mj-lt"/>
              </a:defRPr>
            </a:lvl1pPr>
            <a:lvl2pPr marL="723882" indent="-249760">
              <a:spcAft>
                <a:spcPts val="1333"/>
              </a:spcAft>
              <a:defRPr>
                <a:latin typeface="+mj-lt"/>
              </a:defRPr>
            </a:lvl2pPr>
            <a:lvl3pPr marL="960943" indent="-237061">
              <a:spcAft>
                <a:spcPts val="1333"/>
              </a:spcAft>
              <a:defRPr>
                <a:latin typeface="+mj-lt"/>
              </a:defRPr>
            </a:lvl3pPr>
            <a:lvl4pPr marL="1198003" indent="-237061">
              <a:spcAft>
                <a:spcPts val="1333"/>
              </a:spcAft>
              <a:defRPr>
                <a:latin typeface="+mj-lt"/>
              </a:defRPr>
            </a:lvl4pPr>
            <a:lvl5pPr marL="1435064" indent="-237061">
              <a:spcAft>
                <a:spcPts val="1333"/>
              </a:spcAft>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853419541"/>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2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pic>
        <p:nvPicPr>
          <p:cNvPr id="7"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373609924"/>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genda 3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10"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57591765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Agenda 1 column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solidFill>
                  <a:srgbClr val="FFFFFF"/>
                </a:solidFill>
                <a:latin typeface="+mj-lt"/>
              </a:defRPr>
            </a:lvl1pPr>
            <a:lvl2pPr marL="723882" indent="-249760">
              <a:spcAft>
                <a:spcPts val="1333"/>
              </a:spcAft>
              <a:defRPr>
                <a:solidFill>
                  <a:srgbClr val="FFFFFF"/>
                </a:solidFill>
                <a:latin typeface="+mj-lt"/>
              </a:defRPr>
            </a:lvl2pPr>
            <a:lvl3pPr marL="960943" indent="-237061">
              <a:spcAft>
                <a:spcPts val="1333"/>
              </a:spcAft>
              <a:defRPr>
                <a:solidFill>
                  <a:srgbClr val="FFFFFF"/>
                </a:solidFill>
                <a:latin typeface="+mj-lt"/>
              </a:defRPr>
            </a:lvl3pPr>
            <a:lvl4pPr marL="1198003" indent="-237061">
              <a:spcAft>
                <a:spcPts val="1333"/>
              </a:spcAft>
              <a:defRPr>
                <a:solidFill>
                  <a:srgbClr val="FFFFFF"/>
                </a:solidFill>
                <a:latin typeface="+mj-lt"/>
              </a:defRPr>
            </a:lvl4pPr>
            <a:lvl5pPr marL="1435064" indent="-237061">
              <a:spcAft>
                <a:spcPts val="1333"/>
              </a:spcAft>
              <a:defRPr>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lvl1pPr>
              <a:defRPr>
                <a:solidFill>
                  <a:srgbClr val="FFFFFF"/>
                </a:solidFill>
              </a:defRPr>
            </a:lvl1pPr>
          </a:lstStyle>
          <a:p>
            <a:endParaRPr lang="de-DE"/>
          </a:p>
        </p:txBody>
      </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792995197"/>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genda 2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3828531053"/>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genda 3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449866960"/>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less colour">
    <p:spTree>
      <p:nvGrpSpPr>
        <p:cNvPr id="1" name=""/>
        <p:cNvGrpSpPr/>
        <p:nvPr/>
      </p:nvGrpSpPr>
      <p:grpSpPr>
        <a:xfrm>
          <a:off x="0" y="0"/>
          <a:ext cx="0" cy="0"/>
          <a:chOff x="0" y="0"/>
          <a:chExt cx="0" cy="0"/>
        </a:xfrm>
      </p:grpSpPr>
      <p:sp>
        <p:nvSpPr>
          <p:cNvPr id="2" name="Titel 1"/>
          <p:cNvSpPr>
            <a:spLocks noGrp="1"/>
          </p:cNvSpPr>
          <p:nvPr>
            <p:ph type="title"/>
          </p:nvPr>
        </p:nvSpPr>
        <p:spPr>
          <a:xfrm>
            <a:off x="2088000" y="1545600"/>
            <a:ext cx="8016000" cy="3432000"/>
          </a:xfrm>
        </p:spPr>
        <p:txBody>
          <a:bodyPr anchor="b" anchorCtr="0">
            <a:noAutofit/>
          </a:bodyPr>
          <a:lstStyle>
            <a:lvl1pPr algn="r">
              <a:lnSpc>
                <a:spcPts val="8533"/>
              </a:lnSpc>
              <a:defRPr sz="8533" b="0" cap="none" baseline="0"/>
            </a:lvl1pPr>
          </a:lstStyle>
          <a:p>
            <a:r>
              <a:rPr lang="de-DE"/>
              <a:t>Mastertitelformat bearbeiten</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102428180"/>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1">
    <p:spTree>
      <p:nvGrpSpPr>
        <p:cNvPr id="1" name=""/>
        <p:cNvGrpSpPr/>
        <p:nvPr/>
      </p:nvGrpSpPr>
      <p:grpSpPr>
        <a:xfrm>
          <a:off x="0" y="0"/>
          <a:ext cx="0" cy="0"/>
          <a:chOff x="0" y="0"/>
          <a:chExt cx="0" cy="0"/>
        </a:xfrm>
      </p:grpSpPr>
      <p:sp>
        <p:nvSpPr>
          <p:cNvPr id="2" name="Titel 1"/>
          <p:cNvSpPr>
            <a:spLocks noGrp="1"/>
          </p:cNvSpPr>
          <p:nvPr>
            <p:ph type="title"/>
          </p:nvPr>
        </p:nvSpPr>
        <p:spPr>
          <a:xfrm>
            <a:off x="350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grpSp>
        <p:nvGrpSpPr>
          <p:cNvPr id="3" name="Gruppieren 2"/>
          <p:cNvGrpSpPr/>
          <p:nvPr userDrawn="1"/>
        </p:nvGrpSpPr>
        <p:grpSpPr>
          <a:xfrm>
            <a:off x="8870400" y="0"/>
            <a:ext cx="3321600" cy="6859200"/>
            <a:chOff x="6652800" y="0"/>
            <a:chExt cx="2491200" cy="5144400"/>
          </a:xfrm>
        </p:grpSpPr>
        <p:sp>
          <p:nvSpPr>
            <p:cNvPr id="8" name="Rechteck 7"/>
            <p:cNvSpPr/>
            <p:nvPr userDrawn="1"/>
          </p:nvSpPr>
          <p:spPr>
            <a:xfrm>
              <a:off x="7030800" y="0"/>
              <a:ext cx="2113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6652800" y="0"/>
              <a:ext cx="3780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521413056"/>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2">
    <p:spTree>
      <p:nvGrpSpPr>
        <p:cNvPr id="1" name=""/>
        <p:cNvGrpSpPr/>
        <p:nvPr/>
      </p:nvGrpSpPr>
      <p:grpSpPr>
        <a:xfrm>
          <a:off x="0" y="0"/>
          <a:ext cx="0" cy="0"/>
          <a:chOff x="0" y="0"/>
          <a:chExt cx="0" cy="0"/>
        </a:xfrm>
      </p:grpSpPr>
      <p:sp>
        <p:nvSpPr>
          <p:cNvPr id="2" name="Titel 1"/>
          <p:cNvSpPr>
            <a:spLocks noGrp="1"/>
          </p:cNvSpPr>
          <p:nvPr>
            <p:ph type="title"/>
          </p:nvPr>
        </p:nvSpPr>
        <p:spPr>
          <a:xfrm>
            <a:off x="1358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sp>
        <p:nvSpPr>
          <p:cNvPr id="8" name="Rechteck 7"/>
          <p:cNvSpPr/>
          <p:nvPr userDrawn="1"/>
        </p:nvSpPr>
        <p:spPr>
          <a:xfrm>
            <a:off x="9878400" y="0"/>
            <a:ext cx="2313600" cy="68592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8016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Tree>
    <p:extLst>
      <p:ext uri="{BB962C8B-B14F-4D97-AF65-F5344CB8AC3E}">
        <p14:creationId xmlns:p14="http://schemas.microsoft.com/office/powerpoint/2010/main" val="1574164823"/>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chart less color">
    <p:spTree>
      <p:nvGrpSpPr>
        <p:cNvPr id="1" name=""/>
        <p:cNvGrpSpPr/>
        <p:nvPr/>
      </p:nvGrpSpPr>
      <p:grpSpPr>
        <a:xfrm>
          <a:off x="0" y="0"/>
          <a:ext cx="0" cy="0"/>
          <a:chOff x="0" y="0"/>
          <a:chExt cx="0" cy="0"/>
        </a:xfrm>
      </p:grpSpPr>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348800"/>
            <a:ext cx="2833169" cy="840000"/>
          </a:xfrm>
          <a:prstGeom prst="rect">
            <a:avLst/>
          </a:prstGeom>
        </p:spPr>
      </p:pic>
      <p:grpSp>
        <p:nvGrpSpPr>
          <p:cNvPr id="11" name="Gruppieren 10"/>
          <p:cNvGrpSpPr/>
          <p:nvPr userDrawn="1"/>
        </p:nvGrpSpPr>
        <p:grpSpPr>
          <a:xfrm>
            <a:off x="10632000" y="0"/>
            <a:ext cx="1560000" cy="6859200"/>
            <a:chOff x="7974000" y="0"/>
            <a:chExt cx="1170000" cy="5144400"/>
          </a:xfrm>
        </p:grpSpPr>
        <p:sp>
          <p:nvSpPr>
            <p:cNvPr id="8" name="Rechteck 7"/>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
        <p:nvSpPr>
          <p:cNvPr id="3" name="Textplatzhalter 2"/>
          <p:cNvSpPr>
            <a:spLocks noGrp="1"/>
          </p:cNvSpPr>
          <p:nvPr>
            <p:ph type="body" sz="quarter" idx="10"/>
          </p:nvPr>
        </p:nvSpPr>
        <p:spPr>
          <a:xfrm>
            <a:off x="3739200" y="1545600"/>
            <a:ext cx="6388800" cy="1440000"/>
          </a:xfrm>
        </p:spPr>
        <p:txBody>
          <a:bodyPr/>
          <a:lstStyle>
            <a:lvl1pPr algn="r">
              <a:lnSpc>
                <a:spcPct val="100000"/>
              </a:lnSpc>
              <a:spcAft>
                <a:spcPts val="0"/>
              </a:spcAft>
              <a:defRPr sz="8000">
                <a:solidFill>
                  <a:srgbClr val="EA1C0A"/>
                </a:solidFill>
                <a:latin typeface="+mj-lt"/>
              </a:defRPr>
            </a:lvl1pPr>
            <a:lvl2pPr algn="r">
              <a:lnSpc>
                <a:spcPct val="100000"/>
              </a:lnSpc>
              <a:spcAft>
                <a:spcPts val="0"/>
              </a:spcAft>
              <a:defRPr sz="8000">
                <a:solidFill>
                  <a:srgbClr val="EA1C0A"/>
                </a:solidFill>
                <a:latin typeface="+mj-lt"/>
              </a:defRPr>
            </a:lvl2pPr>
            <a:lvl3pPr algn="r">
              <a:lnSpc>
                <a:spcPct val="100000"/>
              </a:lnSpc>
              <a:spcAft>
                <a:spcPts val="0"/>
              </a:spcAft>
              <a:defRPr sz="8000">
                <a:solidFill>
                  <a:srgbClr val="EA1C0A"/>
                </a:solidFill>
                <a:latin typeface="+mj-lt"/>
              </a:defRPr>
            </a:lvl3pPr>
            <a:lvl4pPr algn="r">
              <a:lnSpc>
                <a:spcPct val="100000"/>
              </a:lnSpc>
              <a:spcAft>
                <a:spcPts val="0"/>
              </a:spcAft>
              <a:defRPr sz="8000">
                <a:solidFill>
                  <a:srgbClr val="EA1C0A"/>
                </a:solidFill>
                <a:latin typeface="+mj-lt"/>
              </a:defRPr>
            </a:lvl4pPr>
            <a:lvl5pPr algn="r">
              <a:lnSpc>
                <a:spcPct val="100000"/>
              </a:lnSpc>
              <a:spcAft>
                <a:spcPts val="0"/>
              </a:spcAft>
              <a:defRPr sz="8000">
                <a:solidFill>
                  <a:srgbClr val="EA1C0A"/>
                </a:solidFill>
                <a:latin typeface="+mj-lt"/>
              </a:defRPr>
            </a:lvl5pPr>
          </a:lstStyle>
          <a:p>
            <a:pPr lvl="0"/>
            <a:r>
              <a:rPr lang="de-DE"/>
              <a:t>Mastertextformat bearbeiten</a:t>
            </a:r>
          </a:p>
        </p:txBody>
      </p:sp>
      <p:sp>
        <p:nvSpPr>
          <p:cNvPr id="7" name="Textplatzhalter 6"/>
          <p:cNvSpPr>
            <a:spLocks noGrp="1"/>
          </p:cNvSpPr>
          <p:nvPr>
            <p:ph type="body" sz="quarter" idx="11"/>
          </p:nvPr>
        </p:nvSpPr>
        <p:spPr>
          <a:xfrm>
            <a:off x="3739200" y="3024000"/>
            <a:ext cx="6388800" cy="1032000"/>
          </a:xfrm>
        </p:spPr>
        <p:txBody>
          <a:bodyPr/>
          <a:lstStyle>
            <a:lvl1pPr algn="r">
              <a:lnSpc>
                <a:spcPct val="100000"/>
              </a:lnSpc>
              <a:spcAft>
                <a:spcPts val="0"/>
              </a:spcAft>
              <a:defRPr sz="3333">
                <a:solidFill>
                  <a:srgbClr val="EA1C0A"/>
                </a:solidFill>
              </a:defRPr>
            </a:lvl1pPr>
          </a:lstStyle>
          <a:p>
            <a:pPr lvl="0"/>
            <a:r>
              <a:rPr lang="de-DE"/>
              <a:t>Mastertextformat bearbeiten</a:t>
            </a:r>
          </a:p>
        </p:txBody>
      </p:sp>
    </p:spTree>
    <p:extLst>
      <p:ext uri="{BB962C8B-B14F-4D97-AF65-F5344CB8AC3E}">
        <p14:creationId xmlns:p14="http://schemas.microsoft.com/office/powerpoint/2010/main" val="3523062154"/>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chart full color">
    <p:spTree>
      <p:nvGrpSpPr>
        <p:cNvPr id="1" name=""/>
        <p:cNvGrpSpPr/>
        <p:nvPr/>
      </p:nvGrpSpPr>
      <p:grpSpPr>
        <a:xfrm>
          <a:off x="0" y="0"/>
          <a:ext cx="0" cy="0"/>
          <a:chOff x="0" y="0"/>
          <a:chExt cx="0" cy="0"/>
        </a:xfrm>
      </p:grpSpPr>
      <p:sp>
        <p:nvSpPr>
          <p:cNvPr id="8" name="Rechteck 7"/>
          <p:cNvSpPr/>
          <p:nvPr userDrawn="1"/>
        </p:nvSpPr>
        <p:spPr>
          <a:xfrm>
            <a:off x="1051200" y="0"/>
            <a:ext cx="504000" cy="68592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10512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8457600" y="0"/>
            <a:ext cx="3734400" cy="68592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pic>
        <p:nvPicPr>
          <p:cNvPr id="2"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21601" y="4348800"/>
            <a:ext cx="2833169" cy="840000"/>
          </a:xfrm>
          <a:prstGeom prst="rect">
            <a:avLst/>
          </a:prstGeom>
        </p:spPr>
      </p:pic>
      <p:sp>
        <p:nvSpPr>
          <p:cNvPr id="4" name="Textplatzhalter 3"/>
          <p:cNvSpPr>
            <a:spLocks noGrp="1"/>
          </p:cNvSpPr>
          <p:nvPr>
            <p:ph type="body" sz="quarter" idx="10"/>
          </p:nvPr>
        </p:nvSpPr>
        <p:spPr>
          <a:xfrm>
            <a:off x="1555200" y="1545600"/>
            <a:ext cx="6388800" cy="1440000"/>
          </a:xfrm>
        </p:spPr>
        <p:txBody>
          <a:bodyPr/>
          <a:lstStyle>
            <a:lvl1pPr algn="r">
              <a:lnSpc>
                <a:spcPct val="100000"/>
              </a:lnSpc>
              <a:spcAft>
                <a:spcPts val="0"/>
              </a:spcAft>
              <a:defRPr sz="8000">
                <a:solidFill>
                  <a:srgbClr val="FFFFFF"/>
                </a:solidFill>
                <a:latin typeface="+mj-lt"/>
              </a:defRPr>
            </a:lvl1pPr>
            <a:lvl2pPr algn="r">
              <a:lnSpc>
                <a:spcPct val="100000"/>
              </a:lnSpc>
              <a:spcAft>
                <a:spcPts val="0"/>
              </a:spcAft>
              <a:defRPr sz="8000">
                <a:solidFill>
                  <a:srgbClr val="FFFFFF"/>
                </a:solidFill>
                <a:latin typeface="+mj-lt"/>
              </a:defRPr>
            </a:lvl2pPr>
            <a:lvl3pPr algn="r">
              <a:lnSpc>
                <a:spcPct val="100000"/>
              </a:lnSpc>
              <a:spcAft>
                <a:spcPts val="0"/>
              </a:spcAft>
              <a:defRPr sz="8000">
                <a:solidFill>
                  <a:srgbClr val="FFFFFF"/>
                </a:solidFill>
                <a:latin typeface="+mj-lt"/>
              </a:defRPr>
            </a:lvl3pPr>
            <a:lvl4pPr algn="r">
              <a:lnSpc>
                <a:spcPct val="100000"/>
              </a:lnSpc>
              <a:spcAft>
                <a:spcPts val="0"/>
              </a:spcAft>
              <a:defRPr sz="8000">
                <a:solidFill>
                  <a:srgbClr val="FFFFFF"/>
                </a:solidFill>
                <a:latin typeface="+mj-lt"/>
              </a:defRPr>
            </a:lvl4pPr>
            <a:lvl5pPr algn="r">
              <a:lnSpc>
                <a:spcPct val="100000"/>
              </a:lnSpc>
              <a:spcAft>
                <a:spcPts val="0"/>
              </a:spcAft>
              <a:defRPr sz="8000">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platzhalter 6"/>
          <p:cNvSpPr>
            <a:spLocks noGrp="1"/>
          </p:cNvSpPr>
          <p:nvPr>
            <p:ph type="body" sz="quarter" idx="11"/>
          </p:nvPr>
        </p:nvSpPr>
        <p:spPr>
          <a:xfrm>
            <a:off x="1555200" y="3024000"/>
            <a:ext cx="6388800" cy="1032000"/>
          </a:xfrm>
        </p:spPr>
        <p:txBody>
          <a:bodyPr/>
          <a:lstStyle>
            <a:lvl1pPr algn="r">
              <a:lnSpc>
                <a:spcPct val="100000"/>
              </a:lnSpc>
              <a:spcAft>
                <a:spcPts val="0"/>
              </a:spcAft>
              <a:defRPr sz="3333">
                <a:solidFill>
                  <a:srgbClr val="FFFFFF"/>
                </a:solidFill>
              </a:defRPr>
            </a:lvl1pPr>
            <a:lvl2pPr algn="r">
              <a:lnSpc>
                <a:spcPct val="100000"/>
              </a:lnSpc>
              <a:spcAft>
                <a:spcPts val="0"/>
              </a:spcAft>
              <a:defRPr sz="3333">
                <a:solidFill>
                  <a:srgbClr val="FFFFFF"/>
                </a:solidFill>
              </a:defRPr>
            </a:lvl2pPr>
            <a:lvl3pPr algn="r">
              <a:lnSpc>
                <a:spcPct val="100000"/>
              </a:lnSpc>
              <a:spcAft>
                <a:spcPts val="0"/>
              </a:spcAft>
              <a:defRPr sz="3333">
                <a:solidFill>
                  <a:srgbClr val="FFFFFF"/>
                </a:solidFill>
              </a:defRPr>
            </a:lvl3pPr>
            <a:lvl4pPr algn="r">
              <a:lnSpc>
                <a:spcPct val="100000"/>
              </a:lnSpc>
              <a:spcAft>
                <a:spcPts val="0"/>
              </a:spcAft>
              <a:defRPr sz="3333">
                <a:solidFill>
                  <a:srgbClr val="FFFFFF"/>
                </a:solidFill>
              </a:defRPr>
            </a:lvl4pPr>
            <a:lvl5pPr algn="r">
              <a:lnSpc>
                <a:spcPct val="100000"/>
              </a:lnSpc>
              <a:spcAft>
                <a:spcPts val="0"/>
              </a:spcAft>
              <a:defRPr sz="3333">
                <a:solidFill>
                  <a:srgbClr val="FFFFFF"/>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41723391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012DAF-AF01-310E-EEE9-CC4AB4FEB25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1EC6F019-A669-B4F7-C744-0B7D4AE64E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30A42AC9-09EF-E5A1-19C4-3F616D5A392D}"/>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9C11EFF8-4403-F070-7176-EF02272E9E61}"/>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B7A2DA9-A69E-D48B-6461-B8BC65EBC831}"/>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883551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8589B-D7B8-DDB7-7330-FA844B8DE5D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D3906996-E608-F6E8-D3C4-5C21781BC12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3729BB94-1E8A-1A6D-40A6-96A93AEFBC3F}"/>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F0C8D20E-8032-0493-CACC-4DB1500C774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74B07B7B-F32E-73F5-8269-E2524DC29C0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89495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Abschnitts-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A22183-5676-FC14-1F79-85E63907AF8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8F5145F9-A0A3-D286-EF07-E200E05C20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F29C50B-8867-61F8-E608-20A6F11AB9F1}"/>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D362BEFE-A01E-695E-98F7-C972BC3E37F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9B476EA-A45E-9BD9-1FD4-7BA8943D8CB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963884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C2D4E7-A405-E701-766A-FD3E258CDDC0}"/>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34F050B3-D7D9-4414-DCF5-E25D136607F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14480749-B550-052A-395E-4071A510F11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D7740241-7D34-76ED-00D9-B989010BCD57}"/>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6" name="Fußzeilenplatzhalter 5">
            <a:extLst>
              <a:ext uri="{FF2B5EF4-FFF2-40B4-BE49-F238E27FC236}">
                <a16:creationId xmlns:a16="http://schemas.microsoft.com/office/drawing/2014/main" id="{B3320733-9309-4292-0983-A01E232BE833}"/>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938BF80C-4C3A-0EE3-02D7-AFD640CA4125}"/>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042731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F4EA3B-15BC-5E96-621D-18BE06B437AD}"/>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D4127C0B-BA6F-A7B0-1A56-E572C5F6E7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EE855DE-1874-7D24-63E8-2590DF321A0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C8F0CB7B-14C1-AD61-D490-9073D49364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10201D8-A4A5-EE7E-5B84-D3507BCA46F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551D757C-DE0F-F31A-DCF9-1D2712172A34}"/>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8" name="Fußzeilenplatzhalter 7">
            <a:extLst>
              <a:ext uri="{FF2B5EF4-FFF2-40B4-BE49-F238E27FC236}">
                <a16:creationId xmlns:a16="http://schemas.microsoft.com/office/drawing/2014/main" id="{7CD762BB-8F9D-BF5F-5E26-9F65A3831A26}"/>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3BFBBCEB-7315-7D48-2580-38556BD9F3AA}"/>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549192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5B3E35-1C71-4CB8-7755-E12936ADFC2E}"/>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79606F7C-FCF9-420F-E45F-7CB4766B700F}"/>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4" name="Fußzeilenplatzhalter 3">
            <a:extLst>
              <a:ext uri="{FF2B5EF4-FFF2-40B4-BE49-F238E27FC236}">
                <a16:creationId xmlns:a16="http://schemas.microsoft.com/office/drawing/2014/main" id="{06052FBF-E36B-6B24-4990-DA725A2486A4}"/>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0A312885-BB08-5F35-B981-0BEA56D3D8E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1620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987704A-ED56-3201-946F-6FC3715DD8D9}"/>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3" name="Fußzeilenplatzhalter 2">
            <a:extLst>
              <a:ext uri="{FF2B5EF4-FFF2-40B4-BE49-F238E27FC236}">
                <a16:creationId xmlns:a16="http://schemas.microsoft.com/office/drawing/2014/main" id="{11013B30-5D9E-2FA0-1D0C-925987C9661A}"/>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2AC6FD12-36E3-8DF1-6366-F5AEE362A7DE}"/>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8289143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0119B-315D-B920-23B5-57758B0F24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AF206147-CA8B-4F42-A9CC-D2E475F47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F68FB48C-1FF6-B816-B535-9C7D8A7D2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75AA089-6F12-9979-3FD2-583910D2C11F}"/>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6" name="Fußzeilenplatzhalter 5">
            <a:extLst>
              <a:ext uri="{FF2B5EF4-FFF2-40B4-BE49-F238E27FC236}">
                <a16:creationId xmlns:a16="http://schemas.microsoft.com/office/drawing/2014/main" id="{8DE48287-C351-6E27-F1CE-A0A7029CB485}"/>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CD500953-A6EB-560B-3F5D-13CA77EA663D}"/>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2303651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6C446D-9815-7A2D-8943-58EF70C3F6D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46C7C8F7-D6BB-BA0C-5F4B-202B9A7D2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1D818899-8A37-28AC-6938-D2383CC79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0D2B8E7-0FDC-4FF2-10B7-28634C432BD1}"/>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6" name="Fußzeilenplatzhalter 5">
            <a:extLst>
              <a:ext uri="{FF2B5EF4-FFF2-40B4-BE49-F238E27FC236}">
                <a16:creationId xmlns:a16="http://schemas.microsoft.com/office/drawing/2014/main" id="{AE066018-971C-3FEA-CB00-0833A256D33A}"/>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2E1D488B-F026-D3CE-EC16-19A75C2D9D5B}"/>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847872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AA9536-2732-44D0-F810-6E902E163522}"/>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5439A2CA-DF59-8AFB-BE61-B6CE091C825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D73F8562-92F6-D108-5E69-D47B83177C0A}"/>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377E111E-FBC7-FF28-7972-028EC11448A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7E69FAA-C3D3-0E2E-9BC5-1E26BFD252B7}"/>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108977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9C5BD3CD-FD7F-72DC-95B7-000EE99ACC2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3B366118-9C1C-285E-4FC6-6828F6A64C1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5D3893E1-CEC1-1BCA-AFC6-7EFC778E42DC}"/>
              </a:ext>
            </a:extLst>
          </p:cNvPr>
          <p:cNvSpPr>
            <a:spLocks noGrp="1"/>
          </p:cNvSpPr>
          <p:nvPr>
            <p:ph type="dt" sz="half" idx="10"/>
          </p:nvPr>
        </p:nvSpPr>
        <p:spPr/>
        <p:txBody>
          <a:body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3137B140-89B1-24E8-A5C2-AF639C28937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AE67003-2354-0A0C-233A-D1F66415A36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391194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folie 01">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5"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3" name="Grafik 22">
            <a:extLst>
              <a:ext uri="{FF2B5EF4-FFF2-40B4-BE49-F238E27FC236}">
                <a16:creationId xmlns:a16="http://schemas.microsoft.com/office/drawing/2014/main" id="{B06A0E27-F6F3-4C73-AAF8-F99F6B32540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7" name="Grafik 6">
            <a:extLst>
              <a:ext uri="{FF2B5EF4-FFF2-40B4-BE49-F238E27FC236}">
                <a16:creationId xmlns:a16="http://schemas.microsoft.com/office/drawing/2014/main" id="{306A7367-67CE-4B73-AC1D-980111827A78}"/>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478237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folie 02">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6"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27"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pic>
        <p:nvPicPr>
          <p:cNvPr id="25" name="Grafik 24">
            <a:extLst>
              <a:ext uri="{FF2B5EF4-FFF2-40B4-BE49-F238E27FC236}">
                <a16:creationId xmlns:a16="http://schemas.microsoft.com/office/drawing/2014/main" id="{40E6AE41-F7C9-44BD-BBEC-AEE6947FFEC2}"/>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4" name="Grafik 23">
            <a:extLst>
              <a:ext uri="{FF2B5EF4-FFF2-40B4-BE49-F238E27FC236}">
                <a16:creationId xmlns:a16="http://schemas.microsoft.com/office/drawing/2014/main" id="{4485BC7C-5216-4A4B-898E-B4E4C736F7B4}"/>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6022716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folie 03">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6672064" y="1604797"/>
            <a:ext cx="4608512" cy="2256251"/>
          </a:xfrm>
          <a:solidFill>
            <a:srgbClr val="EB4B0A"/>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7249312" y="3120056"/>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3386226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folie 04">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1055440" y="1806979"/>
            <a:ext cx="4608512" cy="2256251"/>
          </a:xfrm>
          <a:solidFill>
            <a:srgbClr val="64B42D"/>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1632688" y="3322237"/>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811174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folie 05">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gray">
          <a:xfrm>
            <a:off x="4752000" y="3380317"/>
            <a:ext cx="6384560" cy="1611683"/>
          </a:xfrm>
          <a:noFill/>
        </p:spPr>
        <p:txBody>
          <a:bodyPr vert="horz" wrap="square" lIns="0" tIns="0" rIns="0" bIns="0" rtlCol="0" anchor="b" anchorCtr="0">
            <a:noAutofit/>
          </a:bodyPr>
          <a:lstStyle>
            <a:lvl1pPr>
              <a:defRPr lang="en-GB" sz="3733" b="0" noProof="0" dirty="0">
                <a:solidFill>
                  <a:schemeClr val="tx1"/>
                </a:solidFill>
              </a:defRPr>
            </a:lvl1pPr>
          </a:lstStyle>
          <a:p>
            <a:pPr lvl="0"/>
            <a:r>
              <a:rPr lang="de-DE" noProof="0" dirty="0"/>
              <a:t>Titel durch Klicken hinzufügen</a:t>
            </a:r>
          </a:p>
        </p:txBody>
      </p:sp>
      <p:sp>
        <p:nvSpPr>
          <p:cNvPr id="43" name="Fußzeilenplatzhalter 4"/>
          <p:cNvSpPr>
            <a:spLocks noGrp="1"/>
          </p:cNvSpPr>
          <p:nvPr>
            <p:ph type="ftr" sz="quarter" idx="11"/>
          </p:nvPr>
        </p:nvSpPr>
        <p:spPr bwMode="gray">
          <a:xfrm>
            <a:off x="4752000" y="5218548"/>
            <a:ext cx="5904507" cy="205184"/>
          </a:xfrm>
        </p:spPr>
        <p:txBody>
          <a:bodyPr anchor="t" anchorCtr="0"/>
          <a:lstStyle>
            <a:lvl1pPr>
              <a:defRPr sz="1333">
                <a:solidFill>
                  <a:schemeClr val="tx1"/>
                </a:solidFill>
              </a:defRPr>
            </a:lvl1pPr>
          </a:lstStyle>
          <a:p>
            <a:r>
              <a:rPr lang="de-DE" dirty="0"/>
              <a:t>Westnetz GmbH · Name · TT Monat JJJJ</a:t>
            </a:r>
          </a:p>
        </p:txBody>
      </p:sp>
      <p:pic>
        <p:nvPicPr>
          <p:cNvPr id="26" name="Grafik 25">
            <a:extLst>
              <a:ext uri="{FF2B5EF4-FFF2-40B4-BE49-F238E27FC236}">
                <a16:creationId xmlns:a16="http://schemas.microsoft.com/office/drawing/2014/main" id="{1598A5CF-04FB-4037-8ED7-24AA7B2CD5CF}"/>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7" name="Grafik 26">
            <a:extLst>
              <a:ext uri="{FF2B5EF4-FFF2-40B4-BE49-F238E27FC236}">
                <a16:creationId xmlns:a16="http://schemas.microsoft.com/office/drawing/2014/main" id="{F8470F7A-9A73-4FA3-B7A2-4821678CC227}"/>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0815835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folie 06">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42" name="Titel 1"/>
          <p:cNvSpPr>
            <a:spLocks noGrp="1"/>
          </p:cNvSpPr>
          <p:nvPr>
            <p:ph type="ctrTitle" hasCustomPrompt="1"/>
          </p:nvPr>
        </p:nvSpPr>
        <p:spPr bwMode="blackWhite">
          <a:xfrm>
            <a:off x="4751851" y="3380317"/>
            <a:ext cx="6384000" cy="1611816"/>
          </a:xfrm>
          <a:noFill/>
        </p:spPr>
        <p:txBody>
          <a:bodyPr lIns="0" tIns="0" rIns="0" bIns="0" anchor="b" anchorCtr="0">
            <a:noAutofit/>
          </a:bodyPr>
          <a:lstStyle>
            <a:lvl1pPr>
              <a:defRPr sz="3733"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4752000" y="5218548"/>
            <a:ext cx="5904507" cy="205184"/>
          </a:xfrm>
        </p:spPr>
        <p:txBody>
          <a:bodyPr anchor="t" anchorCtr="0"/>
          <a:lstStyle>
            <a:lvl1pPr>
              <a:defRPr sz="1333">
                <a:solidFill>
                  <a:schemeClr val="bg1"/>
                </a:solidFill>
              </a:defRPr>
            </a:lvl1pPr>
          </a:lstStyle>
          <a:p>
            <a:r>
              <a:rPr lang="de-DE" dirty="0"/>
              <a:t>Westnetz GmbH · Name · TT Monat JJJJ</a:t>
            </a:r>
          </a:p>
        </p:txBody>
      </p:sp>
      <p:pic>
        <p:nvPicPr>
          <p:cNvPr id="24" name="Grafik 23">
            <a:extLst>
              <a:ext uri="{FF2B5EF4-FFF2-40B4-BE49-F238E27FC236}">
                <a16:creationId xmlns:a16="http://schemas.microsoft.com/office/drawing/2014/main" id="{F6FDA8EC-6F7D-472D-AF01-8FC1A2CE3A1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5" name="Grafik 24">
            <a:extLst>
              <a:ext uri="{FF2B5EF4-FFF2-40B4-BE49-F238E27FC236}">
                <a16:creationId xmlns:a16="http://schemas.microsoft.com/office/drawing/2014/main" id="{B3ED9B74-CA29-41AF-B071-78A8AF5600CB}"/>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7381724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Druc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749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Agenda Bildschirm">
    <p:bg>
      <p:bgPr>
        <a:solidFill>
          <a:schemeClr val="accent2"/>
        </a:solid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767408" y="-166621"/>
            <a:ext cx="9889099" cy="144000"/>
            <a:chOff x="575556" y="-124966"/>
            <a:chExt cx="7416824" cy="108000"/>
          </a:xfrm>
        </p:grpSpPr>
        <p:sp>
          <p:nvSpPr>
            <p:cNvPr id="25" name="Freihandform 2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6" name="Freihandform 2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7" name="Freihandform 2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29" name="Gruppieren 28"/>
          <p:cNvGrpSpPr/>
          <p:nvPr userDrawn="1"/>
        </p:nvGrpSpPr>
        <p:grpSpPr>
          <a:xfrm>
            <a:off x="767408" y="6880621"/>
            <a:ext cx="9889099" cy="144000"/>
            <a:chOff x="575556" y="5160466"/>
            <a:chExt cx="7416824" cy="108000"/>
          </a:xfrm>
        </p:grpSpPr>
        <p:sp>
          <p:nvSpPr>
            <p:cNvPr id="30" name="Freihandform 2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1" name="Freihandform 3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2" name="Freihandform 3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4" name="Gruppieren 33"/>
          <p:cNvGrpSpPr/>
          <p:nvPr userDrawn="1"/>
        </p:nvGrpSpPr>
        <p:grpSpPr>
          <a:xfrm>
            <a:off x="-221271" y="1930675"/>
            <a:ext cx="192000" cy="4234640"/>
            <a:chOff x="-165953" y="1448006"/>
            <a:chExt cx="144000" cy="3175980"/>
          </a:xfrm>
        </p:grpSpPr>
        <p:sp>
          <p:nvSpPr>
            <p:cNvPr id="35" name="Freihandform 34"/>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7" name="Gruppieren 36"/>
          <p:cNvGrpSpPr/>
          <p:nvPr userDrawn="1"/>
        </p:nvGrpSpPr>
        <p:grpSpPr>
          <a:xfrm>
            <a:off x="12221656" y="1940836"/>
            <a:ext cx="192000" cy="4229040"/>
            <a:chOff x="9166242" y="1455627"/>
            <a:chExt cx="144000" cy="3171780"/>
          </a:xfrm>
        </p:grpSpPr>
        <p:sp>
          <p:nvSpPr>
            <p:cNvPr id="38" name="Freihandform 3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9" name="Freihandform 3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0" name="Grafik 19">
            <a:extLst>
              <a:ext uri="{FF2B5EF4-FFF2-40B4-BE49-F238E27FC236}">
                <a16:creationId xmlns:a16="http://schemas.microsoft.com/office/drawing/2014/main" id="{16A1D19D-783E-487C-AC22-90958F3768D6}"/>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1" name="Grafik 20">
            <a:extLst>
              <a:ext uri="{FF2B5EF4-FFF2-40B4-BE49-F238E27FC236}">
                <a16:creationId xmlns:a16="http://schemas.microsoft.com/office/drawing/2014/main" id="{116F5688-64D6-4270-871E-C395B83F6071}"/>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37170236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enncha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365EF8B5-AEF8-468F-AD7D-1AB905AE7CAF}"/>
              </a:ext>
            </a:extLst>
          </p:cNvPr>
          <p:cNvGraphicFramePr>
            <a:graphicFrameLocks noChangeAspect="1"/>
          </p:cNvGraphicFramePr>
          <p:nvPr userDrawn="1">
            <p:custDataLst>
              <p:tags r:id="rId1"/>
            </p:custDataLst>
            <p:extLst>
              <p:ext uri="{D42A27DB-BD31-4B8C-83A1-F6EECF244321}">
                <p14:modId xmlns:p14="http://schemas.microsoft.com/office/powerpoint/2010/main" val="152935455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365EF8B5-AEF8-468F-AD7D-1AB905AE7CAF}"/>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err="1"/>
              <a:t>trennfolie</a:t>
            </a:r>
            <a:endParaRPr lang="de-DE" noProof="0" dirty="0"/>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spTree>
    <p:extLst>
      <p:ext uri="{BB962C8B-B14F-4D97-AF65-F5344CB8AC3E}">
        <p14:creationId xmlns:p14="http://schemas.microsoft.com/office/powerpoint/2010/main" val="26999795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rennchart Bildschirm">
    <p:bg>
      <p:bgPr>
        <a:solidFill>
          <a:srgbClr val="005F69"/>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a:t>Trennfolie</a:t>
            </a:r>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grpSp>
        <p:nvGrpSpPr>
          <p:cNvPr id="28" name="Gruppieren 27"/>
          <p:cNvGrpSpPr/>
          <p:nvPr userDrawn="1"/>
        </p:nvGrpSpPr>
        <p:grpSpPr>
          <a:xfrm>
            <a:off x="767408" y="-166621"/>
            <a:ext cx="9889099" cy="144000"/>
            <a:chOff x="575556" y="-124966"/>
            <a:chExt cx="7416824" cy="108000"/>
          </a:xfrm>
        </p:grpSpPr>
        <p:sp>
          <p:nvSpPr>
            <p:cNvPr id="29" name="Freihandform 28"/>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1" name="Freihandform 3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2" name="Freihandform 3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3" name="Gruppieren 32"/>
          <p:cNvGrpSpPr/>
          <p:nvPr userDrawn="1"/>
        </p:nvGrpSpPr>
        <p:grpSpPr>
          <a:xfrm>
            <a:off x="767408" y="6880621"/>
            <a:ext cx="9889099" cy="144000"/>
            <a:chOff x="575556" y="5160466"/>
            <a:chExt cx="7416824" cy="108000"/>
          </a:xfrm>
        </p:grpSpPr>
        <p:sp>
          <p:nvSpPr>
            <p:cNvPr id="34" name="Freihandform 33"/>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7" name="Freihandform 36"/>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8" name="Gruppieren 37"/>
          <p:cNvGrpSpPr/>
          <p:nvPr userDrawn="1"/>
        </p:nvGrpSpPr>
        <p:grpSpPr>
          <a:xfrm>
            <a:off x="-221271" y="1930675"/>
            <a:ext cx="192000" cy="4234640"/>
            <a:chOff x="-165953" y="1448006"/>
            <a:chExt cx="144000" cy="3175980"/>
          </a:xfrm>
        </p:grpSpPr>
        <p:sp>
          <p:nvSpPr>
            <p:cNvPr id="39" name="Freihandform 38"/>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0" name="Freihandform 39"/>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1" name="Gruppieren 40"/>
          <p:cNvGrpSpPr/>
          <p:nvPr userDrawn="1"/>
        </p:nvGrpSpPr>
        <p:grpSpPr>
          <a:xfrm>
            <a:off x="12221656" y="1940836"/>
            <a:ext cx="192000" cy="4229040"/>
            <a:chOff x="9166242" y="1455627"/>
            <a:chExt cx="144000" cy="3171780"/>
          </a:xfrm>
        </p:grpSpPr>
        <p:sp>
          <p:nvSpPr>
            <p:cNvPr id="42" name="Freihandform 41"/>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2" name="Grafik 21">
            <a:extLst>
              <a:ext uri="{FF2B5EF4-FFF2-40B4-BE49-F238E27FC236}">
                <a16:creationId xmlns:a16="http://schemas.microsoft.com/office/drawing/2014/main" id="{F53463B1-F665-4466-9B2A-C859B565C885}"/>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3" name="Grafik 22">
            <a:extLst>
              <a:ext uri="{FF2B5EF4-FFF2-40B4-BE49-F238E27FC236}">
                <a16:creationId xmlns:a16="http://schemas.microsoft.com/office/drawing/2014/main" id="{024F050C-ADB9-48C7-81E4-D6F411525426}"/>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26068988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DB20AECB-6C66-4FA9-A95E-2611405C4B93}"/>
              </a:ext>
            </a:extLst>
          </p:cNvPr>
          <p:cNvGraphicFramePr>
            <a:graphicFrameLocks noChangeAspect="1"/>
          </p:cNvGraphicFramePr>
          <p:nvPr userDrawn="1">
            <p:custDataLst>
              <p:tags r:id="rId1"/>
            </p:custDataLst>
            <p:extLst>
              <p:ext uri="{D42A27DB-BD31-4B8C-83A1-F6EECF244321}">
                <p14:modId xmlns:p14="http://schemas.microsoft.com/office/powerpoint/2010/main" val="236370873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DB20AECB-6C66-4FA9-A95E-2611405C4B93}"/>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8E83C3-C999-4914-94BA-C50E0EDCF59B}"/>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6" name="Textplatzhalter 5"/>
          <p:cNvSpPr>
            <a:spLocks noGrp="1"/>
          </p:cNvSpPr>
          <p:nvPr>
            <p:ph type="body" sz="quarter" idx="15" hasCustomPrompt="1"/>
          </p:nvPr>
        </p:nvSpPr>
        <p:spPr>
          <a:xfrm>
            <a:off x="768351" y="1872000"/>
            <a:ext cx="9889067"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3356958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D0A2B70-5DDD-46C0-B676-B52EA2E722A8}"/>
              </a:ext>
            </a:extLst>
          </p:cNvPr>
          <p:cNvGraphicFramePr>
            <a:graphicFrameLocks noChangeAspect="1"/>
          </p:cNvGraphicFramePr>
          <p:nvPr userDrawn="1">
            <p:custDataLst>
              <p:tags r:id="rId1"/>
            </p:custDataLst>
            <p:extLst>
              <p:ext uri="{D42A27DB-BD31-4B8C-83A1-F6EECF244321}">
                <p14:modId xmlns:p14="http://schemas.microsoft.com/office/powerpoint/2010/main" val="356966711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0D0A2B70-5DDD-46C0-B676-B52EA2E722A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878923E8-D18F-493D-BAF7-4177C8507649}"/>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29086503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 Bild links, Text recht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54A1DB-7F27-46FA-9306-37D13DBCEA9A}"/>
              </a:ext>
            </a:extLst>
          </p:cNvPr>
          <p:cNvGraphicFramePr>
            <a:graphicFrameLocks noChangeAspect="1"/>
          </p:cNvGraphicFramePr>
          <p:nvPr userDrawn="1">
            <p:custDataLst>
              <p:tags r:id="rId1"/>
            </p:custDataLst>
            <p:extLst>
              <p:ext uri="{D42A27DB-BD31-4B8C-83A1-F6EECF244321}">
                <p14:modId xmlns:p14="http://schemas.microsoft.com/office/powerpoint/2010/main" val="78406831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4C54A1DB-7F27-46FA-9306-37D13DBCEA9A}"/>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4FDF2C-5DBA-4006-92B2-482E75F1DD46}"/>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5903385" y="1872000"/>
            <a:ext cx="475403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1034926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el, 2/3 Bild und 1/3 Text">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65C404D7-E007-4334-A0E0-B33D1FFEBC55}"/>
              </a:ext>
            </a:extLst>
          </p:cNvPr>
          <p:cNvGraphicFramePr>
            <a:graphicFrameLocks noChangeAspect="1"/>
          </p:cNvGraphicFramePr>
          <p:nvPr userDrawn="1">
            <p:custDataLst>
              <p:tags r:id="rId1"/>
            </p:custDataLst>
            <p:extLst>
              <p:ext uri="{D42A27DB-BD31-4B8C-83A1-F6EECF244321}">
                <p14:modId xmlns:p14="http://schemas.microsoft.com/office/powerpoint/2010/main" val="80642527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65C404D7-E007-4334-A0E0-B33D1FFEBC55}"/>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A9924E8-1AD4-4298-8609-F13EB107A2C0}"/>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2" y="1940984"/>
            <a:ext cx="6335761"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6336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7488155" y="1872000"/>
            <a:ext cx="316926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4766358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FD83A4F3-4D74-46C9-9FFD-369708F3D69C}"/>
              </a:ext>
            </a:extLst>
          </p:cNvPr>
          <p:cNvGraphicFramePr>
            <a:graphicFrameLocks noChangeAspect="1"/>
          </p:cNvGraphicFramePr>
          <p:nvPr userDrawn="1">
            <p:custDataLst>
              <p:tags r:id="rId1"/>
            </p:custDataLst>
            <p:extLst>
              <p:ext uri="{D42A27DB-BD31-4B8C-83A1-F6EECF244321}">
                <p14:modId xmlns:p14="http://schemas.microsoft.com/office/powerpoint/2010/main" val="55993523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FD83A4F3-4D74-46C9-9FFD-369708F3D69C}"/>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182E95A-2D87-4C56-9166-14A394C57A02}"/>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9889067"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9888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3899525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3394BB13-371F-4715-8E40-FC0CDDFBCDE8}"/>
              </a:ext>
            </a:extLst>
          </p:cNvPr>
          <p:cNvGraphicFramePr>
            <a:graphicFrameLocks noChangeAspect="1"/>
          </p:cNvGraphicFramePr>
          <p:nvPr userDrawn="1">
            <p:custDataLst>
              <p:tags r:id="rId1"/>
            </p:custDataLst>
            <p:extLst>
              <p:ext uri="{D42A27DB-BD31-4B8C-83A1-F6EECF244321}">
                <p14:modId xmlns:p14="http://schemas.microsoft.com/office/powerpoint/2010/main" val="194887374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3394BB13-371F-4715-8E40-FC0CDDFBCDE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29AAA88-0EDB-4B32-8B38-813B5C6234FF}"/>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1" name="Bildplatzhalter 8"/>
          <p:cNvSpPr>
            <a:spLocks noGrp="1"/>
          </p:cNvSpPr>
          <p:nvPr>
            <p:ph type="pic" sz="quarter" idx="15"/>
          </p:nvPr>
        </p:nvSpPr>
        <p:spPr>
          <a:xfrm>
            <a:off x="5904443"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5" name="Textplatzhalter 2"/>
          <p:cNvSpPr>
            <a:spLocks noGrp="1"/>
          </p:cNvSpPr>
          <p:nvPr>
            <p:ph idx="16" hasCustomPrompt="1"/>
          </p:nvPr>
        </p:nvSpPr>
        <p:spPr bwMode="gray">
          <a:xfrm>
            <a:off x="5904444"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Tree>
    <p:extLst>
      <p:ext uri="{BB962C8B-B14F-4D97-AF65-F5344CB8AC3E}">
        <p14:creationId xmlns:p14="http://schemas.microsoft.com/office/powerpoint/2010/main" val="15075880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ollbild hel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768349" y="3429000"/>
            <a:ext cx="4608000" cy="1920000"/>
          </a:xfrm>
          <a:solidFill>
            <a:srgbClr val="64B42D"/>
          </a:solidFill>
        </p:spPr>
        <p:txBody>
          <a:bodyPr lIns="216000" tIns="201600" rIns="180000" bIns="230400">
            <a:noAutofit/>
          </a:bodyPr>
          <a:lstStyle>
            <a:lvl1pPr>
              <a:defRPr sz="26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695216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ollbild dunke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1506539" y="1115219"/>
            <a:ext cx="3456000" cy="1920000"/>
          </a:xfrm>
          <a:solidFill>
            <a:srgbClr val="E60055"/>
          </a:solidFill>
        </p:spPr>
        <p:txBody>
          <a:bodyPr lIns="216000" tIns="201600" rIns="180000" bIns="230400">
            <a:noAutofit/>
          </a:bodyPr>
          <a:lstStyle>
            <a:lvl1pPr>
              <a:defRPr sz="22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12666060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Bilder mit 3 Textboxen">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6581"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6" name="Bildplatzhalter 8"/>
          <p:cNvSpPr>
            <a:spLocks noGrp="1"/>
          </p:cNvSpPr>
          <p:nvPr>
            <p:ph type="pic" sz="quarter" idx="13"/>
          </p:nvPr>
        </p:nvSpPr>
        <p:spPr>
          <a:xfrm>
            <a:off x="4056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7" name="Bildplatzhalter 8"/>
          <p:cNvSpPr>
            <a:spLocks noGrp="1"/>
          </p:cNvSpPr>
          <p:nvPr>
            <p:ph type="pic" sz="quarter" idx="14"/>
          </p:nvPr>
        </p:nvSpPr>
        <p:spPr>
          <a:xfrm>
            <a:off x="8112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0" name="Textplatzhalter 5"/>
          <p:cNvSpPr>
            <a:spLocks noGrp="1"/>
          </p:cNvSpPr>
          <p:nvPr>
            <p:ph type="body" sz="quarter" idx="15"/>
          </p:nvPr>
        </p:nvSpPr>
        <p:spPr bwMode="blackWhite">
          <a:xfrm>
            <a:off x="503675" y="4625747"/>
            <a:ext cx="3072000" cy="1536000"/>
          </a:xfrm>
          <a:solidFill>
            <a:schemeClr val="accent1"/>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7"/>
          </p:nvPr>
        </p:nvSpPr>
        <p:spPr bwMode="blackWhite">
          <a:xfrm>
            <a:off x="4560000" y="4625747"/>
            <a:ext cx="3072000" cy="1536000"/>
          </a:xfrm>
          <a:solidFill>
            <a:schemeClr val="accent6"/>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8"/>
          </p:nvPr>
        </p:nvSpPr>
        <p:spPr bwMode="blackWhite">
          <a:xfrm>
            <a:off x="8616000" y="4625747"/>
            <a:ext cx="3072000" cy="1536000"/>
          </a:xfrm>
          <a:solidFill>
            <a:srgbClr val="64B42D"/>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185992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Zusammenfassung Druck">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6"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1"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2"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40451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Zusammenfassung Bildschirm">
    <p:bg>
      <p:bgPr>
        <a:solidFill>
          <a:schemeClr val="tx2"/>
        </a:solidFill>
        <a:effectLst/>
      </p:bgPr>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bwMode="blackWhite"/>
        <p:txBody>
          <a:bodyPr/>
          <a:lstStyle>
            <a:lvl1pPr>
              <a:defRPr>
                <a:solidFill>
                  <a:schemeClr val="bg1"/>
                </a:solidFill>
              </a:defRPr>
            </a:lvl1pPr>
          </a:lstStyle>
          <a:p>
            <a:r>
              <a:rPr lang="de-DE" noProof="0" dirty="0"/>
              <a:t>Westnetz GmbH · Name · TT Monat JJJJ</a:t>
            </a:r>
          </a:p>
        </p:txBody>
      </p:sp>
      <p:sp>
        <p:nvSpPr>
          <p:cNvPr id="4" name="Foliennummernplatzhalter 3"/>
          <p:cNvSpPr>
            <a:spLocks noGrp="1"/>
          </p:cNvSpPr>
          <p:nvPr>
            <p:ph type="sldNum" sz="quarter" idx="11"/>
          </p:nvPr>
        </p:nvSpPr>
        <p:spPr bwMode="blackWhite"/>
        <p:txBody>
          <a:bodyPr/>
          <a:lstStyle>
            <a:lvl1pPr>
              <a:defRPr>
                <a:solidFill>
                  <a:schemeClr val="bg1"/>
                </a:solidFill>
              </a:defRPr>
            </a:lvl1pPr>
          </a:lstStyle>
          <a:p>
            <a:fld id="{F05F51B1-EF07-4A0A-8ED6-43388CBBB34F}" type="slidenum">
              <a:rPr lang="de-DE" noProof="0" smtClean="0"/>
              <a:pPr/>
              <a:t>‹Nr.›</a:t>
            </a:fld>
            <a:endParaRPr lang="de-DE" noProof="0" dirty="0"/>
          </a:p>
        </p:txBody>
      </p:sp>
      <p:sp>
        <p:nvSpPr>
          <p:cNvPr id="10"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4"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6"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grpSp>
        <p:nvGrpSpPr>
          <p:cNvPr id="34" name="Gruppieren 33"/>
          <p:cNvGrpSpPr/>
          <p:nvPr userDrawn="1"/>
        </p:nvGrpSpPr>
        <p:grpSpPr>
          <a:xfrm>
            <a:off x="767408" y="-166621"/>
            <a:ext cx="9889099" cy="144000"/>
            <a:chOff x="575556" y="-124966"/>
            <a:chExt cx="7416824" cy="108000"/>
          </a:xfrm>
        </p:grpSpPr>
        <p:sp>
          <p:nvSpPr>
            <p:cNvPr id="35" name="Freihandform 3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6" name="Freihandform 3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7" name="Freihandform 3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8" name="Freihandform 3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9" name="Gruppieren 38"/>
          <p:cNvGrpSpPr/>
          <p:nvPr userDrawn="1"/>
        </p:nvGrpSpPr>
        <p:grpSpPr>
          <a:xfrm>
            <a:off x="767408" y="6880621"/>
            <a:ext cx="9889099" cy="144000"/>
            <a:chOff x="575556" y="5160466"/>
            <a:chExt cx="7416824" cy="108000"/>
          </a:xfrm>
        </p:grpSpPr>
        <p:sp>
          <p:nvSpPr>
            <p:cNvPr id="40" name="Freihandform 3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2" name="Freihandform 4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4" name="Gruppieren 43"/>
          <p:cNvGrpSpPr/>
          <p:nvPr userDrawn="1"/>
        </p:nvGrpSpPr>
        <p:grpSpPr bwMode="blackWhite">
          <a:xfrm>
            <a:off x="-221271" y="1930675"/>
            <a:ext cx="192000" cy="4234640"/>
            <a:chOff x="-165953" y="1448006"/>
            <a:chExt cx="144000" cy="3175980"/>
          </a:xfrm>
        </p:grpSpPr>
        <p:sp>
          <p:nvSpPr>
            <p:cNvPr id="45" name="Freihandform 44"/>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6" name="Freihandform 45"/>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7" name="Gruppieren 46"/>
          <p:cNvGrpSpPr/>
          <p:nvPr userDrawn="1"/>
        </p:nvGrpSpPr>
        <p:grpSpPr>
          <a:xfrm>
            <a:off x="12221656" y="1940836"/>
            <a:ext cx="192000" cy="4229040"/>
            <a:chOff x="9166242" y="1455627"/>
            <a:chExt cx="144000" cy="3171780"/>
          </a:xfrm>
        </p:grpSpPr>
        <p:sp>
          <p:nvSpPr>
            <p:cNvPr id="48" name="Freihandform 4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6" name="Grafik 25">
            <a:extLst>
              <a:ext uri="{FF2B5EF4-FFF2-40B4-BE49-F238E27FC236}">
                <a16:creationId xmlns:a16="http://schemas.microsoft.com/office/drawing/2014/main" id="{57091C12-D512-4D31-BF5C-FAB6387B135C}"/>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7" name="Grafik 26">
            <a:extLst>
              <a:ext uri="{FF2B5EF4-FFF2-40B4-BE49-F238E27FC236}">
                <a16:creationId xmlns:a16="http://schemas.microsoft.com/office/drawing/2014/main" id="{69EBB871-412E-4D52-A473-3B2E72739F3F}"/>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42006098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80B13D5C-5FA9-452E-94F5-DA1D0D802E8E}"/>
              </a:ext>
            </a:extLst>
          </p:cNvPr>
          <p:cNvGraphicFramePr>
            <a:graphicFrameLocks noChangeAspect="1"/>
          </p:cNvGraphicFramePr>
          <p:nvPr userDrawn="1">
            <p:custDataLst>
              <p:tags r:id="rId1"/>
            </p:custDataLst>
            <p:extLst>
              <p:ext uri="{D42A27DB-BD31-4B8C-83A1-F6EECF244321}">
                <p14:modId xmlns:p14="http://schemas.microsoft.com/office/powerpoint/2010/main" val="40909923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80B13D5C-5FA9-452E-94F5-DA1D0D802E8E}"/>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B4F6D46A-358A-462E-8ED8-8C586107351C}"/>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5"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8" name="Textplatzhalter 5"/>
          <p:cNvSpPr>
            <a:spLocks noGrp="1"/>
          </p:cNvSpPr>
          <p:nvPr>
            <p:ph type="body" sz="quarter" idx="13"/>
          </p:nvPr>
        </p:nvSpPr>
        <p:spPr bwMode="blackWhite">
          <a:xfrm>
            <a:off x="765268" y="1939195"/>
            <a:ext cx="6144000" cy="805551"/>
          </a:xfrm>
          <a:solidFill>
            <a:schemeClr val="accent3"/>
          </a:solidFill>
        </p:spPr>
        <p:txBody>
          <a:bodyPr lIns="216000" tIns="201600" rIns="180000" bIns="230400">
            <a:spAutoFit/>
          </a:bodyPr>
          <a:lstStyle>
            <a:lvl1pPr marL="0" indent="0">
              <a:buNone/>
              <a:defRPr sz="240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6118976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er">
    <p:bg bwMode="gray">
      <p:bgRef idx="1001">
        <a:schemeClr val="bg1"/>
      </p:bgRef>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Tree>
    <p:extLst>
      <p:ext uri="{BB962C8B-B14F-4D97-AF65-F5344CB8AC3E}">
        <p14:creationId xmlns:p14="http://schemas.microsoft.com/office/powerpoint/2010/main" val="3970923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chlagwo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6502C428-00E1-4787-A39D-08AF6A1D9E97}"/>
              </a:ext>
            </a:extLst>
          </p:cNvPr>
          <p:cNvGraphicFramePr>
            <a:graphicFrameLocks noChangeAspect="1"/>
          </p:cNvGraphicFramePr>
          <p:nvPr userDrawn="1">
            <p:custDataLst>
              <p:tags r:id="rId1"/>
            </p:custDataLst>
            <p:extLst>
              <p:ext uri="{D42A27DB-BD31-4B8C-83A1-F6EECF244321}">
                <p14:modId xmlns:p14="http://schemas.microsoft.com/office/powerpoint/2010/main" val="153803258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6502C428-00E1-4787-A39D-08AF6A1D9E9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vert="horz" wrap="square" lIns="0" tIns="0" rIns="0" bIns="0" rtlCol="0" anchor="t" anchorCtr="0">
            <a:spAutoFit/>
          </a:bodyPr>
          <a:lstStyle>
            <a:lvl1pPr algn="ctr">
              <a:defRPr lang="de-DE" sz="11466" b="0" cap="all" spc="400" baseline="0" dirty="0">
                <a:solidFill>
                  <a:srgbClr val="C81E82"/>
                </a:solidFill>
              </a:defRPr>
            </a:lvl1pPr>
          </a:lstStyle>
          <a:p>
            <a:pPr lvl="0" algn="ctr"/>
            <a:r>
              <a:rPr lang="de-DE" noProof="0" dirty="0"/>
              <a:t>Schlagwort</a:t>
            </a:r>
          </a:p>
        </p:txBody>
      </p:sp>
    </p:spTree>
    <p:extLst>
      <p:ext uri="{BB962C8B-B14F-4D97-AF65-F5344CB8AC3E}">
        <p14:creationId xmlns:p14="http://schemas.microsoft.com/office/powerpoint/2010/main" val="36158023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chlagwort Bildschirm">
    <p:bg>
      <p:bgPr>
        <a:solidFill>
          <a:schemeClr val="accent4"/>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4504158-525D-482E-9607-7E29CE4DF41A}"/>
              </a:ext>
            </a:extLst>
          </p:cNvPr>
          <p:cNvGraphicFramePr>
            <a:graphicFrameLocks noChangeAspect="1"/>
          </p:cNvGraphicFramePr>
          <p:nvPr userDrawn="1">
            <p:custDataLst>
              <p:tags r:id="rId1"/>
            </p:custDataLst>
            <p:extLst>
              <p:ext uri="{D42A27DB-BD31-4B8C-83A1-F6EECF244321}">
                <p14:modId xmlns:p14="http://schemas.microsoft.com/office/powerpoint/2010/main" val="15023212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94504158-525D-482E-9607-7E29CE4DF41A}"/>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a:lstStyle>
            <a:lvl1pPr algn="ctr">
              <a:defRPr sz="11466" b="0" cap="all" spc="400" baseline="0">
                <a:solidFill>
                  <a:schemeClr val="bg1"/>
                </a:solidFill>
              </a:defRPr>
            </a:lvl1pPr>
          </a:lstStyle>
          <a:p>
            <a:r>
              <a:rPr lang="de-DE" noProof="0" dirty="0"/>
              <a:t>Schlagwort</a:t>
            </a:r>
          </a:p>
        </p:txBody>
      </p:sp>
      <p:grpSp>
        <p:nvGrpSpPr>
          <p:cNvPr id="26" name="Gruppieren 25"/>
          <p:cNvGrpSpPr/>
          <p:nvPr userDrawn="1"/>
        </p:nvGrpSpPr>
        <p:grpSpPr>
          <a:xfrm>
            <a:off x="767408" y="-166621"/>
            <a:ext cx="9889099" cy="144000"/>
            <a:chOff x="575556" y="-124966"/>
            <a:chExt cx="7416824" cy="108000"/>
          </a:xfrm>
        </p:grpSpPr>
        <p:sp>
          <p:nvSpPr>
            <p:cNvPr id="27" name="Freihandform 26"/>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9" name="Freihandform 28"/>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4" name="Grafik 23">
            <a:extLst>
              <a:ext uri="{FF2B5EF4-FFF2-40B4-BE49-F238E27FC236}">
                <a16:creationId xmlns:a16="http://schemas.microsoft.com/office/drawing/2014/main" id="{26329762-5928-4C0F-8311-48E56311E3B2}"/>
              </a:ext>
            </a:extLst>
          </p:cNvPr>
          <p:cNvPicPr>
            <a:picLocks noChangeAspect="1"/>
          </p:cNvPicPr>
          <p:nvPr userDrawn="1"/>
        </p:nvPicPr>
        <p:blipFill>
          <a:blip r:embed="rId5"/>
          <a:stretch>
            <a:fillRect/>
          </a:stretch>
        </p:blipFill>
        <p:spPr bwMode="black">
          <a:xfrm>
            <a:off x="10780800" y="364590"/>
            <a:ext cx="1147200" cy="200903"/>
          </a:xfrm>
          <a:prstGeom prst="rect">
            <a:avLst/>
          </a:prstGeom>
        </p:spPr>
      </p:pic>
      <p:pic>
        <p:nvPicPr>
          <p:cNvPr id="22" name="Grafik 21">
            <a:extLst>
              <a:ext uri="{FF2B5EF4-FFF2-40B4-BE49-F238E27FC236}">
                <a16:creationId xmlns:a16="http://schemas.microsoft.com/office/drawing/2014/main" id="{4A589DF0-2D67-4331-81EF-3E46E537CD68}"/>
              </a:ext>
            </a:extLst>
          </p:cNvPr>
          <p:cNvPicPr>
            <a:picLocks noChangeAspect="1"/>
          </p:cNvPicPr>
          <p:nvPr userDrawn="1"/>
        </p:nvPicPr>
        <p:blipFill>
          <a:blip r:embed="rId6"/>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71266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chlussfolie">
    <p:bg bwMode="gray">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chemeClr val="accent3"/>
          </a:solidFill>
        </p:spPr>
        <p:txBody>
          <a:bodyPr lIns="396000" tIns="396000" rIns="396000" bIns="432000">
            <a:noAutofit/>
          </a:bodyPr>
          <a:lstStyle>
            <a:lvl1pPr>
              <a:defRPr sz="3333"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5" name="Grafik 24">
            <a:extLst>
              <a:ext uri="{FF2B5EF4-FFF2-40B4-BE49-F238E27FC236}">
                <a16:creationId xmlns:a16="http://schemas.microsoft.com/office/drawing/2014/main" id="{B3463DD9-AA5C-407F-8B5B-0DD8886DC60D}"/>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3" name="Grafik 22">
            <a:extLst>
              <a:ext uri="{FF2B5EF4-FFF2-40B4-BE49-F238E27FC236}">
                <a16:creationId xmlns:a16="http://schemas.microsoft.com/office/drawing/2014/main" id="{9825F513-2116-47C9-8AF9-EF390D6B126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81739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nsprechpartner Druck">
    <p:bg bwMode="gray">
      <p:bgRef idx="1001">
        <a:schemeClr val="bg1"/>
      </p:bgRef>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758789" y="1909557"/>
            <a:ext cx="4608000" cy="4224000"/>
          </a:xfrm>
          <a:solidFill>
            <a:schemeClr val="accent3"/>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5" name="Grafik 34">
            <a:extLst>
              <a:ext uri="{FF2B5EF4-FFF2-40B4-BE49-F238E27FC236}">
                <a16:creationId xmlns:a16="http://schemas.microsoft.com/office/drawing/2014/main" id="{62C33251-DF7C-431F-BB8E-A79F5D0C1FBA}"/>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052E9553-3D94-49CF-87CF-EEA839906EE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92219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chlussfolie Bildschirm">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rgbClr val="E60055"/>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4" name="Grafik 23">
            <a:extLst>
              <a:ext uri="{FF2B5EF4-FFF2-40B4-BE49-F238E27FC236}">
                <a16:creationId xmlns:a16="http://schemas.microsoft.com/office/drawing/2014/main" id="{658EA6B6-7EA9-4F20-AFF7-383CB1FEA008}"/>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2" name="Grafik 21">
            <a:extLst>
              <a:ext uri="{FF2B5EF4-FFF2-40B4-BE49-F238E27FC236}">
                <a16:creationId xmlns:a16="http://schemas.microsoft.com/office/drawing/2014/main" id="{3045587D-526A-41A5-8E90-AD7500C6AA05}"/>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352676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nsprechpartner Bildschirm">
    <p:bg>
      <p:bgPr>
        <a:solidFill>
          <a:schemeClr val="accent4"/>
        </a:solidFill>
        <a:effectLst/>
      </p:bgPr>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23" name="Titel 1"/>
          <p:cNvSpPr>
            <a:spLocks noGrp="1"/>
          </p:cNvSpPr>
          <p:nvPr>
            <p:ph type="ctrTitle" hasCustomPrompt="1"/>
          </p:nvPr>
        </p:nvSpPr>
        <p:spPr bwMode="blackWhite">
          <a:xfrm>
            <a:off x="758789" y="1909557"/>
            <a:ext cx="4608000" cy="4224000"/>
          </a:xfrm>
          <a:solidFill>
            <a:srgbClr val="E60055"/>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4" name="Grafik 33">
            <a:extLst>
              <a:ext uri="{FF2B5EF4-FFF2-40B4-BE49-F238E27FC236}">
                <a16:creationId xmlns:a16="http://schemas.microsoft.com/office/drawing/2014/main" id="{83935FDC-A30C-41FC-A6F1-36663112CCB7}"/>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CB1C11E4-00F7-4ECD-BDF2-883EF162D30E}"/>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0385745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hlussfolie mit Bi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76867BC6-D6F4-4215-B307-CC99816FEBAF}"/>
              </a:ext>
            </a:extLst>
          </p:cNvPr>
          <p:cNvGraphicFramePr>
            <a:graphicFrameLocks noChangeAspect="1"/>
          </p:cNvGraphicFramePr>
          <p:nvPr userDrawn="1">
            <p:custDataLst>
              <p:tags r:id="rId1"/>
            </p:custDataLst>
            <p:extLst>
              <p:ext uri="{D42A27DB-BD31-4B8C-83A1-F6EECF244321}">
                <p14:modId xmlns:p14="http://schemas.microsoft.com/office/powerpoint/2010/main" val="233009224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4" name="Objekt 3" hidden="1">
                        <a:extLst>
                          <a:ext uri="{FF2B5EF4-FFF2-40B4-BE49-F238E27FC236}">
                            <a16:creationId xmlns:a16="http://schemas.microsoft.com/office/drawing/2014/main" id="{76867BC6-D6F4-4215-B307-CC99816FEBAF}"/>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2D86A7AE-DE1C-4633-A0B1-A62E35D6103D}"/>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200"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5" name="Bildplatzhalter 8"/>
          <p:cNvSpPr>
            <a:spLocks noGrp="1"/>
          </p:cNvSpPr>
          <p:nvPr>
            <p:ph type="pic" sz="quarter" idx="12"/>
          </p:nvPr>
        </p:nvSpPr>
        <p:spPr>
          <a:xfrm>
            <a:off x="0" y="0"/>
            <a:ext cx="12192000" cy="6858000"/>
          </a:xfrm>
          <a:blipFill>
            <a:blip r:embed="rId6"/>
            <a:stretch>
              <a:fillRect/>
            </a:stretch>
          </a:blipFill>
        </p:spPr>
        <p:txBody>
          <a:bodyPr vert="horz" wrap="square" lIns="0" tIns="0" rIns="0" bIns="0" rtlCol="0" anchor="t">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9" name="Titel 1"/>
          <p:cNvSpPr>
            <a:spLocks noGrp="1"/>
          </p:cNvSpPr>
          <p:nvPr>
            <p:ph type="ctrTitle"/>
          </p:nvPr>
        </p:nvSpPr>
        <p:spPr bwMode="blackWhite">
          <a:xfrm>
            <a:off x="758789" y="1909557"/>
            <a:ext cx="4608000" cy="2304000"/>
          </a:xfrm>
          <a:solidFill>
            <a:srgbClr val="64B42D"/>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9865481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nsprechpartner mit Vollbild">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3" name="Titel 1"/>
          <p:cNvSpPr>
            <a:spLocks noGrp="1"/>
          </p:cNvSpPr>
          <p:nvPr>
            <p:ph type="ctrTitle" hasCustomPrompt="1"/>
          </p:nvPr>
        </p:nvSpPr>
        <p:spPr bwMode="blackWhite">
          <a:xfrm>
            <a:off x="758789" y="1909557"/>
            <a:ext cx="4608000" cy="4224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14" name="Textplatzhalter 8"/>
          <p:cNvSpPr>
            <a:spLocks noGrp="1"/>
          </p:cNvSpPr>
          <p:nvPr>
            <p:ph type="body" sz="quarter" idx="13" hasCustomPrompt="1"/>
          </p:nvPr>
        </p:nvSpPr>
        <p:spPr bwMode="blackWhite">
          <a:xfrm>
            <a:off x="758789" y="3055118"/>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5" name="Textplatzhalter 8"/>
          <p:cNvSpPr>
            <a:spLocks noGrp="1"/>
          </p:cNvSpPr>
          <p:nvPr>
            <p:ph type="body" sz="quarter" idx="14" hasCustomPrompt="1"/>
          </p:nvPr>
        </p:nvSpPr>
        <p:spPr bwMode="blackWhite">
          <a:xfrm>
            <a:off x="758789" y="4215971"/>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5" hasCustomPrompt="1"/>
          </p:nvPr>
        </p:nvSpPr>
        <p:spPr bwMode="blackWhite">
          <a:xfrm>
            <a:off x="758789" y="3318788"/>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16" hasCustomPrompt="1"/>
          </p:nvPr>
        </p:nvSpPr>
        <p:spPr bwMode="blackWhite">
          <a:xfrm>
            <a:off x="758789" y="3582459"/>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17" hasCustomPrompt="1"/>
          </p:nvPr>
        </p:nvSpPr>
        <p:spPr bwMode="blackWhite">
          <a:xfrm>
            <a:off x="758789" y="3846130"/>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9" name="Textplatzhalter 8"/>
          <p:cNvSpPr>
            <a:spLocks noGrp="1"/>
          </p:cNvSpPr>
          <p:nvPr>
            <p:ph type="body" sz="quarter" idx="18" hasCustomPrompt="1"/>
          </p:nvPr>
        </p:nvSpPr>
        <p:spPr bwMode="blackWhite">
          <a:xfrm>
            <a:off x="758789" y="447964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0" name="Textplatzhalter 8"/>
          <p:cNvSpPr>
            <a:spLocks noGrp="1"/>
          </p:cNvSpPr>
          <p:nvPr>
            <p:ph type="body" sz="quarter" idx="19" hasCustomPrompt="1"/>
          </p:nvPr>
        </p:nvSpPr>
        <p:spPr bwMode="blackWhite">
          <a:xfrm>
            <a:off x="758789" y="474331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1" name="Textplatzhalter 8"/>
          <p:cNvSpPr>
            <a:spLocks noGrp="1"/>
          </p:cNvSpPr>
          <p:nvPr>
            <p:ph type="body" sz="quarter" idx="20" hasCustomPrompt="1"/>
          </p:nvPr>
        </p:nvSpPr>
        <p:spPr bwMode="blackWhite">
          <a:xfrm>
            <a:off x="758789" y="500698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42589154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nsprechpartner mit Bild">
    <p:spTree>
      <p:nvGrpSpPr>
        <p:cNvPr id="1" name=""/>
        <p:cNvGrpSpPr/>
        <p:nvPr/>
      </p:nvGrpSpPr>
      <p:grpSpPr>
        <a:xfrm>
          <a:off x="0" y="0"/>
          <a:ext cx="0" cy="0"/>
          <a:chOff x="0" y="0"/>
          <a:chExt cx="0" cy="0"/>
        </a:xfrm>
      </p:grpSpPr>
      <p:sp>
        <p:nvSpPr>
          <p:cNvPr id="32" name="Bildplatzhalter 8"/>
          <p:cNvSpPr>
            <a:spLocks noGrp="1"/>
          </p:cNvSpPr>
          <p:nvPr>
            <p:ph type="pic" sz="quarter" idx="12"/>
          </p:nvPr>
        </p:nvSpPr>
        <p:spPr>
          <a:xfrm>
            <a:off x="771979" y="1938784"/>
            <a:ext cx="4608000" cy="3792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4271797" y="3103120"/>
            <a:ext cx="4608000" cy="3072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4271797" y="4248683"/>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4271797" y="451235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4271797" y="477602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4271797" y="5039695"/>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3" name="Grafik 32">
            <a:extLst>
              <a:ext uri="{FF2B5EF4-FFF2-40B4-BE49-F238E27FC236}">
                <a16:creationId xmlns:a16="http://schemas.microsoft.com/office/drawing/2014/main" id="{638DEA76-0328-4BD5-A8A1-B8940514F53F}"/>
              </a:ext>
            </a:extLst>
          </p:cNvPr>
          <p:cNvPicPr>
            <a:picLocks noChangeAspect="1"/>
          </p:cNvPicPr>
          <p:nvPr userDrawn="1"/>
        </p:nvPicPr>
        <p:blipFill>
          <a:blip r:embed="rId3"/>
          <a:stretch>
            <a:fillRect/>
          </a:stretch>
        </p:blipFill>
        <p:spPr bwMode="black">
          <a:xfrm>
            <a:off x="8642004" y="1950508"/>
            <a:ext cx="2540001" cy="444816"/>
          </a:xfrm>
          <a:prstGeom prst="rect">
            <a:avLst/>
          </a:prstGeom>
        </p:spPr>
      </p:pic>
      <p:pic>
        <p:nvPicPr>
          <p:cNvPr id="29" name="Grafik 28">
            <a:extLst>
              <a:ext uri="{FF2B5EF4-FFF2-40B4-BE49-F238E27FC236}">
                <a16:creationId xmlns:a16="http://schemas.microsoft.com/office/drawing/2014/main" id="{A9F9595F-4DC2-409E-9AED-86300E0DDC93}"/>
              </a:ext>
            </a:extLst>
          </p:cNvPr>
          <p:cNvPicPr>
            <a:picLocks noChangeAspect="1"/>
          </p:cNvPicPr>
          <p:nvPr userDrawn="1"/>
        </p:nvPicPr>
        <p:blipFill>
          <a:blip r:embed="rId4"/>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905810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Ansprechpartner mit Bilder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08E073C1-7380-4C89-99B7-B54793C6B776}"/>
              </a:ext>
            </a:extLst>
          </p:cNvPr>
          <p:cNvGraphicFramePr>
            <a:graphicFrameLocks noChangeAspect="1"/>
          </p:cNvGraphicFramePr>
          <p:nvPr userDrawn="1">
            <p:custDataLst>
              <p:tags r:id="rId1"/>
            </p:custDataLst>
            <p:extLst>
              <p:ext uri="{D42A27DB-BD31-4B8C-83A1-F6EECF244321}">
                <p14:modId xmlns:p14="http://schemas.microsoft.com/office/powerpoint/2010/main" val="255614691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5" name="Objekt 4" hidden="1">
                        <a:extLst>
                          <a:ext uri="{FF2B5EF4-FFF2-40B4-BE49-F238E27FC236}">
                            <a16:creationId xmlns:a16="http://schemas.microsoft.com/office/drawing/2014/main" id="{08E073C1-7380-4C89-99B7-B54793C6B776}"/>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EE462C7B-B36B-46D9-A448-94A4E6A6C9F1}"/>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p:txBody>
          <a:bodyPr/>
          <a:lstStyle/>
          <a:p>
            <a:r>
              <a:rPr lang="de-DE" noProof="0"/>
              <a:t>Mastertitelformat bearbeiten</a:t>
            </a:r>
            <a:endParaRPr lang="de-DE" noProof="0" dirty="0"/>
          </a:p>
        </p:txBody>
      </p:sp>
      <p:sp>
        <p:nvSpPr>
          <p:cNvPr id="9" name="Bildplatzhalter 8"/>
          <p:cNvSpPr>
            <a:spLocks noGrp="1" noChangeAspect="1"/>
          </p:cNvSpPr>
          <p:nvPr>
            <p:ph type="pic" sz="quarter" idx="12"/>
          </p:nvPr>
        </p:nvSpPr>
        <p:spPr>
          <a:xfrm>
            <a:off x="775792" y="3619200"/>
            <a:ext cx="2016000" cy="2016000"/>
          </a:xfrm>
          <a:prstGeom prst="ellipse">
            <a:avLst/>
          </a:prstGeom>
          <a:blipFill>
            <a:blip r:embed="rId6"/>
            <a:stretch>
              <a:fillRect/>
            </a:stretch>
          </a:blipFill>
          <a:ln w="76200">
            <a:solidFill>
              <a:srgbClr val="E60055"/>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0" name="Bildplatzhalter 8"/>
          <p:cNvSpPr>
            <a:spLocks noGrp="1" noChangeAspect="1"/>
          </p:cNvSpPr>
          <p:nvPr>
            <p:ph type="pic" sz="quarter" idx="13"/>
          </p:nvPr>
        </p:nvSpPr>
        <p:spPr>
          <a:xfrm>
            <a:off x="4560000" y="1940984"/>
            <a:ext cx="2016000" cy="2016000"/>
          </a:xfrm>
          <a:prstGeom prst="ellipse">
            <a:avLst/>
          </a:prstGeom>
          <a:blipFill>
            <a:blip r:embed="rId6"/>
            <a:stretch>
              <a:fillRect/>
            </a:stretch>
          </a:blipFill>
          <a:ln w="76200">
            <a:solidFill>
              <a:schemeClr val="accent3"/>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1" name="Textplatzhalter 8"/>
          <p:cNvSpPr>
            <a:spLocks noGrp="1"/>
          </p:cNvSpPr>
          <p:nvPr>
            <p:ph type="body" sz="quarter" idx="14" hasCustomPrompt="1"/>
          </p:nvPr>
        </p:nvSpPr>
        <p:spPr bwMode="gray">
          <a:xfrm>
            <a:off x="3073980" y="42048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2" name="Textplatzhalter 8"/>
          <p:cNvSpPr>
            <a:spLocks noGrp="1"/>
          </p:cNvSpPr>
          <p:nvPr>
            <p:ph type="body" sz="quarter" idx="15" hasCustomPrompt="1"/>
          </p:nvPr>
        </p:nvSpPr>
        <p:spPr bwMode="gray">
          <a:xfrm>
            <a:off x="3073980" y="4507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3" name="Textplatzhalter 8"/>
          <p:cNvSpPr>
            <a:spLocks noGrp="1"/>
          </p:cNvSpPr>
          <p:nvPr>
            <p:ph type="body" sz="quarter" idx="16" hasCustomPrompt="1"/>
          </p:nvPr>
        </p:nvSpPr>
        <p:spPr bwMode="gray">
          <a:xfrm>
            <a:off x="3073980" y="47136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4" name="Textplatzhalter 8"/>
          <p:cNvSpPr>
            <a:spLocks noGrp="1"/>
          </p:cNvSpPr>
          <p:nvPr>
            <p:ph type="body" sz="quarter" idx="17" hasCustomPrompt="1"/>
          </p:nvPr>
        </p:nvSpPr>
        <p:spPr bwMode="gray">
          <a:xfrm>
            <a:off x="3073980" y="4915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5" name="Textplatzhalter 8"/>
          <p:cNvSpPr>
            <a:spLocks noGrp="1"/>
          </p:cNvSpPr>
          <p:nvPr>
            <p:ph type="body" sz="quarter" idx="18" hasCustomPrompt="1"/>
          </p:nvPr>
        </p:nvSpPr>
        <p:spPr bwMode="gray">
          <a:xfrm>
            <a:off x="6817981" y="25152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9" hasCustomPrompt="1"/>
          </p:nvPr>
        </p:nvSpPr>
        <p:spPr bwMode="gray">
          <a:xfrm>
            <a:off x="6817981" y="2822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20" hasCustomPrompt="1"/>
          </p:nvPr>
        </p:nvSpPr>
        <p:spPr bwMode="gray">
          <a:xfrm>
            <a:off x="6817981" y="30288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21" hasCustomPrompt="1"/>
          </p:nvPr>
        </p:nvSpPr>
        <p:spPr bwMode="gray">
          <a:xfrm>
            <a:off x="6817981" y="3230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335417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image" Target="../media/image7.emf"/><Relationship Id="rId21" Type="http://schemas.openxmlformats.org/officeDocument/2006/relationships/slideLayout" Target="../slideLayouts/slideLayout57.xml"/><Relationship Id="rId34" Type="http://schemas.openxmlformats.org/officeDocument/2006/relationships/theme" Target="../theme/theme3.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image" Target="../media/image6.emf"/><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image" Target="../media/image5.emf"/><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oleObject" Target="../embeddings/oleObject2.bin"/><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tags" Target="../tags/tag3.xml"/><Relationship Id="rId8" Type="http://schemas.openxmlformats.org/officeDocument/2006/relationships/slideLayout" Target="../slideLayouts/slideLayout44.xml"/><Relationship Id="rId3"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1C46107-C662-443E-AC88-CD7DE6121E56}"/>
              </a:ext>
            </a:extLst>
          </p:cNvPr>
          <p:cNvGraphicFramePr>
            <a:graphicFrameLocks noChangeAspect="1"/>
          </p:cNvGraphicFramePr>
          <p:nvPr userDrawn="1">
            <p:custDataLst>
              <p:tags r:id="rId27"/>
            </p:custDataLst>
            <p:extLst>
              <p:ext uri="{D42A27DB-BD31-4B8C-83A1-F6EECF244321}">
                <p14:modId xmlns:p14="http://schemas.microsoft.com/office/powerpoint/2010/main" val="36639547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29" imgW="624" imgH="623" progId="TCLayout.ActiveDocument.1">
                  <p:embed/>
                </p:oleObj>
              </mc:Choice>
              <mc:Fallback>
                <p:oleObj name="think-cell Folie" r:id="rId29" imgW="624" imgH="623" progId="TCLayout.ActiveDocument.1">
                  <p:embed/>
                  <p:pic>
                    <p:nvPicPr>
                      <p:cNvPr id="8" name="Objekt 7" hidden="1">
                        <a:extLst>
                          <a:ext uri="{FF2B5EF4-FFF2-40B4-BE49-F238E27FC236}">
                            <a16:creationId xmlns:a16="http://schemas.microsoft.com/office/drawing/2014/main" id="{41C46107-C662-443E-AC88-CD7DE6121E56}"/>
                          </a:ext>
                        </a:extLst>
                      </p:cNvPr>
                      <p:cNvPicPr/>
                      <p:nvPr/>
                    </p:nvPicPr>
                    <p:blipFill>
                      <a:blip r:embed="rId30"/>
                      <a:stretch>
                        <a:fillRect/>
                      </a:stretch>
                    </p:blipFill>
                    <p:spPr>
                      <a:xfrm>
                        <a:off x="2118" y="2118"/>
                        <a:ext cx="2117" cy="2117"/>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CE1091E9-EE26-4A4A-B78D-0F61189D084B}"/>
              </a:ext>
            </a:extLst>
          </p:cNvPr>
          <p:cNvSpPr/>
          <p:nvPr userDrawn="1">
            <p:custDataLst>
              <p:tags r:id="rId28"/>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200" b="0" i="0" baseline="0">
              <a:latin typeface="EON Brix Sans Black" panose="020B0A00000000000000" pitchFamily="34" charset="0"/>
              <a:ea typeface="+mj-ea"/>
              <a:cs typeface="+mj-cs"/>
              <a:sym typeface="EON Brix Sans Black" panose="020B0A00000000000000" pitchFamily="34" charset="0"/>
            </a:endParaRPr>
          </a:p>
        </p:txBody>
      </p:sp>
      <p:sp>
        <p:nvSpPr>
          <p:cNvPr id="2" name="Titelplatzhalter 1"/>
          <p:cNvSpPr>
            <a:spLocks noGrp="1"/>
          </p:cNvSpPr>
          <p:nvPr>
            <p:ph type="title"/>
          </p:nvPr>
        </p:nvSpPr>
        <p:spPr>
          <a:xfrm>
            <a:off x="504000" y="504000"/>
            <a:ext cx="7344000" cy="960000"/>
          </a:xfrm>
          <a:prstGeom prst="rect">
            <a:avLst/>
          </a:prstGeom>
        </p:spPr>
        <p:txBody>
          <a:bodyPr vert="horz" lIns="0" tIns="0" rIns="0" bIns="0" rtlCol="0" anchor="t" anchorCtr="0">
            <a:noAutofit/>
          </a:bodyPr>
          <a:lstStyle/>
          <a:p>
            <a:r>
              <a:rPr lang="de-DE"/>
              <a:t>Titelmasterformat durch Klicken bearbeiten</a:t>
            </a:r>
          </a:p>
        </p:txBody>
      </p:sp>
      <p:sp>
        <p:nvSpPr>
          <p:cNvPr id="3" name="Textplatzhalter 2"/>
          <p:cNvSpPr>
            <a:spLocks noGrp="1"/>
          </p:cNvSpPr>
          <p:nvPr>
            <p:ph type="body" idx="1"/>
          </p:nvPr>
        </p:nvSpPr>
        <p:spPr>
          <a:xfrm>
            <a:off x="504000" y="1828800"/>
            <a:ext cx="9264000" cy="4531200"/>
          </a:xfrm>
          <a:prstGeom prst="rect">
            <a:avLst/>
          </a:prstGeom>
        </p:spPr>
        <p:txBody>
          <a:bodyPr vert="horz" lIns="0" tIns="0" rIns="0" bIns="0" rtlCol="0">
            <a:no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10315200" y="6216000"/>
            <a:ext cx="1008000" cy="192000"/>
          </a:xfrm>
          <a:prstGeom prst="rect">
            <a:avLst/>
          </a:prstGeom>
        </p:spPr>
        <p:txBody>
          <a:bodyPr vert="horz" lIns="0" tIns="0" rIns="0" bIns="0" rtlCol="0" anchor="t" anchorCtr="0">
            <a:noAutofit/>
          </a:bodyPr>
          <a:lstStyle>
            <a:lvl1pPr algn="r">
              <a:lnSpc>
                <a:spcPts val="1500"/>
              </a:lnSpc>
              <a:defRPr sz="1200">
                <a:solidFill>
                  <a:srgbClr val="000000"/>
                </a:solidFill>
              </a:defRPr>
            </a:lvl1pPr>
          </a:lstStyle>
          <a:p>
            <a:r>
              <a:rPr lang="de-DE"/>
              <a:t>20.03.2017</a:t>
            </a:r>
          </a:p>
        </p:txBody>
      </p:sp>
      <p:sp>
        <p:nvSpPr>
          <p:cNvPr id="5" name="Fußzeilenplatzhalter 4"/>
          <p:cNvSpPr>
            <a:spLocks noGrp="1"/>
          </p:cNvSpPr>
          <p:nvPr>
            <p:ph type="ftr" sz="quarter" idx="3"/>
          </p:nvPr>
        </p:nvSpPr>
        <p:spPr>
          <a:xfrm>
            <a:off x="9360000" y="691200"/>
            <a:ext cx="2328000" cy="408000"/>
          </a:xfrm>
          <a:prstGeom prst="rect">
            <a:avLst/>
          </a:prstGeom>
        </p:spPr>
        <p:txBody>
          <a:bodyPr vert="horz" lIns="0" tIns="0" rIns="0" bIns="0" rtlCol="0" anchor="t" anchorCtr="0">
            <a:noAutofit/>
          </a:bodyPr>
          <a:lstStyle>
            <a:lvl1pPr algn="r">
              <a:lnSpc>
                <a:spcPts val="1500"/>
              </a:lnSpc>
              <a:defRPr sz="1200">
                <a:solidFill>
                  <a:srgbClr val="000000"/>
                </a:solidFill>
                <a:latin typeface="+mj-lt"/>
              </a:defRPr>
            </a:lvl1pPr>
          </a:lstStyle>
          <a:p>
            <a:endParaRPr lang="de-DE"/>
          </a:p>
        </p:txBody>
      </p:sp>
      <p:sp>
        <p:nvSpPr>
          <p:cNvPr id="6" name="Foliennummernplatzhalter 5"/>
          <p:cNvSpPr>
            <a:spLocks noGrp="1"/>
          </p:cNvSpPr>
          <p:nvPr>
            <p:ph type="sldNum" sz="quarter" idx="4"/>
          </p:nvPr>
        </p:nvSpPr>
        <p:spPr>
          <a:xfrm>
            <a:off x="11323200" y="6216000"/>
            <a:ext cx="364800" cy="192000"/>
          </a:xfrm>
          <a:prstGeom prst="rect">
            <a:avLst/>
          </a:prstGeom>
        </p:spPr>
        <p:txBody>
          <a:bodyPr vert="horz" lIns="0" tIns="0" rIns="0" bIns="0" rtlCol="0" anchor="t" anchorCtr="0">
            <a:noAutofit/>
          </a:bodyPr>
          <a:lstStyle>
            <a:lvl1pPr algn="r">
              <a:lnSpc>
                <a:spcPts val="1500"/>
              </a:lnSpc>
              <a:defRPr sz="1200">
                <a:solidFill>
                  <a:srgbClr val="000000"/>
                </a:solidFill>
                <a:latin typeface="+mn-lt"/>
              </a:defRPr>
            </a:lvl1pPr>
          </a:lstStyle>
          <a:p>
            <a:fld id="{93C795C4-4A26-412B-AA90-98E97FF83D41}" type="slidenum">
              <a:rPr lang="de-DE" smtClean="0"/>
              <a:pPr/>
              <a:t>‹Nr.›</a:t>
            </a:fld>
            <a:endParaRPr lang="de-DE"/>
          </a:p>
        </p:txBody>
      </p:sp>
      <p:grpSp>
        <p:nvGrpSpPr>
          <p:cNvPr id="41" name="Gruppieren 20">
            <a:extLst>
              <a:ext uri="{FF2B5EF4-FFF2-40B4-BE49-F238E27FC236}">
                <a16:creationId xmlns:a16="http://schemas.microsoft.com/office/drawing/2014/main" id="{3F43E66C-02D3-4618-9883-61C2BF58CFB6}"/>
              </a:ext>
            </a:extLst>
          </p:cNvPr>
          <p:cNvGrpSpPr/>
          <p:nvPr userDrawn="1"/>
        </p:nvGrpSpPr>
        <p:grpSpPr>
          <a:xfrm>
            <a:off x="4378283" y="98592"/>
            <a:ext cx="3435435" cy="290029"/>
            <a:chOff x="8128000" y="1369259"/>
            <a:chExt cx="682646" cy="266700"/>
          </a:xfrm>
        </p:grpSpPr>
        <p:sp>
          <p:nvSpPr>
            <p:cNvPr id="42" name="Rechteck 21">
              <a:extLst>
                <a:ext uri="{FF2B5EF4-FFF2-40B4-BE49-F238E27FC236}">
                  <a16:creationId xmlns:a16="http://schemas.microsoft.com/office/drawing/2014/main" id="{5B0A0009-BEA7-491B-8DB3-16A62026207C}"/>
                </a:ext>
              </a:extLst>
            </p:cNvPr>
            <p:cNvSpPr/>
            <p:nvPr/>
          </p:nvSpPr>
          <p:spPr>
            <a:xfrm>
              <a:off x="8128000" y="1369259"/>
              <a:ext cx="682646" cy="2667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000" rtlCol="0" anchor="ctr"/>
            <a:lstStyle/>
            <a:p>
              <a:pPr algn="ctr"/>
              <a:r>
                <a:rPr lang="de-DE" sz="1467" b="1">
                  <a:solidFill>
                    <a:schemeClr val="bg1">
                      <a:lumMod val="65000"/>
                    </a:schemeClr>
                  </a:solidFill>
                  <a:latin typeface="EON Brix Sans" panose="020B0500000000000000" pitchFamily="34" charset="0"/>
                </a:rPr>
                <a:t>Vertraulich – nur zur internen Verwendung</a:t>
              </a:r>
            </a:p>
          </p:txBody>
        </p:sp>
        <p:cxnSp>
          <p:nvCxnSpPr>
            <p:cNvPr id="43" name="Gerader Verbinder 23">
              <a:extLst>
                <a:ext uri="{FF2B5EF4-FFF2-40B4-BE49-F238E27FC236}">
                  <a16:creationId xmlns:a16="http://schemas.microsoft.com/office/drawing/2014/main" id="{EF932C8E-3D2C-43E9-BFD5-E12D1ED37DC7}"/>
                </a:ext>
              </a:extLst>
            </p:cNvPr>
            <p:cNvCxnSpPr>
              <a:cxnSpLocks/>
            </p:cNvCxnSpPr>
            <p:nvPr/>
          </p:nvCxnSpPr>
          <p:spPr>
            <a:xfrm>
              <a:off x="8128000" y="1369259"/>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26">
              <a:extLst>
                <a:ext uri="{FF2B5EF4-FFF2-40B4-BE49-F238E27FC236}">
                  <a16:creationId xmlns:a16="http://schemas.microsoft.com/office/drawing/2014/main" id="{2E4CE39D-CB99-4251-AE13-C47387446406}"/>
                </a:ext>
              </a:extLst>
            </p:cNvPr>
            <p:cNvCxnSpPr>
              <a:cxnSpLocks/>
            </p:cNvCxnSpPr>
            <p:nvPr/>
          </p:nvCxnSpPr>
          <p:spPr>
            <a:xfrm>
              <a:off x="8128000" y="1620918"/>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9967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726" r:id="rId5"/>
    <p:sldLayoutId id="2147483727"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hdr="0" ftr="0"/>
  <p:txStyles>
    <p:titleStyle>
      <a:lvl1pPr algn="l" defTabSz="1219170" rtl="0" eaLnBrk="1" latinLnBrk="0" hangingPunct="1">
        <a:lnSpc>
          <a:spcPts val="3333"/>
        </a:lnSpc>
        <a:spcBef>
          <a:spcPct val="0"/>
        </a:spcBef>
        <a:buNone/>
        <a:defRPr sz="3200" kern="100" baseline="0">
          <a:solidFill>
            <a:srgbClr val="EA1C0A"/>
          </a:solidFill>
          <a:latin typeface="+mj-lt"/>
          <a:ea typeface="+mj-ea"/>
          <a:cs typeface="+mj-cs"/>
        </a:defRPr>
      </a:lvl1pPr>
    </p:titleStyle>
    <p:bodyStyle>
      <a:lvl1pPr marL="0" indent="0" algn="l" defTabSz="1219170" rtl="0" eaLnBrk="1" latinLnBrk="0" hangingPunct="1">
        <a:lnSpc>
          <a:spcPts val="2333"/>
        </a:lnSpc>
        <a:spcBef>
          <a:spcPts val="0"/>
        </a:spcBef>
        <a:spcAft>
          <a:spcPts val="800"/>
        </a:spcAft>
        <a:buFont typeface="Arial" panose="020B0604020202020204" pitchFamily="34" charset="0"/>
        <a:buNone/>
        <a:defRPr sz="1867" kern="100" baseline="0">
          <a:solidFill>
            <a:schemeClr val="tx1"/>
          </a:solidFill>
          <a:latin typeface="+mn-lt"/>
          <a:ea typeface="+mn-ea"/>
          <a:cs typeface="+mn-cs"/>
        </a:defRPr>
      </a:lvl1pPr>
      <a:lvl2pPr marL="239178" indent="-239177" algn="l" defTabSz="1219170" rtl="0" eaLnBrk="1" latinLnBrk="0" hangingPunct="1">
        <a:lnSpc>
          <a:spcPts val="2333"/>
        </a:lnSpc>
        <a:spcBef>
          <a:spcPts val="0"/>
        </a:spcBef>
        <a:spcAft>
          <a:spcPts val="800"/>
        </a:spcAft>
        <a:buClr>
          <a:srgbClr val="EA1C0A"/>
        </a:buClr>
        <a:buFont typeface="EON Brix Sans" panose="020B0500000000000000" pitchFamily="34" charset="0"/>
        <a:buChar char="•"/>
        <a:defRPr sz="1867" kern="100" baseline="0">
          <a:solidFill>
            <a:schemeClr val="tx1"/>
          </a:solidFill>
          <a:latin typeface="+mn-lt"/>
          <a:ea typeface="+mn-ea"/>
          <a:cs typeface="+mn-cs"/>
        </a:defRPr>
      </a:lvl2pPr>
      <a:lvl3pPr marL="478355" indent="-239178"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3pPr>
      <a:lvl4pPr marL="717533" indent="-239177"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4pPr>
      <a:lvl5pPr marL="956709" indent="-239178" algn="l" defTabSz="1219170" rtl="0" eaLnBrk="1" latinLnBrk="0" hangingPunct="1">
        <a:lnSpc>
          <a:spcPts val="2333"/>
        </a:lnSpc>
        <a:spcBef>
          <a:spcPts val="0"/>
        </a:spcBef>
        <a:spcAft>
          <a:spcPts val="800"/>
        </a:spcAft>
        <a:buFont typeface="Symbol" panose="05050102010706020507" pitchFamily="18" charset="2"/>
        <a:buChar char="-"/>
        <a:defRPr sz="1867" kern="100" baseline="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1867" kern="1200">
          <a:solidFill>
            <a:schemeClr val="tx1"/>
          </a:solidFill>
          <a:latin typeface="+mn-lt"/>
          <a:ea typeface="+mn-ea"/>
          <a:cs typeface="+mn-cs"/>
        </a:defRPr>
      </a:lvl1pPr>
      <a:lvl2pPr marL="609585" algn="l" defTabSz="1219170" rtl="0" eaLnBrk="1" latinLnBrk="0" hangingPunct="1">
        <a:defRPr sz="1867" kern="1200">
          <a:solidFill>
            <a:schemeClr val="tx1"/>
          </a:solidFill>
          <a:latin typeface="+mn-lt"/>
          <a:ea typeface="+mn-ea"/>
          <a:cs typeface="+mn-cs"/>
        </a:defRPr>
      </a:lvl2pPr>
      <a:lvl3pPr marL="1219170" algn="l" defTabSz="1219170" rtl="0" eaLnBrk="1" latinLnBrk="0" hangingPunct="1">
        <a:defRPr sz="1867" kern="1200">
          <a:solidFill>
            <a:schemeClr val="tx1"/>
          </a:solidFill>
          <a:latin typeface="+mn-lt"/>
          <a:ea typeface="+mn-ea"/>
          <a:cs typeface="+mn-cs"/>
        </a:defRPr>
      </a:lvl3pPr>
      <a:lvl4pPr marL="1828754" algn="l" defTabSz="1219170" rtl="0" eaLnBrk="1" latinLnBrk="0" hangingPunct="1">
        <a:defRPr sz="1867" kern="1200">
          <a:solidFill>
            <a:schemeClr val="tx1"/>
          </a:solidFill>
          <a:latin typeface="+mn-lt"/>
          <a:ea typeface="+mn-ea"/>
          <a:cs typeface="+mn-cs"/>
        </a:defRPr>
      </a:lvl4pPr>
      <a:lvl5pPr marL="2438339" algn="l" defTabSz="1219170" rtl="0" eaLnBrk="1" latinLnBrk="0" hangingPunct="1">
        <a:defRPr sz="1867" kern="1200">
          <a:solidFill>
            <a:schemeClr val="tx1"/>
          </a:solidFill>
          <a:latin typeface="+mn-lt"/>
          <a:ea typeface="+mn-ea"/>
          <a:cs typeface="+mn-cs"/>
        </a:defRPr>
      </a:lvl5pPr>
      <a:lvl6pPr marL="3047924" algn="l" defTabSz="1219170" rtl="0" eaLnBrk="1" latinLnBrk="0" hangingPunct="1">
        <a:defRPr sz="1867" kern="1200">
          <a:solidFill>
            <a:schemeClr val="tx1"/>
          </a:solidFill>
          <a:latin typeface="+mn-lt"/>
          <a:ea typeface="+mn-ea"/>
          <a:cs typeface="+mn-cs"/>
        </a:defRPr>
      </a:lvl6pPr>
      <a:lvl7pPr marL="3657509" algn="l" defTabSz="1219170" rtl="0" eaLnBrk="1" latinLnBrk="0" hangingPunct="1">
        <a:defRPr sz="1867" kern="1200">
          <a:solidFill>
            <a:schemeClr val="tx1"/>
          </a:solidFill>
          <a:latin typeface="+mn-lt"/>
          <a:ea typeface="+mn-ea"/>
          <a:cs typeface="+mn-cs"/>
        </a:defRPr>
      </a:lvl7pPr>
      <a:lvl8pPr marL="4267093" algn="l" defTabSz="1219170" rtl="0" eaLnBrk="1" latinLnBrk="0" hangingPunct="1">
        <a:defRPr sz="1867" kern="1200">
          <a:solidFill>
            <a:schemeClr val="tx1"/>
          </a:solidFill>
          <a:latin typeface="+mn-lt"/>
          <a:ea typeface="+mn-ea"/>
          <a:cs typeface="+mn-cs"/>
        </a:defRPr>
      </a:lvl8pPr>
      <a:lvl9pPr marL="4876678" algn="l" defTabSz="1219170" rtl="0" eaLnBrk="1" latinLnBrk="0" hangingPunct="1">
        <a:defRPr sz="186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CE6AEC0-F21D-593A-F0AD-46DE3BFC6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3D5991AA-7608-0D42-280C-D4FD94CDA1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CBEA5059-FF50-CE37-0D7D-3BBE6E802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F06B5-FD65-46B9-9D3A-99231A382F68}" type="datetimeFigureOut">
              <a:rPr lang="en-US" smtClean="0"/>
              <a:t>5/30/2026</a:t>
            </a:fld>
            <a:endParaRPr lang="en-US"/>
          </a:p>
        </p:txBody>
      </p:sp>
      <p:sp>
        <p:nvSpPr>
          <p:cNvPr id="5" name="Fußzeilenplatzhalter 4">
            <a:extLst>
              <a:ext uri="{FF2B5EF4-FFF2-40B4-BE49-F238E27FC236}">
                <a16:creationId xmlns:a16="http://schemas.microsoft.com/office/drawing/2014/main" id="{7FACC92C-DFEF-E612-428E-323DBDBFE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2204DB0C-6CDC-DA25-F538-F6C5AEF31A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B82BA-E438-4EB8-BDDD-511404FD82EC}" type="slidenum">
              <a:rPr lang="en-US" smtClean="0"/>
              <a:t>‹Nr.›</a:t>
            </a:fld>
            <a:endParaRPr lang="en-US"/>
          </a:p>
        </p:txBody>
      </p:sp>
    </p:spTree>
    <p:extLst>
      <p:ext uri="{BB962C8B-B14F-4D97-AF65-F5344CB8AC3E}">
        <p14:creationId xmlns:p14="http://schemas.microsoft.com/office/powerpoint/2010/main" val="54773530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1BC040B-4DAC-43A7-A0EE-CF5DF4146B9B}"/>
              </a:ext>
            </a:extLst>
          </p:cNvPr>
          <p:cNvGraphicFramePr>
            <a:graphicFrameLocks noChangeAspect="1"/>
          </p:cNvGraphicFramePr>
          <p:nvPr userDrawn="1">
            <p:custDataLst>
              <p:tags r:id="rId35"/>
            </p:custDataLst>
            <p:extLst>
              <p:ext uri="{D42A27DB-BD31-4B8C-83A1-F6EECF244321}">
                <p14:modId xmlns:p14="http://schemas.microsoft.com/office/powerpoint/2010/main" val="178216775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6" imgW="344" imgH="345" progId="TCLayout.ActiveDocument.1">
                  <p:embed/>
                </p:oleObj>
              </mc:Choice>
              <mc:Fallback>
                <p:oleObj name="think-cell Folie" r:id="rId36" imgW="344" imgH="345" progId="TCLayout.ActiveDocument.1">
                  <p:embed/>
                  <p:pic>
                    <p:nvPicPr>
                      <p:cNvPr id="7" name="Objekt 6" hidden="1">
                        <a:extLst>
                          <a:ext uri="{FF2B5EF4-FFF2-40B4-BE49-F238E27FC236}">
                            <a16:creationId xmlns:a16="http://schemas.microsoft.com/office/drawing/2014/main" id="{A1BC040B-4DAC-43A7-A0EE-CF5DF4146B9B}"/>
                          </a:ext>
                        </a:extLst>
                      </p:cNvPr>
                      <p:cNvPicPr/>
                      <p:nvPr/>
                    </p:nvPicPr>
                    <p:blipFill>
                      <a:blip r:embed="rId37"/>
                      <a:stretch>
                        <a:fillRect/>
                      </a:stretch>
                    </p:blipFill>
                    <p:spPr>
                      <a:xfrm>
                        <a:off x="2118" y="2118"/>
                        <a:ext cx="2117" cy="2117"/>
                      </a:xfrm>
                      <a:prstGeom prst="rect">
                        <a:avLst/>
                      </a:prstGeom>
                    </p:spPr>
                  </p:pic>
                </p:oleObj>
              </mc:Fallback>
            </mc:AlternateContent>
          </a:graphicData>
        </a:graphic>
      </p:graphicFrame>
      <p:sp>
        <p:nvSpPr>
          <p:cNvPr id="2" name="Titelplatzhalter 1"/>
          <p:cNvSpPr>
            <a:spLocks noGrp="1"/>
          </p:cNvSpPr>
          <p:nvPr>
            <p:ph type="title"/>
          </p:nvPr>
        </p:nvSpPr>
        <p:spPr bwMode="gray">
          <a:xfrm>
            <a:off x="767408" y="708639"/>
            <a:ext cx="9120000" cy="480132"/>
          </a:xfrm>
          <a:prstGeom prst="rect">
            <a:avLst/>
          </a:prstGeom>
        </p:spPr>
        <p:txBody>
          <a:bodyPr vert="horz" wrap="square" lIns="0" tIns="0" rIns="0" bIns="0" rtlCol="0" anchor="t" anchorCtr="0">
            <a:spAutoFit/>
          </a:bodyPr>
          <a:lstStyle/>
          <a:p>
            <a:endParaRPr lang="de-DE" noProof="0" dirty="0"/>
          </a:p>
        </p:txBody>
      </p:sp>
      <p:sp>
        <p:nvSpPr>
          <p:cNvPr id="3" name="Textplatzhalter 2"/>
          <p:cNvSpPr>
            <a:spLocks noGrp="1"/>
          </p:cNvSpPr>
          <p:nvPr>
            <p:ph type="body" idx="1"/>
          </p:nvPr>
        </p:nvSpPr>
        <p:spPr bwMode="gray">
          <a:xfrm>
            <a:off x="767409" y="1871349"/>
            <a:ext cx="9890009" cy="4293967"/>
          </a:xfrm>
          <a:prstGeom prst="rect">
            <a:avLst/>
          </a:prstGeom>
        </p:spPr>
        <p:txBody>
          <a:bodyPr vert="horz" wrap="square" lIns="0" tIns="0" rIns="0" bIns="0" rtlCol="0">
            <a:noAutofit/>
          </a:body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
        <p:nvSpPr>
          <p:cNvPr id="5" name="Fußzeilenplatzhalter 4"/>
          <p:cNvSpPr>
            <a:spLocks noGrp="1"/>
          </p:cNvSpPr>
          <p:nvPr>
            <p:ph type="ftr" sz="quarter" idx="3"/>
          </p:nvPr>
        </p:nvSpPr>
        <p:spPr bwMode="gray">
          <a:xfrm>
            <a:off x="767408" y="6324058"/>
            <a:ext cx="8640000" cy="164148"/>
          </a:xfrm>
          <a:prstGeom prst="rect">
            <a:avLst/>
          </a:prstGeom>
        </p:spPr>
        <p:txBody>
          <a:bodyPr vert="horz" lIns="0" tIns="0" rIns="0" bIns="0" rtlCol="0" anchor="ctr">
            <a:spAutoFit/>
          </a:bodyPr>
          <a:lstStyle>
            <a:lvl1pPr algn="l">
              <a:defRPr sz="1067" b="0">
                <a:solidFill>
                  <a:schemeClr val="tx1"/>
                </a:solidFill>
              </a:defRPr>
            </a:lvl1pPr>
          </a:lstStyle>
          <a:p>
            <a:r>
              <a:rPr lang="de-DE" noProof="0" dirty="0"/>
              <a:t>Westnetz GmbH · Name · TT Monat JJJJ</a:t>
            </a:r>
          </a:p>
        </p:txBody>
      </p:sp>
      <p:sp>
        <p:nvSpPr>
          <p:cNvPr id="6" name="Foliennummernplatzhalter 5"/>
          <p:cNvSpPr>
            <a:spLocks noGrp="1"/>
          </p:cNvSpPr>
          <p:nvPr>
            <p:ph type="sldNum" sz="quarter" idx="4"/>
          </p:nvPr>
        </p:nvSpPr>
        <p:spPr bwMode="gray">
          <a:xfrm>
            <a:off x="9776354" y="6324058"/>
            <a:ext cx="785047" cy="164148"/>
          </a:xfrm>
          <a:prstGeom prst="rect">
            <a:avLst/>
          </a:prstGeom>
        </p:spPr>
        <p:txBody>
          <a:bodyPr vert="horz" wrap="square" lIns="0" tIns="0" rIns="0" bIns="0" rtlCol="0" anchor="ctr">
            <a:spAutoFit/>
          </a:bodyPr>
          <a:lstStyle>
            <a:lvl1pPr algn="r">
              <a:defRPr sz="1067">
                <a:solidFill>
                  <a:schemeClr val="tx1"/>
                </a:solidFill>
              </a:defRPr>
            </a:lvl1pPr>
          </a:lstStyle>
          <a:p>
            <a:fld id="{F05F51B1-EF07-4A0A-8ED6-43388CBBB34F}" type="slidenum">
              <a:rPr lang="de-DE" noProof="0" smtClean="0"/>
              <a:pPr/>
              <a:t>‹Nr.›</a:t>
            </a:fld>
            <a:endParaRPr lang="de-DE" noProof="0" dirty="0"/>
          </a:p>
        </p:txBody>
      </p:sp>
      <p:grpSp>
        <p:nvGrpSpPr>
          <p:cNvPr id="21" name="Gruppieren 20"/>
          <p:cNvGrpSpPr/>
          <p:nvPr/>
        </p:nvGrpSpPr>
        <p:grpSpPr>
          <a:xfrm>
            <a:off x="767408" y="-166621"/>
            <a:ext cx="9889099" cy="144000"/>
            <a:chOff x="575556" y="-124966"/>
            <a:chExt cx="7416824" cy="108000"/>
          </a:xfrm>
        </p:grpSpPr>
        <p:sp>
          <p:nvSpPr>
            <p:cNvPr id="4" name="Freihandform 3"/>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0" name="Freihandform 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1" name="Freihandform 1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2" name="Freihandform 1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45" name="Gruppieren 44"/>
          <p:cNvGrpSpPr/>
          <p:nvPr/>
        </p:nvGrpSpPr>
        <p:grpSpPr>
          <a:xfrm>
            <a:off x="767408" y="6880621"/>
            <a:ext cx="9889099" cy="144000"/>
            <a:chOff x="575556" y="5160466"/>
            <a:chExt cx="7416824" cy="108000"/>
          </a:xfrm>
        </p:grpSpPr>
        <p:sp>
          <p:nvSpPr>
            <p:cNvPr id="15" name="Freihandform 14"/>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7" name="Freihandform 16"/>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8" name="Freihandform 17"/>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9" name="Freihandform 18"/>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2" name="Gruppieren 21"/>
          <p:cNvGrpSpPr/>
          <p:nvPr/>
        </p:nvGrpSpPr>
        <p:grpSpPr>
          <a:xfrm>
            <a:off x="-221271" y="1930675"/>
            <a:ext cx="192000" cy="4234640"/>
            <a:chOff x="-165953" y="1448006"/>
            <a:chExt cx="144000" cy="3175980"/>
          </a:xfrm>
        </p:grpSpPr>
        <p:sp>
          <p:nvSpPr>
            <p:cNvPr id="23" name="Freihandform 22"/>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4" name="Freihandform 23"/>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0" name="Gruppieren 19"/>
          <p:cNvGrpSpPr/>
          <p:nvPr/>
        </p:nvGrpSpPr>
        <p:grpSpPr>
          <a:xfrm>
            <a:off x="12221656" y="1940836"/>
            <a:ext cx="192000" cy="4229040"/>
            <a:chOff x="9166242" y="1455627"/>
            <a:chExt cx="144000" cy="3171780"/>
          </a:xfrm>
        </p:grpSpPr>
        <p:sp>
          <p:nvSpPr>
            <p:cNvPr id="26" name="Freihandform 25"/>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7" name="Grafik 26">
            <a:extLst>
              <a:ext uri="{FF2B5EF4-FFF2-40B4-BE49-F238E27FC236}">
                <a16:creationId xmlns:a16="http://schemas.microsoft.com/office/drawing/2014/main" id="{CBD1BD74-6C52-49D2-AB07-A369E43D4A5A}"/>
              </a:ext>
            </a:extLst>
          </p:cNvPr>
          <p:cNvPicPr>
            <a:picLocks noChangeAspect="1"/>
          </p:cNvPicPr>
          <p:nvPr userDrawn="1"/>
        </p:nvPicPr>
        <p:blipFill>
          <a:blip r:embed="rId38"/>
          <a:stretch>
            <a:fillRect/>
          </a:stretch>
        </p:blipFill>
        <p:spPr bwMode="black">
          <a:xfrm>
            <a:off x="10780800" y="364590"/>
            <a:ext cx="1147200" cy="200903"/>
          </a:xfrm>
          <a:prstGeom prst="rect">
            <a:avLst/>
          </a:prstGeom>
        </p:spPr>
      </p:pic>
      <p:pic>
        <p:nvPicPr>
          <p:cNvPr id="29" name="Grafik 28">
            <a:extLst>
              <a:ext uri="{FF2B5EF4-FFF2-40B4-BE49-F238E27FC236}">
                <a16:creationId xmlns:a16="http://schemas.microsoft.com/office/drawing/2014/main" id="{1F8B5DA6-98CE-483A-9E16-DFF6417869FA}"/>
              </a:ext>
            </a:extLst>
          </p:cNvPr>
          <p:cNvPicPr>
            <a:picLocks noChangeAspect="1"/>
          </p:cNvPicPr>
          <p:nvPr userDrawn="1"/>
        </p:nvPicPr>
        <p:blipFill>
          <a:blip r:embed="rId39"/>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476209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Lst>
  <p:hf hdr="0" dt="0"/>
  <p:txStyles>
    <p:titleStyle>
      <a:lvl1pPr algn="l" defTabSz="1219170" rtl="0" eaLnBrk="1" latinLnBrk="0" hangingPunct="1">
        <a:lnSpc>
          <a:spcPct val="90000"/>
        </a:lnSpc>
        <a:spcBef>
          <a:spcPct val="0"/>
        </a:spcBef>
        <a:buNone/>
        <a:defRPr sz="3467" kern="1200">
          <a:solidFill>
            <a:schemeClr val="tx1"/>
          </a:solidFill>
          <a:latin typeface="+mj-lt"/>
          <a:ea typeface="+mj-ea"/>
          <a:cs typeface="+mj-cs"/>
        </a:defRPr>
      </a:lvl1pPr>
    </p:titleStyle>
    <p:bodyStyle>
      <a:lvl1pPr marL="239178" indent="-239178" algn="l" defTabSz="1219170" rtl="0" eaLnBrk="1" latinLnBrk="0" hangingPunct="1">
        <a:spcBef>
          <a:spcPts val="400"/>
        </a:spcBef>
        <a:buFont typeface="Arial" pitchFamily="34" charset="0"/>
        <a:buChar char="•"/>
        <a:defRPr sz="2133" kern="1200" baseline="0">
          <a:solidFill>
            <a:schemeClr val="tx1"/>
          </a:solidFill>
          <a:latin typeface="+mn-lt"/>
          <a:ea typeface="+mn-ea"/>
          <a:cs typeface="+mn-cs"/>
        </a:defRPr>
      </a:lvl1pPr>
      <a:lvl2pPr marL="480472" indent="-241294" algn="l" defTabSz="1219170" rtl="0" eaLnBrk="1" latinLnBrk="0" hangingPunct="1">
        <a:spcBef>
          <a:spcPts val="267"/>
        </a:spcBef>
        <a:buFont typeface="Symbol" panose="05050102010706020507" pitchFamily="18" charset="2"/>
        <a:buChar char="-"/>
        <a:defRPr sz="2133" kern="1200">
          <a:solidFill>
            <a:schemeClr val="tx1"/>
          </a:solidFill>
          <a:latin typeface="+mn-lt"/>
          <a:ea typeface="+mn-ea"/>
          <a:cs typeface="+mn-cs"/>
        </a:defRPr>
      </a:lvl2pPr>
      <a:lvl3pPr marL="717533" indent="-239994" algn="l" defTabSz="1219170" rtl="0" eaLnBrk="1" latinLnBrk="0" hangingPunct="1">
        <a:spcBef>
          <a:spcPts val="267"/>
        </a:spcBef>
        <a:buFont typeface="Arial" pitchFamily="34" charset="0"/>
        <a:buChar char="•"/>
        <a:defRPr sz="2133" kern="1200">
          <a:solidFill>
            <a:schemeClr val="tx1"/>
          </a:solidFill>
          <a:latin typeface="+mn-lt"/>
          <a:ea typeface="+mn-ea"/>
          <a:cs typeface="+mn-cs"/>
        </a:defRPr>
      </a:lvl3pPr>
      <a:lvl4pPr marL="0" indent="0" algn="l" defTabSz="1219170" rtl="0" eaLnBrk="1" latinLnBrk="0" hangingPunct="1">
        <a:spcBef>
          <a:spcPts val="1333"/>
        </a:spcBef>
        <a:buFont typeface="Arial" pitchFamily="34" charset="0"/>
        <a:buNone/>
        <a:defRPr sz="2133" b="1" kern="1200">
          <a:solidFill>
            <a:schemeClr val="tx1"/>
          </a:solidFill>
          <a:latin typeface="+mn-lt"/>
          <a:ea typeface="+mn-ea"/>
          <a:cs typeface="+mn-cs"/>
        </a:defRPr>
      </a:lvl4pPr>
      <a:lvl5pPr marL="0" indent="0" algn="l" defTabSz="1219170" rtl="0" eaLnBrk="1" latinLnBrk="0" hangingPunct="1">
        <a:spcBef>
          <a:spcPts val="800"/>
        </a:spcBef>
        <a:buFont typeface="Arial" pitchFamily="34" charset="0"/>
        <a:buNone/>
        <a:defRPr sz="21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7">
          <p15:clr>
            <a:srgbClr val="F26B43"/>
          </p15:clr>
        </p15:guide>
        <p15:guide id="2" pos="363">
          <p15:clr>
            <a:srgbClr val="F26B43"/>
          </p15:clr>
        </p15:guide>
        <p15:guide id="3" pos="5035">
          <p15:clr>
            <a:srgbClr val="F26B43"/>
          </p15:clr>
        </p15:guide>
        <p15:guide id="4" orient="horz" pos="3952">
          <p15:clr>
            <a:srgbClr val="F26B43"/>
          </p15:clr>
        </p15:guide>
        <p15:guide id="5" pos="2608">
          <p15:clr>
            <a:srgbClr val="F26B43"/>
          </p15:clr>
        </p15:guide>
        <p15:guide id="6" pos="2789">
          <p15:clr>
            <a:srgbClr val="F26B43"/>
          </p15:clr>
        </p15:guide>
        <p15:guide id="7" orient="horz" pos="291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1.emf"/><Relationship Id="rId5" Type="http://schemas.openxmlformats.org/officeDocument/2006/relationships/oleObject" Target="../embeddings/oleObject1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DF21048-A5F0-4308-8D35-BF8C25765C06}"/>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5" imgW="301" imgH="298" progId="TCLayout.ActiveDocument.1">
                  <p:embed/>
                </p:oleObj>
              </mc:Choice>
              <mc:Fallback>
                <p:oleObj name="think-cell Folie" r:id="rId5" imgW="301" imgH="298" progId="TCLayout.ActiveDocument.1">
                  <p:embed/>
                  <p:pic>
                    <p:nvPicPr>
                      <p:cNvPr id="2" name="Object 1" hidden="1">
                        <a:extLst>
                          <a:ext uri="{FF2B5EF4-FFF2-40B4-BE49-F238E27FC236}">
                            <a16:creationId xmlns:a16="http://schemas.microsoft.com/office/drawing/2014/main" id="{DDF21048-A5F0-4308-8D35-BF8C25765C06}"/>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26D79B6-A3CA-4AA6-AC46-E30232C7399D}"/>
              </a:ext>
            </a:extLst>
          </p:cNvPr>
          <p:cNvSpPr/>
          <p:nvPr>
            <p:custDataLst>
              <p:tags r:id="rId2"/>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de-DE" sz="3200">
              <a:latin typeface="EON Brix Sans Black" panose="020B0A00000000000000" pitchFamily="34" charset="0"/>
              <a:ea typeface="+mj-ea"/>
              <a:cs typeface="+mj-cs"/>
              <a:sym typeface="EON Brix Sans Black" panose="020B0A00000000000000" pitchFamily="34" charset="0"/>
            </a:endParaRPr>
          </a:p>
        </p:txBody>
      </p:sp>
      <p:sp>
        <p:nvSpPr>
          <p:cNvPr id="3" name="Title 2">
            <a:extLst>
              <a:ext uri="{FF2B5EF4-FFF2-40B4-BE49-F238E27FC236}">
                <a16:creationId xmlns:a16="http://schemas.microsoft.com/office/drawing/2014/main" id="{CD9BC804-9917-434C-A6F4-3ED40BF9CF17}"/>
              </a:ext>
            </a:extLst>
          </p:cNvPr>
          <p:cNvSpPr>
            <a:spLocks noGrp="1"/>
          </p:cNvSpPr>
          <p:nvPr>
            <p:ph type="ctrTitle"/>
          </p:nvPr>
        </p:nvSpPr>
        <p:spPr>
          <a:xfrm>
            <a:off x="2088000" y="2842814"/>
            <a:ext cx="8016000" cy="1632000"/>
          </a:xfrm>
        </p:spPr>
        <p:txBody>
          <a:bodyPr vert="horz" anchor="t"/>
          <a:lstStyle/>
          <a:p>
            <a:pPr fontAlgn="base">
              <a:spcBef>
                <a:spcPts val="0"/>
              </a:spcBef>
            </a:pPr>
            <a:br>
              <a:rPr lang="de-DE" dirty="0">
                <a:latin typeface="Calibri" panose="020F0502020204030204" pitchFamily="34" charset="0"/>
                <a:cs typeface="Calibri" panose="020F0502020204030204" pitchFamily="34" charset="0"/>
                <a:sym typeface="EON Brix Sans Black" panose="020B0A00000000000000" pitchFamily="34" charset="0"/>
              </a:rPr>
            </a:br>
            <a:br>
              <a:rPr lang="de-DE" dirty="0">
                <a:latin typeface="Calibri" panose="020F0502020204030204" pitchFamily="34" charset="0"/>
                <a:cs typeface="Calibri" panose="020F0502020204030204" pitchFamily="34" charset="0"/>
                <a:sym typeface="EON Brix Sans Black" panose="020B0A00000000000000" pitchFamily="34" charset="0"/>
              </a:rPr>
            </a:br>
            <a:endParaRPr lang="de-DE" sz="1867" b="1" dirty="0">
              <a:latin typeface="Calibri" panose="020F0502020204030204" pitchFamily="34" charset="0"/>
              <a:cs typeface="Calibri" panose="020F0502020204030204" pitchFamily="34" charset="0"/>
              <a:sym typeface="EON Brix Sans Black" panose="020B0A00000000000000" pitchFamily="34" charset="0"/>
            </a:endParaRPr>
          </a:p>
        </p:txBody>
      </p:sp>
      <p:sp>
        <p:nvSpPr>
          <p:cNvPr id="10" name="Untertitel 9">
            <a:extLst>
              <a:ext uri="{FF2B5EF4-FFF2-40B4-BE49-F238E27FC236}">
                <a16:creationId xmlns:a16="http://schemas.microsoft.com/office/drawing/2014/main" id="{F81EF46D-6029-F1F6-B1A6-7DA6891D0801}"/>
              </a:ext>
            </a:extLst>
          </p:cNvPr>
          <p:cNvSpPr>
            <a:spLocks noGrp="1"/>
          </p:cNvSpPr>
          <p:nvPr>
            <p:ph type="subTitle" idx="1"/>
          </p:nvPr>
        </p:nvSpPr>
        <p:spPr>
          <a:xfrm>
            <a:off x="2088000" y="3345134"/>
            <a:ext cx="8016000" cy="1420219"/>
          </a:xfrm>
        </p:spPr>
        <p:txBody>
          <a:bodyPr/>
          <a:lstStyle/>
          <a:p>
            <a:r>
              <a:rPr lang="de-DE" b="1" dirty="0"/>
              <a:t>API Security </a:t>
            </a:r>
          </a:p>
          <a:p>
            <a:r>
              <a:rPr lang="de-DE" dirty="0"/>
              <a:t>Sicherheitsmechanismen in der modernen Marktkommunikation</a:t>
            </a:r>
          </a:p>
        </p:txBody>
      </p:sp>
      <p:sp>
        <p:nvSpPr>
          <p:cNvPr id="20" name="Rectangle 31">
            <a:extLst>
              <a:ext uri="{FF2B5EF4-FFF2-40B4-BE49-F238E27FC236}">
                <a16:creationId xmlns:a16="http://schemas.microsoft.com/office/drawing/2014/main" id="{8D19EC39-7111-F3AF-D954-4AF4D10E1088}"/>
              </a:ext>
            </a:extLst>
          </p:cNvPr>
          <p:cNvSpPr/>
          <p:nvPr/>
        </p:nvSpPr>
        <p:spPr>
          <a:xfrm>
            <a:off x="490959" y="2372883"/>
            <a:ext cx="11702264" cy="2784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8000" rIns="0" bIns="48000" rtlCol="0" anchor="t">
            <a:noAutofit/>
          </a:bodyPr>
          <a:lstStyle/>
          <a:p>
            <a:pPr>
              <a:defRPr/>
            </a:pPr>
            <a:endParaRPr lang="de-DE" sz="1867" dirty="0">
              <a:solidFill>
                <a:schemeClr val="tx1"/>
              </a:solidFill>
            </a:endParaRPr>
          </a:p>
          <a:p>
            <a:pPr>
              <a:defRPr/>
            </a:pPr>
            <a:endParaRPr lang="de-DE" sz="1867" i="1" dirty="0">
              <a:solidFill>
                <a:schemeClr val="tx1"/>
              </a:solidFill>
              <a:ea typeface="+mn-lt"/>
              <a:cs typeface="+mn-lt"/>
            </a:endParaRPr>
          </a:p>
          <a:p>
            <a:pPr>
              <a:defRPr/>
            </a:pPr>
            <a:endParaRPr lang="de-DE" sz="1867" dirty="0">
              <a:solidFill>
                <a:schemeClr val="tx1"/>
              </a:solidFill>
              <a:ea typeface="+mn-lt"/>
              <a:cs typeface="+mn-lt"/>
            </a:endParaRPr>
          </a:p>
          <a:p>
            <a:pPr>
              <a:defRPr/>
            </a:pPr>
            <a:endParaRPr lang="de-DE" sz="1867" dirty="0">
              <a:solidFill>
                <a:schemeClr val="tx1"/>
              </a:solidFill>
              <a:ea typeface="+mn-lt"/>
              <a:cs typeface="+mn-lt"/>
            </a:endParaRPr>
          </a:p>
        </p:txBody>
      </p:sp>
      <p:sp>
        <p:nvSpPr>
          <p:cNvPr id="15" name="Slide Number Placeholder 3">
            <a:extLst>
              <a:ext uri="{FF2B5EF4-FFF2-40B4-BE49-F238E27FC236}">
                <a16:creationId xmlns:a16="http://schemas.microsoft.com/office/drawing/2014/main" id="{6F2629F7-DD80-7846-7B44-B6A99F86AF0B}"/>
              </a:ext>
            </a:extLst>
          </p:cNvPr>
          <p:cNvSpPr txBox="1">
            <a:spLocks/>
          </p:cNvSpPr>
          <p:nvPr/>
        </p:nvSpPr>
        <p:spPr>
          <a:xfrm>
            <a:off x="11333801" y="6216000"/>
            <a:ext cx="364800" cy="192000"/>
          </a:xfrm>
          <a:prstGeom prst="rect">
            <a:avLst/>
          </a:prstGeom>
        </p:spPr>
        <p:txBody>
          <a:bodyPr vert="horz" lIns="0" tIns="0" rIns="0" bIns="0" rtlCol="0" anchor="t" anchorCtr="0">
            <a:noAutofit/>
          </a:bodyPr>
          <a:lstStyle>
            <a:defPPr>
              <a:defRPr lang="de-DE"/>
            </a:defPPr>
            <a:lvl1pPr marL="0" algn="r" defTabSz="914400" rtl="0" eaLnBrk="1" latinLnBrk="0" hangingPunct="1">
              <a:lnSpc>
                <a:spcPts val="1125"/>
              </a:lnSpc>
              <a:defRPr kumimoji="0" lang="de-DE" sz="900" b="0" i="0" u="none" kern="1200" baseline="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C795C4-4A26-412B-AA90-98E97FF83D41}" type="slidenum">
              <a:rPr lang="de-DE" sz="1200"/>
              <a:pPr/>
              <a:t>1</a:t>
            </a:fld>
            <a:endParaRPr lang="de-DE" sz="1200"/>
          </a:p>
        </p:txBody>
      </p:sp>
    </p:spTree>
    <p:extLst>
      <p:ext uri="{BB962C8B-B14F-4D97-AF65-F5344CB8AC3E}">
        <p14:creationId xmlns:p14="http://schemas.microsoft.com/office/powerpoint/2010/main" val="176122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BC25-9288-95C5-60A9-E50CF3A2FE60}"/>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61B4DF8D-2B77-3F28-E7D3-5D214B40FAF7}"/>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BBA13BCC-1F6B-EE59-135E-377A63184760}"/>
              </a:ext>
            </a:extLst>
          </p:cNvPr>
          <p:cNvSpPr txBox="1"/>
          <p:nvPr/>
        </p:nvSpPr>
        <p:spPr>
          <a:xfrm>
            <a:off x="1023656" y="873793"/>
            <a:ext cx="8482322" cy="461665"/>
          </a:xfrm>
          <a:prstGeom prst="rect">
            <a:avLst/>
          </a:prstGeom>
          <a:noFill/>
        </p:spPr>
        <p:txBody>
          <a:bodyPr wrap="none" rtlCol="0">
            <a:spAutoFit/>
          </a:bodyPr>
          <a:lstStyle/>
          <a:p>
            <a:r>
              <a:rPr lang="de-DE" sz="2400" b="1" dirty="0"/>
              <a:t>API Signaturen und Verschlüsselung in der Marktkommunikation </a:t>
            </a:r>
          </a:p>
        </p:txBody>
      </p:sp>
      <p:sp>
        <p:nvSpPr>
          <p:cNvPr id="3" name="Textfeld 2">
            <a:extLst>
              <a:ext uri="{FF2B5EF4-FFF2-40B4-BE49-F238E27FC236}">
                <a16:creationId xmlns:a16="http://schemas.microsoft.com/office/drawing/2014/main" id="{55967512-7D43-7C7B-C460-F6D1B818CD9D}"/>
              </a:ext>
            </a:extLst>
          </p:cNvPr>
          <p:cNvSpPr txBox="1"/>
          <p:nvPr/>
        </p:nvSpPr>
        <p:spPr>
          <a:xfrm>
            <a:off x="900000" y="1800000"/>
            <a:ext cx="8000000" cy="4500000"/>
          </a:xfrm>
          <a:prstGeom prst="rect">
            <a:avLst/>
          </a:prstGeom>
          <a:noFill/>
        </p:spPr>
        <p:txBody>
          <a:bodyPr wrap="square" rtlCol="0">
            <a:spAutoFit/>
          </a:bodyPr>
          <a:lstStyle/>
          <a:p>
            <a:endParaRPr lang="de-DE" dirty="0"/>
          </a:p>
          <a:p>
            <a:endParaRPr lang="de-DE" dirty="0"/>
          </a:p>
          <a:p>
            <a:pPr marL="285750" indent="-285750">
              <a:buFont typeface="Arial" panose="020B0604020202020204" pitchFamily="34" charset="0"/>
              <a:buChar char="•"/>
            </a:pPr>
            <a:r>
              <a:rPr lang="de-DE" dirty="0"/>
              <a:t>Ausschließliche Verwendung von IETF-RFC-Standards (State-of-the-Art)</a:t>
            </a:r>
          </a:p>
          <a:p>
            <a:pPr marL="285750" indent="-285750">
              <a:buFont typeface="Arial" panose="020B0604020202020204" pitchFamily="34" charset="0"/>
              <a:buChar char="•"/>
            </a:pPr>
            <a:r>
              <a:rPr lang="de-DE" dirty="0"/>
              <a:t>Trennung von Payload-Sicherung und Transportabsicherung (Defense-in-Depth)</a:t>
            </a:r>
          </a:p>
          <a:p>
            <a:pPr marL="285750" indent="-285750">
              <a:buFont typeface="Arial" panose="020B0604020202020204" pitchFamily="34" charset="0"/>
              <a:buChar char="•"/>
            </a:pPr>
            <a:r>
              <a:rPr lang="de-DE" dirty="0"/>
              <a:t>KRITIS-konform gem. BSI-Gesetz §8a sowie KRITIS-DachG (2024)</a:t>
            </a:r>
          </a:p>
          <a:p>
            <a:pPr marL="285750" indent="-285750">
              <a:buFont typeface="Arial" panose="020B0604020202020204" pitchFamily="34" charset="0"/>
              <a:buChar char="•"/>
            </a:pPr>
            <a:r>
              <a:rPr lang="de-DE" dirty="0"/>
              <a:t>Moderne, nachhaltige Architektur – modularer Aufbau, Algorithmen austauschbar (Crypto-Agility, RFC 7517)</a:t>
            </a:r>
          </a:p>
          <a:p>
            <a:pPr marL="285750" indent="-285750">
              <a:buFont typeface="Arial" panose="020B0604020202020204" pitchFamily="34" charset="0"/>
              <a:buChar char="•"/>
            </a:pPr>
            <a:r>
              <a:rPr lang="de-DE" dirty="0"/>
              <a:t>Breite Bibliotheksunterstützung (Java, Python, .NET, Go, Rust)</a:t>
            </a:r>
          </a:p>
          <a:p>
            <a:pPr marL="285750" indent="-285750">
              <a:buFont typeface="Arial" panose="020B0604020202020204" pitchFamily="34" charset="0"/>
              <a:buChar char="•"/>
            </a:pPr>
            <a:r>
              <a:rPr lang="de-DE" dirty="0"/>
              <a:t>REST-kompatibel und HTTP/2-nativ (RFC 9113)</a:t>
            </a:r>
          </a:p>
          <a:p>
            <a:pPr marL="285750" indent="-285750">
              <a:buFont typeface="Arial" panose="020B0604020202020204" pitchFamily="34" charset="0"/>
              <a:buChar char="•"/>
            </a:pPr>
            <a:r>
              <a:rPr lang="de-DE" dirty="0"/>
              <a:t>NIS2-konform (EU 2022/2555, Art. 21 Abs. 2: Kryptografie und Verschlüsselung)</a:t>
            </a:r>
          </a:p>
          <a:p>
            <a:pPr marL="285750" indent="-285750">
              <a:buFont typeface="Arial" panose="020B0604020202020204" pitchFamily="34" charset="0"/>
              <a:buChar char="•"/>
            </a:pPr>
            <a:r>
              <a:rPr lang="de-DE" dirty="0"/>
              <a:t>ENISA-Empfehlungen und eIDAS 2.0 (EU 910/2014 rev.) kompatibel</a:t>
            </a:r>
          </a:p>
        </p:txBody>
      </p:sp>
    </p:spTree>
    <p:extLst>
      <p:ext uri="{BB962C8B-B14F-4D97-AF65-F5344CB8AC3E}">
        <p14:creationId xmlns:p14="http://schemas.microsoft.com/office/powerpoint/2010/main" val="4156746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5DCEB-AF04-B50F-6890-159A491EFE0C}"/>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CE4E0894-BC61-2CDD-E9AC-19A950ADEA22}"/>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641CF225-DEBB-244F-A406-5C09C946DCFD}"/>
              </a:ext>
            </a:extLst>
          </p:cNvPr>
          <p:cNvSpPr txBox="1"/>
          <p:nvPr/>
        </p:nvSpPr>
        <p:spPr>
          <a:xfrm>
            <a:off x="2097914" y="905764"/>
            <a:ext cx="7528921" cy="707886"/>
          </a:xfrm>
          <a:prstGeom prst="rect">
            <a:avLst/>
          </a:prstGeom>
          <a:noFill/>
        </p:spPr>
        <p:txBody>
          <a:bodyPr wrap="none" rtlCol="0">
            <a:spAutoFit/>
          </a:bodyPr>
          <a:lstStyle/>
          <a:p>
            <a:r>
              <a:rPr lang="de-DE" sz="2000" b="1" dirty="0"/>
              <a:t>Umfängliche Betrachtung aller notwendiger Sicherungsmechanismen</a:t>
            </a:r>
          </a:p>
          <a:p>
            <a:r>
              <a:rPr lang="de-DE" sz="2000" b="1" dirty="0"/>
              <a:t>als integriertes Gesamtkonzept</a:t>
            </a:r>
          </a:p>
        </p:txBody>
      </p:sp>
      <p:sp>
        <p:nvSpPr>
          <p:cNvPr id="6" name="Textfeld 5">
            <a:extLst>
              <a:ext uri="{FF2B5EF4-FFF2-40B4-BE49-F238E27FC236}">
                <a16:creationId xmlns:a16="http://schemas.microsoft.com/office/drawing/2014/main" id="{971C66CD-C2E8-D85B-DE10-5C066688B37C}"/>
              </a:ext>
            </a:extLst>
          </p:cNvPr>
          <p:cNvSpPr txBox="1"/>
          <p:nvPr/>
        </p:nvSpPr>
        <p:spPr>
          <a:xfrm>
            <a:off x="2097914" y="1900000"/>
            <a:ext cx="7116424" cy="4600000"/>
          </a:xfrm>
          <a:prstGeom prst="rect">
            <a:avLst/>
          </a:prstGeom>
          <a:noFill/>
        </p:spPr>
        <p:txBody>
          <a:bodyPr wrap="square" rtlCol="0">
            <a:spAutoFit/>
          </a:bodyPr>
          <a:lstStyle/>
          <a:p>
            <a:r>
              <a:rPr lang="de-DE" dirty="0"/>
              <a:t>Zur gesicherten Übertragung von </a:t>
            </a:r>
            <a:r>
              <a:rPr lang="de-DE" dirty="0" err="1"/>
              <a:t>API‘s</a:t>
            </a:r>
            <a:r>
              <a:rPr lang="de-DE" dirty="0"/>
              <a:t> müssen mehrere Handlungsfelder betrachtet werden. Diese müssen als Gesamtheit und kompatibel zueinander umgesetzt werden. Eine Herauslösung einzelner Komponenten führt zu einer Vulnerabilität der gesamten Sicherheitskette. Folgende Sicherungsmaßnahmen sind in Sequenz durchzuführen:</a:t>
            </a:r>
          </a:p>
          <a:p>
            <a:endParaRPr lang="de-DE" dirty="0"/>
          </a:p>
          <a:p>
            <a:pPr marL="342900" indent="-342900">
              <a:buFont typeface="+mj-lt"/>
              <a:buAutoNum type="arabicPeriod"/>
            </a:pPr>
            <a:r>
              <a:rPr lang="de-DE" b="1" dirty="0"/>
              <a:t>Payload-Signatur </a:t>
            </a:r>
            <a:r>
              <a:rPr lang="de-DE" dirty="0"/>
              <a:t>(JWS – RFC 7515 | Algorithmen: RFC 7518 JWA | Schlüssel: RFC 7517 JWK)</a:t>
            </a:r>
          </a:p>
          <a:p>
            <a:pPr marL="342900" indent="-342900">
              <a:buFont typeface="+mj-lt"/>
              <a:buAutoNum type="arabicPeriod"/>
            </a:pPr>
            <a:r>
              <a:rPr lang="de-DE" b="1" dirty="0"/>
              <a:t>Payload-Verschlüsselung</a:t>
            </a:r>
            <a:r>
              <a:rPr lang="de-DE" dirty="0"/>
              <a:t> (JWE – RFC 7516 | Algorithmen: RFC 7518 | Verschachtelt: RFC 7519 JWT cty=JWT)</a:t>
            </a:r>
          </a:p>
          <a:p>
            <a:pPr marL="342900" indent="-342900">
              <a:buFont typeface="+mj-lt"/>
              <a:buAutoNum type="arabicPeriod"/>
            </a:pPr>
            <a:r>
              <a:rPr lang="de-DE" b="1" dirty="0"/>
              <a:t>Content-Digest</a:t>
            </a:r>
            <a:r>
              <a:rPr lang="de-DE" dirty="0"/>
              <a:t> (RFC 9530 – Body-Hash SHA-512, bindet HTTP-Body an Signatur)</a:t>
            </a:r>
          </a:p>
          <a:p>
            <a:pPr marL="342900" indent="-342900">
              <a:buFont typeface="+mj-lt"/>
              <a:buAutoNum type="arabicPeriod"/>
            </a:pPr>
            <a:r>
              <a:rPr lang="de-DE" b="1" dirty="0"/>
              <a:t>HTTP-Signatur</a:t>
            </a:r>
            <a:r>
              <a:rPr lang="de-DE" dirty="0"/>
              <a:t> (RFC 9421 HTTP Message Signatures | Structured Fields: RFC 8941 | Base64url: RFC 4648)</a:t>
            </a:r>
          </a:p>
          <a:p>
            <a:pPr marL="342900" indent="-342900">
              <a:buFont typeface="+mj-lt"/>
              <a:buAutoNum type="arabicPeriod"/>
            </a:pPr>
            <a:r>
              <a:rPr lang="de-DE" b="1" dirty="0"/>
              <a:t>HTTP/2-Transport</a:t>
            </a:r>
            <a:r>
              <a:rPr lang="de-DE" dirty="0"/>
              <a:t> (RFC 9113 – Framing, Pseudo-Header, Streams | HPACK: RFC 7541 | TLS 1.3: RFC 8446)</a:t>
            </a:r>
          </a:p>
        </p:txBody>
      </p:sp>
    </p:spTree>
    <p:extLst>
      <p:ext uri="{BB962C8B-B14F-4D97-AF65-F5344CB8AC3E}">
        <p14:creationId xmlns:p14="http://schemas.microsoft.com/office/powerpoint/2010/main" val="2559906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89FA6-00A6-2FAF-E274-D2E289F65CDC}"/>
            </a:ext>
          </a:extLst>
        </p:cNvPr>
        <p:cNvGrpSpPr/>
        <p:nvPr/>
      </p:nvGrpSpPr>
      <p:grpSpPr>
        <a:xfrm>
          <a:off x="0" y="0"/>
          <a:ext cx="0" cy="0"/>
          <a:chOff x="0" y="0"/>
          <a:chExt cx="0" cy="0"/>
        </a:xfrm>
      </p:grpSpPr>
      <p:sp>
        <p:nvSpPr>
          <p:cNvPr id="25" name="Rechteck 24">
            <a:extLst>
              <a:ext uri="{FF2B5EF4-FFF2-40B4-BE49-F238E27FC236}">
                <a16:creationId xmlns:a16="http://schemas.microsoft.com/office/drawing/2014/main" id="{844D7F94-DAC7-FB64-7693-12D687C35909}"/>
              </a:ext>
            </a:extLst>
          </p:cNvPr>
          <p:cNvSpPr/>
          <p:nvPr/>
        </p:nvSpPr>
        <p:spPr>
          <a:xfrm>
            <a:off x="3919991" y="2579422"/>
            <a:ext cx="3040308" cy="2495358"/>
          </a:xfrm>
          <a:prstGeom prst="rect">
            <a:avLst/>
          </a:prstGeom>
          <a:solidFill>
            <a:schemeClr val="bg1">
              <a:lumMod val="50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HTTP/2 Transport</a:t>
            </a:r>
          </a:p>
        </p:txBody>
      </p:sp>
      <p:sp>
        <p:nvSpPr>
          <p:cNvPr id="24" name="Rechteck 23">
            <a:extLst>
              <a:ext uri="{FF2B5EF4-FFF2-40B4-BE49-F238E27FC236}">
                <a16:creationId xmlns:a16="http://schemas.microsoft.com/office/drawing/2014/main" id="{AE78A14C-F981-58CD-3E7F-D66C1251CD6B}"/>
              </a:ext>
            </a:extLst>
          </p:cNvPr>
          <p:cNvSpPr/>
          <p:nvPr/>
        </p:nvSpPr>
        <p:spPr>
          <a:xfrm>
            <a:off x="4217449" y="2933673"/>
            <a:ext cx="2434559" cy="1937858"/>
          </a:xfrm>
          <a:prstGeom prst="rect">
            <a:avLst/>
          </a:prstGeom>
          <a:solidFill>
            <a:schemeClr val="bg1">
              <a:lumMod val="6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HTTP-Signatur</a:t>
            </a:r>
          </a:p>
        </p:txBody>
      </p:sp>
      <p:sp>
        <p:nvSpPr>
          <p:cNvPr id="21" name="Rechteck 20">
            <a:extLst>
              <a:ext uri="{FF2B5EF4-FFF2-40B4-BE49-F238E27FC236}">
                <a16:creationId xmlns:a16="http://schemas.microsoft.com/office/drawing/2014/main" id="{22D4E7C8-8CDC-BE8A-A82E-F6E19A02EC5F}"/>
              </a:ext>
            </a:extLst>
          </p:cNvPr>
          <p:cNvSpPr/>
          <p:nvPr/>
        </p:nvSpPr>
        <p:spPr>
          <a:xfrm>
            <a:off x="4545732" y="3260843"/>
            <a:ext cx="1813006" cy="1417741"/>
          </a:xfrm>
          <a:prstGeom prst="rect">
            <a:avLst/>
          </a:prstGeom>
          <a:solidFill>
            <a:schemeClr val="bg1">
              <a:lumMod val="7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Content-Digest</a:t>
            </a:r>
          </a:p>
        </p:txBody>
      </p:sp>
      <p:sp>
        <p:nvSpPr>
          <p:cNvPr id="4" name="Datumsplatzhalter 3" hidden="1">
            <a:extLst>
              <a:ext uri="{FF2B5EF4-FFF2-40B4-BE49-F238E27FC236}">
                <a16:creationId xmlns:a16="http://schemas.microsoft.com/office/drawing/2014/main" id="{D29FBD54-7EB2-3A51-F38B-B06CFE862729}"/>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DCF8686C-B946-3DD5-9B94-9BD5D813E1F4}"/>
              </a:ext>
            </a:extLst>
          </p:cNvPr>
          <p:cNvSpPr txBox="1"/>
          <p:nvPr/>
        </p:nvSpPr>
        <p:spPr>
          <a:xfrm>
            <a:off x="2097914" y="905764"/>
            <a:ext cx="5759975" cy="707886"/>
          </a:xfrm>
          <a:prstGeom prst="rect">
            <a:avLst/>
          </a:prstGeom>
          <a:noFill/>
        </p:spPr>
        <p:txBody>
          <a:bodyPr wrap="none" rtlCol="0">
            <a:spAutoFit/>
          </a:bodyPr>
          <a:lstStyle/>
          <a:p>
            <a:r>
              <a:rPr lang="de-DE" sz="2000" b="1" dirty="0"/>
              <a:t>Es entsteht ein mehrfach gesichertes Modell in einer</a:t>
            </a:r>
          </a:p>
          <a:p>
            <a:r>
              <a:rPr lang="de-DE" sz="2000" b="1" dirty="0"/>
              <a:t>Zwiebelschicht-Sicherheits-Architektur</a:t>
            </a:r>
          </a:p>
        </p:txBody>
      </p:sp>
      <p:sp>
        <p:nvSpPr>
          <p:cNvPr id="5" name="Rechteck 4">
            <a:extLst>
              <a:ext uri="{FF2B5EF4-FFF2-40B4-BE49-F238E27FC236}">
                <a16:creationId xmlns:a16="http://schemas.microsoft.com/office/drawing/2014/main" id="{1D2406C2-FF09-D4C4-BBFD-E1CC79FBBAAE}"/>
              </a:ext>
            </a:extLst>
          </p:cNvPr>
          <p:cNvSpPr/>
          <p:nvPr/>
        </p:nvSpPr>
        <p:spPr>
          <a:xfrm>
            <a:off x="4804679" y="3570404"/>
            <a:ext cx="1283515" cy="932012"/>
          </a:xfrm>
          <a:prstGeom prst="rect">
            <a:avLst/>
          </a:prstGeom>
          <a:solidFill>
            <a:schemeClr val="bg1">
              <a:lumMod val="8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Verschlüsselung</a:t>
            </a:r>
          </a:p>
        </p:txBody>
      </p:sp>
      <p:sp>
        <p:nvSpPr>
          <p:cNvPr id="3" name="Rechteck 2">
            <a:extLst>
              <a:ext uri="{FF2B5EF4-FFF2-40B4-BE49-F238E27FC236}">
                <a16:creationId xmlns:a16="http://schemas.microsoft.com/office/drawing/2014/main" id="{93327788-D833-1292-0555-16D708C8E43F}"/>
              </a:ext>
            </a:extLst>
          </p:cNvPr>
          <p:cNvSpPr/>
          <p:nvPr/>
        </p:nvSpPr>
        <p:spPr>
          <a:xfrm>
            <a:off x="5035376" y="3827101"/>
            <a:ext cx="830510" cy="528506"/>
          </a:xfrm>
          <a:prstGeom prst="rect">
            <a:avLst/>
          </a:prstGeom>
          <a:solidFill>
            <a:schemeClr val="bg1"/>
          </a:solidFill>
          <a:scene3d>
            <a:camera prst="orthographicFront">
              <a:rot lat="0" lon="0" rev="0"/>
            </a:camera>
            <a:lightRig rig="threePt" dir="t">
              <a:rot lat="0" lon="0" rev="1200000"/>
            </a:lightRig>
          </a:scene3d>
          <a:sp3d>
            <a:bevelT w="63500" h="25400" prst="softRound"/>
          </a:sp3d>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solidFill>
                  <a:schemeClr val="accent1"/>
                </a:solidFill>
              </a:rPr>
              <a:t>Payload Signatur</a:t>
            </a:r>
          </a:p>
        </p:txBody>
      </p:sp>
      <p:cxnSp>
        <p:nvCxnSpPr>
          <p:cNvPr id="10" name="Gerader Verbinder 9">
            <a:extLst>
              <a:ext uri="{FF2B5EF4-FFF2-40B4-BE49-F238E27FC236}">
                <a16:creationId xmlns:a16="http://schemas.microsoft.com/office/drawing/2014/main" id="{5E3B5CEE-7959-D282-60B7-59D90FED6CEC}"/>
              </a:ext>
            </a:extLst>
          </p:cNvPr>
          <p:cNvCxnSpPr>
            <a:cxnSpLocks/>
          </p:cNvCxnSpPr>
          <p:nvPr/>
        </p:nvCxnSpPr>
        <p:spPr>
          <a:xfrm>
            <a:off x="5865886" y="4355607"/>
            <a:ext cx="151001" cy="8389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E4D489C-1ABE-6686-99D2-203B44FC0C51}"/>
              </a:ext>
            </a:extLst>
          </p:cNvPr>
          <p:cNvCxnSpPr>
            <a:cxnSpLocks/>
          </p:cNvCxnSpPr>
          <p:nvPr/>
        </p:nvCxnSpPr>
        <p:spPr>
          <a:xfrm flipV="1">
            <a:off x="5865886" y="2579422"/>
            <a:ext cx="1094413" cy="12476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90832EA0-5887-2499-2DB5-0BDD71D419C0}"/>
              </a:ext>
            </a:extLst>
          </p:cNvPr>
          <p:cNvCxnSpPr>
            <a:cxnSpLocks/>
          </p:cNvCxnSpPr>
          <p:nvPr/>
        </p:nvCxnSpPr>
        <p:spPr>
          <a:xfrm>
            <a:off x="3919991" y="2607229"/>
            <a:ext cx="1115385" cy="12198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EC0E0A76-2743-092D-D4DD-9B3F723DE37F}"/>
              </a:ext>
            </a:extLst>
          </p:cNvPr>
          <p:cNvCxnSpPr>
            <a:cxnSpLocks/>
          </p:cNvCxnSpPr>
          <p:nvPr/>
        </p:nvCxnSpPr>
        <p:spPr>
          <a:xfrm flipV="1">
            <a:off x="4884375" y="4346519"/>
            <a:ext cx="173728" cy="929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1A7C6633-BFE9-29AB-81F9-CC6B2AE99E3D}"/>
              </a:ext>
            </a:extLst>
          </p:cNvPr>
          <p:cNvCxnSpPr>
            <a:cxnSpLocks/>
          </p:cNvCxnSpPr>
          <p:nvPr/>
        </p:nvCxnSpPr>
        <p:spPr>
          <a:xfrm flipV="1">
            <a:off x="4582371" y="450241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F9244E10-B904-0513-16D9-8B0E1CA4D804}"/>
              </a:ext>
            </a:extLst>
          </p:cNvPr>
          <p:cNvCxnSpPr>
            <a:cxnSpLocks/>
          </p:cNvCxnSpPr>
          <p:nvPr/>
        </p:nvCxnSpPr>
        <p:spPr>
          <a:xfrm flipH="1" flipV="1">
            <a:off x="6088194" y="450241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D50C2B3F-C742-E583-BFC8-1CDE0F6A979B}"/>
              </a:ext>
            </a:extLst>
          </p:cNvPr>
          <p:cNvCxnSpPr>
            <a:cxnSpLocks/>
          </p:cNvCxnSpPr>
          <p:nvPr/>
        </p:nvCxnSpPr>
        <p:spPr>
          <a:xfrm flipH="1" flipV="1">
            <a:off x="6358738" y="4672626"/>
            <a:ext cx="250557"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AF51348B-7C09-E22E-FE05-6CDB913517B9}"/>
              </a:ext>
            </a:extLst>
          </p:cNvPr>
          <p:cNvCxnSpPr>
            <a:cxnSpLocks/>
          </p:cNvCxnSpPr>
          <p:nvPr/>
        </p:nvCxnSpPr>
        <p:spPr>
          <a:xfrm flipH="1" flipV="1">
            <a:off x="6652008" y="4871531"/>
            <a:ext cx="261094" cy="15320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880F6EB2-73FA-8B9D-7FFB-D13D748FA6FF}"/>
              </a:ext>
            </a:extLst>
          </p:cNvPr>
          <p:cNvCxnSpPr>
            <a:cxnSpLocks/>
          </p:cNvCxnSpPr>
          <p:nvPr/>
        </p:nvCxnSpPr>
        <p:spPr>
          <a:xfrm flipV="1">
            <a:off x="4268193" y="4672626"/>
            <a:ext cx="277539"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300B4844-D15C-7722-EDB0-8892E1E7E189}"/>
              </a:ext>
            </a:extLst>
          </p:cNvPr>
          <p:cNvCxnSpPr>
            <a:cxnSpLocks/>
          </p:cNvCxnSpPr>
          <p:nvPr/>
        </p:nvCxnSpPr>
        <p:spPr>
          <a:xfrm flipV="1">
            <a:off x="3973089" y="4868552"/>
            <a:ext cx="244360" cy="15618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778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14E9-BD08-091B-73F3-3308DD55E756}"/>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089D8A72-CC11-32D1-CF0D-EA399BB87135}"/>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17FB6DEB-C781-999A-FC8A-0B6D95F0B675}"/>
              </a:ext>
            </a:extLst>
          </p:cNvPr>
          <p:cNvSpPr txBox="1"/>
          <p:nvPr/>
        </p:nvSpPr>
        <p:spPr>
          <a:xfrm>
            <a:off x="2097914" y="905764"/>
            <a:ext cx="2591350" cy="400110"/>
          </a:xfrm>
          <a:prstGeom prst="rect">
            <a:avLst/>
          </a:prstGeom>
          <a:noFill/>
        </p:spPr>
        <p:txBody>
          <a:bodyPr wrap="none" rtlCol="0">
            <a:spAutoFit/>
          </a:bodyPr>
          <a:lstStyle/>
          <a:p>
            <a:r>
              <a:rPr lang="de-DE" sz="2000" b="1" dirty="0"/>
              <a:t>Handlungsempfehlung</a:t>
            </a:r>
          </a:p>
        </p:txBody>
      </p:sp>
      <p:sp>
        <p:nvSpPr>
          <p:cNvPr id="6" name="Textfeld 5">
            <a:extLst>
              <a:ext uri="{FF2B5EF4-FFF2-40B4-BE49-F238E27FC236}">
                <a16:creationId xmlns:a16="http://schemas.microsoft.com/office/drawing/2014/main" id="{4D6137C1-5A8B-6854-0F76-77468645846C}"/>
              </a:ext>
            </a:extLst>
          </p:cNvPr>
          <p:cNvSpPr txBox="1"/>
          <p:nvPr/>
        </p:nvSpPr>
        <p:spPr>
          <a:xfrm>
            <a:off x="2097914" y="2045757"/>
            <a:ext cx="7116424" cy="2308324"/>
          </a:xfrm>
          <a:prstGeom prst="rect">
            <a:avLst/>
          </a:prstGeom>
          <a:noFill/>
        </p:spPr>
        <p:txBody>
          <a:bodyPr wrap="square" rtlCol="0">
            <a:spAutoFit/>
          </a:bodyPr>
          <a:lstStyle/>
          <a:p>
            <a:pPr marL="342900" indent="-342900">
              <a:buFont typeface="Arial" panose="020B0604020202020204" pitchFamily="34" charset="0"/>
              <a:buChar char="•"/>
            </a:pPr>
            <a:r>
              <a:rPr lang="de-DE" dirty="0"/>
              <a:t>Integrierte Sichtweise auf alle API-Sicherungsschichten (Payload, Transport, Identität) – kein Schritt darf isoliert betrachtet oder weggelassen werden</a:t>
            </a:r>
          </a:p>
          <a:p>
            <a:pPr marL="342900" indent="-342900">
              <a:buFont typeface="Arial" panose="020B0604020202020204" pitchFamily="34" charset="0"/>
              <a:buChar char="•"/>
            </a:pPr>
            <a:r>
              <a:rPr lang="de-DE" dirty="0"/>
              <a:t>Spezifikation einer verbindlichen RFC-Referenz-Architektur im Regelwerk zur Übertragung (Rü) für alle Marktteilnehmer</a:t>
            </a:r>
          </a:p>
          <a:p>
            <a:pPr marL="342900" indent="-342900">
              <a:buFont typeface="Arial" panose="020B0604020202020204" pitchFamily="34" charset="0"/>
              <a:buChar char="•"/>
            </a:pPr>
            <a:r>
              <a:rPr lang="de-DE" dirty="0"/>
              <a:t>Hinzuziehung von Spezialisten (z.B. BSI, Fraunhofer SIT) zur Erstellung eines geprüften integrierten Sicherheitskonzepts auf Basis IETF-Standards und BSI-TR-02102</a:t>
            </a:r>
          </a:p>
          <a:p>
            <a:pPr marL="342900" indent="-342900">
              <a:buFont typeface="+mj-lt"/>
              <a:buAutoNum type="arabicPeriod"/>
            </a:pPr>
            <a:endParaRPr lang="de-DE" dirty="0"/>
          </a:p>
          <a:p>
            <a:pPr marL="342900" indent="-342900">
              <a:buFont typeface="+mj-lt"/>
              <a:buAutoNum type="arabicPeriod"/>
            </a:pPr>
            <a:endParaRPr lang="de-DE" dirty="0"/>
          </a:p>
        </p:txBody>
      </p:sp>
    </p:spTree>
    <p:extLst>
      <p:ext uri="{BB962C8B-B14F-4D97-AF65-F5344CB8AC3E}">
        <p14:creationId xmlns:p14="http://schemas.microsoft.com/office/powerpoint/2010/main" val="14915700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SYOSWnLfzWwYJtl43_Ih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n2mJp7nCMj5nEhqggY4f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0FJX2MC6Wnk_ryKeH2QRn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7ZNCR40kwDwY9PwKR6Qv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MY5d8xIHw4Jbg48ZxIQI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bJSupdYpJ_Z_a.u3ZOQo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_5A2SesgelsBFfgNXIU1I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2VEAKuKbTLEeGRm1pTdv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vNZU7gIq9TRSHmnK4zU2G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6L0TePMPYOgTWWgviKww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Hx_.6ynf_Y64304muyOgA"/>
</p:tagLst>
</file>

<file path=ppt/theme/theme1.xml><?xml version="1.0" encoding="utf-8"?>
<a:theme xmlns:a="http://schemas.openxmlformats.org/drawingml/2006/main" name="ECON-Präsentationsvorlage_english">
  <a:themeElements>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fontScheme name="EON Brix Sans">
      <a:majorFont>
        <a:latin typeface="EON Brix Sans Black"/>
        <a:ea typeface=""/>
        <a:cs typeface=""/>
      </a:majorFont>
      <a:minorFont>
        <a:latin typeface="EON Bri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a:defPPr>
      </a:lst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custClrLst>
    <a:custClr name=" ">
      <a:srgbClr val="FFFFFF"/>
    </a:custClr>
    <a:custClr name=" ">
      <a:srgbClr val="FFFFFF"/>
    </a:custClr>
    <a:custClr name=" ">
      <a:srgbClr val="FFFFFF"/>
    </a:custClr>
    <a:custClr name=" ">
      <a:srgbClr val="FFFFFF"/>
    </a:custClr>
    <a:custClr name=" ">
      <a:srgbClr val="FFFFFF"/>
    </a:custClr>
    <a:custClr name="Bordeaux 75%">
      <a:srgbClr val="C44341"/>
    </a:custClr>
    <a:custClr name="Turquoise 75%">
      <a:srgbClr val="85D1D8"/>
    </a:custClr>
    <a:custClr name="Yellow 75%">
      <a:srgbClr val="EAE840"/>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50%">
      <a:srgbClr val="D78180"/>
    </a:custClr>
    <a:custClr name="Turquoise 50%">
      <a:srgbClr val="ADE0E5"/>
    </a:custClr>
    <a:custClr name="Yellow 50%">
      <a:srgbClr val="F1EF7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25%">
      <a:srgbClr val="EBC0C0"/>
    </a:custClr>
    <a:custClr name="Turquoise 25%">
      <a:srgbClr val="D6EFF2"/>
    </a:custClr>
    <a:custClr name="Yellow 25%">
      <a:srgbClr val="F8F7BF"/>
    </a:custClr>
    <a:custClr name=" ">
      <a:srgbClr val="FFFFFF"/>
    </a:custClr>
    <a:custClr name=" ">
      <a:srgbClr val="FFFFFF"/>
    </a:custClr>
  </a:custClr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estnetz_DE_16:9">
  <a:themeElements>
    <a:clrScheme name="Benutzerdefiniert 109">
      <a:dk1>
        <a:sysClr val="windowText" lastClr="000000"/>
      </a:dk1>
      <a:lt1>
        <a:sysClr val="window" lastClr="FFFFFF"/>
      </a:lt1>
      <a:dk2>
        <a:srgbClr val="3C3732"/>
      </a:dk2>
      <a:lt2>
        <a:srgbClr val="ECEBEB"/>
      </a:lt2>
      <a:accent1>
        <a:srgbClr val="F59B00"/>
      </a:accent1>
      <a:accent2>
        <a:srgbClr val="C81E82"/>
      </a:accent2>
      <a:accent3>
        <a:srgbClr val="009BA5"/>
      </a:accent3>
      <a:accent4>
        <a:srgbClr val="143C8C"/>
      </a:accent4>
      <a:accent5>
        <a:srgbClr val="EB4B0A"/>
      </a:accent5>
      <a:accent6>
        <a:srgbClr val="780A5F"/>
      </a:accent6>
      <a:hlink>
        <a:srgbClr val="143C8C"/>
      </a:hlink>
      <a:folHlink>
        <a:srgbClr val="00AAE1"/>
      </a:folHlink>
    </a:clrScheme>
    <a:fontScheme name="Activaero">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64B42D"/>
        </a:solidFill>
        <a:ln cap="sq">
          <a:noFill/>
          <a:miter lim="800000"/>
        </a:ln>
      </a:spPr>
      <a:bodyPr rot="0" spcFirstLastPara="0" vertOverflow="overflow" horzOverflow="overflow" vert="horz" wrap="square" lIns="216000" tIns="201600" rIns="180000" bIns="230400" numCol="1" spcCol="0" rtlCol="0" fromWordArt="0" anchor="t" anchorCtr="0" forceAA="0" compatLnSpc="1">
        <a:prstTxWarp prst="textNoShape">
          <a:avLst/>
        </a:prstTxWarp>
        <a:noAutofit/>
      </a:bodyPr>
      <a:lstStyle>
        <a:defPPr marL="0" indent="0" algn="l">
          <a:spcBef>
            <a:spcPts val="600"/>
          </a:spcBef>
          <a:buFont typeface="Arial" panose="020B0604020202020204" pitchFamily="34" charset="0"/>
          <a:buNone/>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33333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marL="0" indent="0">
          <a:spcBef>
            <a:spcPts val="600"/>
          </a:spcBef>
          <a:buFont typeface="Arial" panose="020B0604020202020204" pitchFamily="34" charset="0"/>
          <a:buNone/>
          <a:defRPr sz="1600" dirty="0" err="1" smtClean="0"/>
        </a:defPPr>
      </a:lstStyle>
    </a:txDef>
  </a:objectDefaults>
  <a:extraClrSchemeLst/>
  <a:custClrLst>
    <a:custClr>
      <a:srgbClr val="FFFFFF"/>
    </a:custClr>
    <a:custClr name="Grey">
      <a:srgbClr val="3C3732"/>
    </a:custClr>
    <a:custClr name="Pulsing Purple Bright">
      <a:srgbClr val="C81E82"/>
    </a:custClr>
    <a:custClr name="Fiery Fuchsia Bright">
      <a:srgbClr val="E60055"/>
    </a:custClr>
    <a:custClr name="Radiant Red Bright">
      <a:srgbClr val="EB4B0A"/>
    </a:custClr>
    <a:custClr name="Mellow Yellow Bright">
      <a:srgbClr val="F59B00"/>
    </a:custClr>
    <a:custClr name="Galvanic Green Bright">
      <a:srgbClr val="64B42D"/>
    </a:custClr>
    <a:custClr name="Blazing Blue Bright">
      <a:srgbClr val="009BA5"/>
    </a:custClr>
    <a:custClr name="Iridescent Indigo Bright">
      <a:srgbClr val="00AAE1"/>
    </a:custClr>
    <a:custClr>
      <a:srgbClr val="FFFFFF"/>
    </a:custClr>
    <a:custClr>
      <a:srgbClr val="FFFFFF"/>
    </a:custClr>
    <a:custClr name="Grey 80%">
      <a:srgbClr val="635F5B"/>
    </a:custClr>
    <a:custClr name="Pulsing Purple Muted">
      <a:srgbClr val="780A5F"/>
    </a:custClr>
    <a:custClr name="Fiery Fuchsia Muted">
      <a:srgbClr val="A50032"/>
    </a:custClr>
    <a:custClr name="Radiant Red Muted">
      <a:srgbClr val="B9280A"/>
    </a:custClr>
    <a:custClr name="Mellow Yellow Muted">
      <a:srgbClr val="D27300"/>
    </a:custClr>
    <a:custClr name="Galvanic Green Muted">
      <a:srgbClr val="00875A"/>
    </a:custClr>
    <a:custClr name="Blazing Blue Muted">
      <a:srgbClr val="005F69"/>
    </a:custClr>
    <a:custClr name="Iridescent Indigo Muted">
      <a:srgbClr val="143C8C"/>
    </a:custClr>
    <a:custClr>
      <a:srgbClr val="FFFFFF"/>
    </a:custClr>
    <a:custClr>
      <a:srgbClr val="FFFFFF"/>
    </a:custClr>
    <a:custClr name="Grey 60%">
      <a:srgbClr val="8A8784"/>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40%">
      <a:srgbClr val="B1AFAD"/>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20%">
      <a:srgbClr val="D8D7D6"/>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Westnetz_16zu9_PPT_DE_scr04.potx" id="{28F09F20-A0F7-48DB-B063-27870BB244D9}" vid="{E0C94C62-1D7A-49F9-8981-3D50C979EDC9}"/>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DA6EA56ACDE0B749894AAA4CBE37ABD2" ma:contentTypeVersion="11" ma:contentTypeDescription="Ein neues Dokument erstellen." ma:contentTypeScope="" ma:versionID="885ba4b55c39d1241992134dbe5192b9">
  <xsd:schema xmlns:xsd="http://www.w3.org/2001/XMLSchema" xmlns:xs="http://www.w3.org/2001/XMLSchema" xmlns:p="http://schemas.microsoft.com/office/2006/metadata/properties" xmlns:ns2="34375c6f-b131-430f-b256-acbc8d1c09c8" xmlns:ns3="fc6d1e43-aa48-4dcf-abbd-3ff0381bc751" targetNamespace="http://schemas.microsoft.com/office/2006/metadata/properties" ma:root="true" ma:fieldsID="77321c1d10b0b9fa43f96a2480479871" ns2:_="" ns3:_="">
    <xsd:import namespace="34375c6f-b131-430f-b256-acbc8d1c09c8"/>
    <xsd:import namespace="fc6d1e43-aa48-4dcf-abbd-3ff0381bc75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Zuletztge_x00e4_ndert"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375c6f-b131-430f-b256-acbc8d1c09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Zuletztge_x00e4_ndert" ma:index="15" nillable="true" ma:displayName="Zuletzt geändert" ma:description="Zuletzt geändert" ma:format="Dropdown" ma:list="UserInfo" ma:SharePointGroup="0" ma:internalName="Zuletztge_x00e4_nder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6d1e43-aa48-4dcf-abbd-3ff0381bc751" elementFormDefault="qualified">
    <xsd:import namespace="http://schemas.microsoft.com/office/2006/documentManagement/types"/>
    <xsd:import namespace="http://schemas.microsoft.com/office/infopath/2007/PartnerControls"/>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Zuletztge_x00e4_ndert xmlns="34375c6f-b131-430f-b256-acbc8d1c09c8">
      <UserInfo>
        <DisplayName/>
        <AccountId xsi:nil="true"/>
        <AccountType/>
      </UserInfo>
    </Zuletztge_x00e4_ndert>
    <SharedWithUsers xmlns="fc6d1e43-aa48-4dcf-abbd-3ff0381bc751">
      <UserInfo>
        <DisplayName/>
        <AccountId xsi:nil="true"/>
        <AccountType/>
      </UserInfo>
    </SharedWithUsers>
  </documentManagement>
</p:properties>
</file>

<file path=customXml/itemProps1.xml><?xml version="1.0" encoding="utf-8"?>
<ds:datastoreItem xmlns:ds="http://schemas.openxmlformats.org/officeDocument/2006/customXml" ds:itemID="{6E377736-B44F-413B-A2B1-E5C47865CAD8}">
  <ds:schemaRefs>
    <ds:schemaRef ds:uri="http://schemas.microsoft.com/sharepoint/v3/contenttype/forms"/>
  </ds:schemaRefs>
</ds:datastoreItem>
</file>

<file path=customXml/itemProps2.xml><?xml version="1.0" encoding="utf-8"?>
<ds:datastoreItem xmlns:ds="http://schemas.openxmlformats.org/officeDocument/2006/customXml" ds:itemID="{3CDE90EB-937E-4E0D-B234-3198762F17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375c6f-b131-430f-b256-acbc8d1c09c8"/>
    <ds:schemaRef ds:uri="fc6d1e43-aa48-4dcf-abbd-3ff0381bc7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9955CA-372D-4BD7-ACAF-8E28518A1E60}">
  <ds:schemaRefs>
    <ds:schemaRef ds:uri="http://purl.org/dc/dcmitype/"/>
    <ds:schemaRef ds:uri="http://schemas.microsoft.com/office/infopath/2007/PartnerControls"/>
    <ds:schemaRef ds:uri="http://schemas.microsoft.com/office/2006/metadata/properties"/>
    <ds:schemaRef ds:uri="fc6d1e43-aa48-4dcf-abbd-3ff0381bc751"/>
    <ds:schemaRef ds:uri="http://purl.org/dc/terms/"/>
    <ds:schemaRef ds:uri="http://purl.org/dc/elements/1.1/"/>
    <ds:schemaRef ds:uri="http://schemas.microsoft.com/office/2006/documentManagement/types"/>
    <ds:schemaRef ds:uri="http://schemas.openxmlformats.org/package/2006/metadata/core-properties"/>
    <ds:schemaRef ds:uri="34375c6f-b131-430f-b256-acbc8d1c09c8"/>
    <ds:schemaRef ds:uri="http://www.w3.org/XML/1998/namespace"/>
  </ds:schemaRefs>
</ds:datastoreItem>
</file>

<file path=docMetadata/LabelInfo.xml><?xml version="1.0" encoding="utf-8"?>
<clbl:labelList xmlns:clbl="http://schemas.microsoft.com/office/2020/mipLabelMetadata">
  <clbl:label id="{7734701f-0528-41cb-8f08-1cecd0e63a61}" enabled="1" method="Privileged" siteId="{b914a242-e718-443b-a47c-6b4c649d8c0a}" removed="0"/>
</clbl:labelList>
</file>

<file path=docProps/app.xml><?xml version="1.0" encoding="utf-8"?>
<Properties xmlns="http://schemas.openxmlformats.org/officeDocument/2006/extended-properties" xmlns:vt="http://schemas.openxmlformats.org/officeDocument/2006/docPropsVTypes">
  <TotalTime>0</TotalTime>
  <Words>337</Words>
  <Application>Microsoft Office PowerPoint</Application>
  <PresentationFormat>Breitbild</PresentationFormat>
  <Paragraphs>42</Paragraphs>
  <Slides>5</Slides>
  <Notes>1</Notes>
  <HiddenSlides>0</HiddenSlides>
  <MMClips>0</MMClips>
  <ScaleCrop>false</ScaleCrop>
  <HeadingPairs>
    <vt:vector size="8" baseType="variant">
      <vt:variant>
        <vt:lpstr>Verwendete Schriftarten</vt:lpstr>
      </vt:variant>
      <vt:variant>
        <vt:i4>6</vt:i4>
      </vt:variant>
      <vt:variant>
        <vt:lpstr>Design</vt:lpstr>
      </vt:variant>
      <vt:variant>
        <vt:i4>3</vt:i4>
      </vt:variant>
      <vt:variant>
        <vt:lpstr>Eingebettete OLE-Server</vt:lpstr>
      </vt:variant>
      <vt:variant>
        <vt:i4>1</vt:i4>
      </vt:variant>
      <vt:variant>
        <vt:lpstr>Folientitel</vt:lpstr>
      </vt:variant>
      <vt:variant>
        <vt:i4>5</vt:i4>
      </vt:variant>
    </vt:vector>
  </HeadingPairs>
  <TitlesOfParts>
    <vt:vector size="15" baseType="lpstr">
      <vt:lpstr>Arial</vt:lpstr>
      <vt:lpstr>Calibri</vt:lpstr>
      <vt:lpstr>Calibri Light</vt:lpstr>
      <vt:lpstr>EON Brix Sans</vt:lpstr>
      <vt:lpstr>EON Brix Sans Black</vt:lpstr>
      <vt:lpstr>Symbol</vt:lpstr>
      <vt:lpstr>ECON-Präsentationsvorlage_english</vt:lpstr>
      <vt:lpstr>Benutzerdefiniertes Design</vt:lpstr>
      <vt:lpstr>Westnetz_DE_16:9</vt:lpstr>
      <vt:lpstr>think-cell Folie</vt:lpstr>
      <vt:lpstr>  </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Initiative MakoX –  Übersicht &amp; aktueller Stand</dc:title>
  <dc:creator>E.ON;edgar.jung@elropro.de</dc:creator>
  <cp:lastModifiedBy>Edgar Jung</cp:lastModifiedBy>
  <cp:revision>261</cp:revision>
  <cp:lastPrinted>2023-11-09T12:38:35Z</cp:lastPrinted>
  <dcterms:created xsi:type="dcterms:W3CDTF">2023-06-01T07:25:36Z</dcterms:created>
  <dcterms:modified xsi:type="dcterms:W3CDTF">2026-05-30T12:03:11Z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0x010100DA6EA56ACDE0B749894AAA4CBE37ABD2</vt:lpwstr>
  </property>
  <property fmtid="{D5CDD505-2E9C-101B-9397-08002B2CF9AE}" pid="3" name="Order">
    <vt:r8>420200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