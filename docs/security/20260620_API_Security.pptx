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4.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8" r:id="rId5"/>
    <p:sldMasterId id="2147483685" r:id="rId6"/>
  </p:sldMasterIdLst>
  <p:notesMasterIdLst>
    <p:notesMasterId r:id="rId19"/>
  </p:notesMasterIdLst>
  <p:sldIdLst>
    <p:sldId id="2147375520" r:id="rId7"/>
    <p:sldId id="2147478945" r:id="rId8"/>
    <p:sldId id="2147478950" r:id="rId9"/>
    <p:sldId id="2147478947" r:id="rId10"/>
    <p:sldId id="2147478946" r:id="rId11"/>
    <p:sldId id="2147478948" r:id="rId12"/>
    <p:sldId id="2147478951" r:id="rId13"/>
    <p:sldId id="2147478952" r:id="rId14"/>
    <p:sldId id="2147478953" r:id="rId15"/>
    <p:sldId id="2147478955" r:id="rId16"/>
    <p:sldId id="2147478954" r:id="rId17"/>
    <p:sldId id="2147478943" r:id="rId18"/>
  </p:sldIdLst>
  <p:sldSz cx="12192000" cy="6858000"/>
  <p:notesSz cx="6797675" cy="9929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118F54-28FB-B6CF-D358-9A9FEE811B5D}" name="Meyer, Sylvia" initials="SM" userId="S::S56106@eon.com::fd639b62-83d2-4f8e-95c8-3430417ea987" providerId="AD"/>
  <p188:author id="{00A944EF-B699-4874-FE24-DA141CA064D6}" name="Vobis Magurova, Zuzana" initials="ZV" userId="S::Z4389@eon.com::18cfeb36-2998-4879-9663-57bb8831276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3" autoAdjust="0"/>
    <p:restoredTop sz="94660"/>
  </p:normalViewPr>
  <p:slideViewPr>
    <p:cSldViewPr snapToGrid="0">
      <p:cViewPr varScale="1">
        <p:scale>
          <a:sx n="180" d="100"/>
          <a:sy n="180" d="100"/>
        </p:scale>
        <p:origin x="258"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98885CD0-DDC1-469F-976C-48758EC7B80F}" type="datetimeFigureOut">
              <a:rPr lang="de-DE" smtClean="0"/>
              <a:t>25.06.2026</a:t>
            </a:fld>
            <a:endParaRPr lang="de-DE"/>
          </a:p>
        </p:txBody>
      </p:sp>
      <p:sp>
        <p:nvSpPr>
          <p:cNvPr id="4" name="Folienbildplatzhalter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E19C55FF-AB89-49ED-8C32-8EEEB9E4A391}" type="slidenum">
              <a:rPr lang="de-DE" smtClean="0"/>
              <a:t>‹Nr.›</a:t>
            </a:fld>
            <a:endParaRPr lang="de-DE"/>
          </a:p>
        </p:txBody>
      </p:sp>
    </p:spTree>
    <p:extLst>
      <p:ext uri="{BB962C8B-B14F-4D97-AF65-F5344CB8AC3E}">
        <p14:creationId xmlns:p14="http://schemas.microsoft.com/office/powerpoint/2010/main" val="3119495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4C788022-2B66-4C3B-913E-DF7D5DD0D66A}" type="slidenum">
              <a:rPr lang="de-DE" smtClean="0"/>
              <a:t>1</a:t>
            </a:fld>
            <a:endParaRPr lang="de-DE"/>
          </a:p>
        </p:txBody>
      </p:sp>
    </p:spTree>
    <p:extLst>
      <p:ext uri="{BB962C8B-B14F-4D97-AF65-F5344CB8AC3E}">
        <p14:creationId xmlns:p14="http://schemas.microsoft.com/office/powerpoint/2010/main" val="39303152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4.xml"/><Relationship Id="rId4" Type="http://schemas.openxmlformats.org/officeDocument/2006/relationships/image" Target="../media/image5.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5.emf"/><Relationship Id="rId4" Type="http://schemas.openxmlformats.org/officeDocument/2006/relationships/oleObject" Target="../embeddings/oleObject4.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5.emf"/><Relationship Id="rId4" Type="http://schemas.openxmlformats.org/officeDocument/2006/relationships/oleObject" Target="../embeddings/oleObject5.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6.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7.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8.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9.bin"/></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5.emf"/><Relationship Id="rId4" Type="http://schemas.openxmlformats.org/officeDocument/2006/relationships/oleObject" Target="../embeddings/oleObject10.bin"/></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5.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5.emf"/></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11.bin"/></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jpg"/><Relationship Id="rId1" Type="http://schemas.openxmlformats.org/officeDocument/2006/relationships/slideMaster" Target="../slideMasters/slideMaster3.xml"/><Relationship Id="rId4" Type="http://schemas.openxmlformats.org/officeDocument/2006/relationships/image" Target="../media/image7.emf"/></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0.jpg"/><Relationship Id="rId5" Type="http://schemas.openxmlformats.org/officeDocument/2006/relationships/image" Target="../media/image5.emf"/><Relationship Id="rId4" Type="http://schemas.openxmlformats.org/officeDocument/2006/relationships/oleObject" Target="../embeddings/oleObject12.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less color">
    <p:spTree>
      <p:nvGrpSpPr>
        <p:cNvPr id="1" name=""/>
        <p:cNvGrpSpPr/>
        <p:nvPr/>
      </p:nvGrpSpPr>
      <p:grpSpPr>
        <a:xfrm>
          <a:off x="0" y="0"/>
          <a:ext cx="0" cy="0"/>
          <a:chOff x="0" y="0"/>
          <a:chExt cx="0" cy="0"/>
        </a:xfrm>
      </p:grpSpPr>
      <p:sp>
        <p:nvSpPr>
          <p:cNvPr id="2" name="Titel 1"/>
          <p:cNvSpPr>
            <a:spLocks noGrp="1"/>
          </p:cNvSpPr>
          <p:nvPr>
            <p:ph type="ctrTitle"/>
          </p:nvPr>
        </p:nvSpPr>
        <p:spPr>
          <a:xfrm>
            <a:off x="2088000" y="2097600"/>
            <a:ext cx="8016000" cy="1632000"/>
          </a:xfrm>
        </p:spPr>
        <p:txBody>
          <a:bodyPr anchor="b" anchorCtr="0">
            <a:noAutofit/>
          </a:bodyPr>
          <a:lstStyle>
            <a:lvl1pPr algn="r">
              <a:lnSpc>
                <a:spcPts val="6133"/>
              </a:lnSpc>
              <a:defRPr sz="6133" kern="100" baseline="0"/>
            </a:lvl1pPr>
          </a:lstStyle>
          <a:p>
            <a:r>
              <a:rPr lang="de-DE"/>
              <a:t>Mastertitelformat bearbeiten</a:t>
            </a:r>
          </a:p>
        </p:txBody>
      </p:sp>
      <p:sp>
        <p:nvSpPr>
          <p:cNvPr id="3" name="Untertitel 2"/>
          <p:cNvSpPr>
            <a:spLocks noGrp="1"/>
          </p:cNvSpPr>
          <p:nvPr>
            <p:ph type="subTitle" idx="1"/>
          </p:nvPr>
        </p:nvSpPr>
        <p:spPr>
          <a:xfrm>
            <a:off x="2088000" y="3868800"/>
            <a:ext cx="8016000" cy="724800"/>
          </a:xfrm>
        </p:spPr>
        <p:txBody>
          <a:bodyPr>
            <a:noAutofit/>
          </a:bodyPr>
          <a:lstStyle>
            <a:lvl1pPr marL="0" indent="0" algn="r">
              <a:lnSpc>
                <a:spcPct val="100000"/>
              </a:lnSpc>
              <a:spcAft>
                <a:spcPts val="800"/>
              </a:spcAft>
              <a:buNone/>
              <a:defRPr sz="2533" kern="100" baseline="0">
                <a:solidFill>
                  <a:srgbClr val="EA1C0A"/>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Master-Untertitelformat bearbeiten</a:t>
            </a:r>
          </a:p>
        </p:txBody>
      </p:sp>
      <p:sp>
        <p:nvSpPr>
          <p:cNvPr id="4" name="Datumsplatzhalter 3"/>
          <p:cNvSpPr>
            <a:spLocks noGrp="1"/>
          </p:cNvSpPr>
          <p:nvPr>
            <p:ph type="dt" sz="half" idx="10"/>
          </p:nvPr>
        </p:nvSpPr>
        <p:spPr>
          <a:xfrm>
            <a:off x="8184000" y="696000"/>
            <a:ext cx="1920000" cy="192000"/>
          </a:xfrm>
        </p:spPr>
        <p:txBody>
          <a:bodyPr/>
          <a:lstStyle>
            <a:lvl1pPr algn="r">
              <a:defRPr/>
            </a:lvl1pPr>
          </a:lstStyle>
          <a:p>
            <a:r>
              <a:rPr lang="de-DE"/>
              <a:t>20.03.2017</a:t>
            </a:r>
          </a:p>
        </p:txBody>
      </p:sp>
      <p:grpSp>
        <p:nvGrpSpPr>
          <p:cNvPr id="10" name="Gruppieren 9"/>
          <p:cNvGrpSpPr/>
          <p:nvPr userDrawn="1"/>
        </p:nvGrpSpPr>
        <p:grpSpPr>
          <a:xfrm>
            <a:off x="10632000" y="0"/>
            <a:ext cx="1560000" cy="6859200"/>
            <a:chOff x="7974000" y="0"/>
            <a:chExt cx="1170000" cy="5144400"/>
          </a:xfrm>
        </p:grpSpPr>
        <p:sp>
          <p:nvSpPr>
            <p:cNvPr id="7" name="Rechteck 6"/>
            <p:cNvSpPr/>
            <p:nvPr userDrawn="1"/>
          </p:nvSpPr>
          <p:spPr>
            <a:xfrm>
              <a:off x="892080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83520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7974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pic>
        <p:nvPicPr>
          <p:cNvPr id="5"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5601" y="4944000"/>
            <a:ext cx="2833169" cy="840000"/>
          </a:xfrm>
          <a:prstGeom prst="rect">
            <a:avLst/>
          </a:prstGeom>
        </p:spPr>
      </p:pic>
    </p:spTree>
    <p:extLst>
      <p:ext uri="{BB962C8B-B14F-4D97-AF65-F5344CB8AC3E}">
        <p14:creationId xmlns:p14="http://schemas.microsoft.com/office/powerpoint/2010/main" val="1185282322"/>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full color">
    <p:spTree>
      <p:nvGrpSpPr>
        <p:cNvPr id="1" name=""/>
        <p:cNvGrpSpPr/>
        <p:nvPr/>
      </p:nvGrpSpPr>
      <p:grpSpPr>
        <a:xfrm>
          <a:off x="0" y="0"/>
          <a:ext cx="0" cy="0"/>
          <a:chOff x="0" y="0"/>
          <a:chExt cx="0" cy="0"/>
        </a:xfrm>
      </p:grpSpPr>
      <p:sp>
        <p:nvSpPr>
          <p:cNvPr id="2" name="Titel 1"/>
          <p:cNvSpPr>
            <a:spLocks noGrp="1"/>
          </p:cNvSpPr>
          <p:nvPr>
            <p:ph type="ctrTitle"/>
          </p:nvPr>
        </p:nvSpPr>
        <p:spPr>
          <a:xfrm>
            <a:off x="1108800" y="2097600"/>
            <a:ext cx="8016000" cy="1632000"/>
          </a:xfrm>
        </p:spPr>
        <p:txBody>
          <a:bodyPr anchor="b" anchorCtr="0">
            <a:noAutofit/>
          </a:bodyPr>
          <a:lstStyle>
            <a:lvl1pPr algn="r">
              <a:lnSpc>
                <a:spcPts val="6133"/>
              </a:lnSpc>
              <a:defRPr sz="6133" kern="100" baseline="0">
                <a:solidFill>
                  <a:srgbClr val="FFFFFF"/>
                </a:solidFill>
              </a:defRPr>
            </a:lvl1pPr>
          </a:lstStyle>
          <a:p>
            <a:r>
              <a:rPr lang="de-DE"/>
              <a:t>Mastertitelformat bearbeiten</a:t>
            </a:r>
          </a:p>
        </p:txBody>
      </p:sp>
      <p:sp>
        <p:nvSpPr>
          <p:cNvPr id="3" name="Untertitel 2"/>
          <p:cNvSpPr>
            <a:spLocks noGrp="1"/>
          </p:cNvSpPr>
          <p:nvPr>
            <p:ph type="subTitle" idx="1"/>
          </p:nvPr>
        </p:nvSpPr>
        <p:spPr>
          <a:xfrm>
            <a:off x="1108800" y="3868800"/>
            <a:ext cx="8016000" cy="724800"/>
          </a:xfrm>
        </p:spPr>
        <p:txBody>
          <a:bodyPr>
            <a:noAutofit/>
          </a:bodyPr>
          <a:lstStyle>
            <a:lvl1pPr marL="0" indent="0" algn="r">
              <a:lnSpc>
                <a:spcPct val="100000"/>
              </a:lnSpc>
              <a:spcAft>
                <a:spcPts val="800"/>
              </a:spcAft>
              <a:buNone/>
              <a:defRPr sz="2533" kern="100" baseline="0">
                <a:solidFill>
                  <a:srgbClr val="FFFFFF"/>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Master-Untertitelformat bearbeiten</a:t>
            </a:r>
          </a:p>
        </p:txBody>
      </p:sp>
      <p:sp>
        <p:nvSpPr>
          <p:cNvPr id="4" name="Datumsplatzhalter 3"/>
          <p:cNvSpPr>
            <a:spLocks noGrp="1"/>
          </p:cNvSpPr>
          <p:nvPr>
            <p:ph type="dt" sz="half" idx="10"/>
          </p:nvPr>
        </p:nvSpPr>
        <p:spPr>
          <a:xfrm>
            <a:off x="7219200" y="696000"/>
            <a:ext cx="1920000" cy="192000"/>
          </a:xfrm>
        </p:spPr>
        <p:txBody>
          <a:bodyPr/>
          <a:lstStyle>
            <a:lvl1pPr algn="r">
              <a:defRPr>
                <a:solidFill>
                  <a:srgbClr val="FFFFFF"/>
                </a:solidFill>
              </a:defRPr>
            </a:lvl1pPr>
          </a:lstStyle>
          <a:p>
            <a:r>
              <a:rPr lang="de-DE"/>
              <a:t>20.03.2017</a:t>
            </a:r>
          </a:p>
        </p:txBody>
      </p:sp>
      <p:grpSp>
        <p:nvGrpSpPr>
          <p:cNvPr id="11" name="Gruppieren 10"/>
          <p:cNvGrpSpPr/>
          <p:nvPr userDrawn="1"/>
        </p:nvGrpSpPr>
        <p:grpSpPr>
          <a:xfrm>
            <a:off x="0" y="0"/>
            <a:ext cx="12192000" cy="6859200"/>
            <a:chOff x="0" y="0"/>
            <a:chExt cx="9144000" cy="5144400"/>
          </a:xfrm>
        </p:grpSpPr>
        <p:sp>
          <p:nvSpPr>
            <p:cNvPr id="7" name="Rechteck 6"/>
            <p:cNvSpPr/>
            <p:nvPr userDrawn="1"/>
          </p:nvSpPr>
          <p:spPr>
            <a:xfrm>
              <a:off x="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7786800" y="0"/>
              <a:ext cx="13572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7218000" y="0"/>
              <a:ext cx="5688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pic>
        <p:nvPicPr>
          <p:cNvPr id="6"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92801" y="4944000"/>
            <a:ext cx="2833169" cy="840000"/>
          </a:xfrm>
          <a:prstGeom prst="rect">
            <a:avLst/>
          </a:prstGeom>
        </p:spPr>
      </p:pic>
    </p:spTree>
    <p:extLst>
      <p:ext uri="{BB962C8B-B14F-4D97-AF65-F5344CB8AC3E}">
        <p14:creationId xmlns:p14="http://schemas.microsoft.com/office/powerpoint/2010/main" val="4264770143"/>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spTree>
      <p:nvGrpSpPr>
        <p:cNvPr id="1" name=""/>
        <p:cNvGrpSpPr/>
        <p:nvPr/>
      </p:nvGrpSpPr>
      <p:grpSpPr>
        <a:xfrm>
          <a:off x="0" y="0"/>
          <a:ext cx="0" cy="0"/>
          <a:chOff x="0" y="0"/>
          <a:chExt cx="0" cy="0"/>
        </a:xfrm>
      </p:grpSpPr>
      <p:grpSp>
        <p:nvGrpSpPr>
          <p:cNvPr id="6" name="Gruppieren 5"/>
          <p:cNvGrpSpPr/>
          <p:nvPr userDrawn="1"/>
        </p:nvGrpSpPr>
        <p:grpSpPr>
          <a:xfrm>
            <a:off x="0" y="0"/>
            <a:ext cx="12192000" cy="6859200"/>
            <a:chOff x="0" y="0"/>
            <a:chExt cx="9144000" cy="5144400"/>
          </a:xfrm>
        </p:grpSpPr>
        <p:sp>
          <p:nvSpPr>
            <p:cNvPr id="7" name="Rechteck 6"/>
            <p:cNvSpPr/>
            <p:nvPr userDrawn="1"/>
          </p:nvSpPr>
          <p:spPr>
            <a:xfrm>
              <a:off x="8920800" y="0"/>
              <a:ext cx="223200" cy="51444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6649200" y="0"/>
              <a:ext cx="22716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0" y="0"/>
              <a:ext cx="6012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pic>
        <p:nvPicPr>
          <p:cNvPr id="11" name="Grafik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7201" y="-1"/>
            <a:ext cx="8077940" cy="6859200"/>
          </a:xfrm>
          <a:prstGeom prst="rect">
            <a:avLst/>
          </a:prstGeom>
        </p:spPr>
      </p:pic>
      <p:sp>
        <p:nvSpPr>
          <p:cNvPr id="2" name="Titel 1"/>
          <p:cNvSpPr>
            <a:spLocks noGrp="1"/>
          </p:cNvSpPr>
          <p:nvPr>
            <p:ph type="ctrTitle"/>
          </p:nvPr>
        </p:nvSpPr>
        <p:spPr>
          <a:xfrm>
            <a:off x="1305600" y="2097600"/>
            <a:ext cx="7060800" cy="1632000"/>
          </a:xfrm>
        </p:spPr>
        <p:txBody>
          <a:bodyPr anchor="b" anchorCtr="0">
            <a:noAutofit/>
          </a:bodyPr>
          <a:lstStyle>
            <a:lvl1pPr algn="r">
              <a:lnSpc>
                <a:spcPts val="6133"/>
              </a:lnSpc>
              <a:defRPr sz="6133" kern="100" baseline="0"/>
            </a:lvl1pPr>
          </a:lstStyle>
          <a:p>
            <a:r>
              <a:rPr lang="de-DE"/>
              <a:t>Mastertitelformat bearbeiten</a:t>
            </a:r>
          </a:p>
        </p:txBody>
      </p:sp>
      <p:sp>
        <p:nvSpPr>
          <p:cNvPr id="3" name="Untertitel 2"/>
          <p:cNvSpPr>
            <a:spLocks noGrp="1"/>
          </p:cNvSpPr>
          <p:nvPr>
            <p:ph type="subTitle" idx="1"/>
          </p:nvPr>
        </p:nvSpPr>
        <p:spPr>
          <a:xfrm>
            <a:off x="1305600" y="3868800"/>
            <a:ext cx="7060800" cy="724800"/>
          </a:xfrm>
        </p:spPr>
        <p:txBody>
          <a:bodyPr>
            <a:noAutofit/>
          </a:bodyPr>
          <a:lstStyle>
            <a:lvl1pPr marL="0" indent="0" algn="r">
              <a:lnSpc>
                <a:spcPct val="100000"/>
              </a:lnSpc>
              <a:spcAft>
                <a:spcPts val="800"/>
              </a:spcAft>
              <a:buNone/>
              <a:defRPr sz="2533" kern="100" baseline="0">
                <a:solidFill>
                  <a:srgbClr val="EA1C0A"/>
                </a:solidFill>
                <a:latin typeface="+mj-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de-DE"/>
              <a:t>Master-Untertitelformat bearbeiten</a:t>
            </a:r>
          </a:p>
        </p:txBody>
      </p:sp>
      <p:sp>
        <p:nvSpPr>
          <p:cNvPr id="4" name="Datumsplatzhalter 3"/>
          <p:cNvSpPr>
            <a:spLocks noGrp="1"/>
          </p:cNvSpPr>
          <p:nvPr>
            <p:ph type="dt" sz="half" idx="10"/>
          </p:nvPr>
        </p:nvSpPr>
        <p:spPr>
          <a:xfrm>
            <a:off x="6460800" y="696000"/>
            <a:ext cx="1920000" cy="192000"/>
          </a:xfrm>
        </p:spPr>
        <p:txBody>
          <a:bodyPr/>
          <a:lstStyle>
            <a:lvl1pPr algn="r">
              <a:defRPr>
                <a:solidFill>
                  <a:srgbClr val="FFFFFF"/>
                </a:solidFill>
              </a:defRPr>
            </a:lvl1pPr>
          </a:lstStyle>
          <a:p>
            <a:r>
              <a:rPr lang="de-DE"/>
              <a:t>20.03.2017</a:t>
            </a:r>
          </a:p>
        </p:txBody>
      </p:sp>
      <p:pic>
        <p:nvPicPr>
          <p:cNvPr id="5" name="EON_Logo_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34401" y="4944000"/>
            <a:ext cx="2833169" cy="840000"/>
          </a:xfrm>
          <a:prstGeom prst="rect">
            <a:avLst/>
          </a:prstGeom>
        </p:spPr>
      </p:pic>
    </p:spTree>
    <p:extLst>
      <p:ext uri="{BB962C8B-B14F-4D97-AF65-F5344CB8AC3E}">
        <p14:creationId xmlns:p14="http://schemas.microsoft.com/office/powerpoint/2010/main" val="3282319622"/>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Content 1 colum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r>
              <a:rPr lang="de-DE"/>
              <a:t>20.03.2017</a:t>
            </a:r>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3893190239"/>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9A0CEB-794D-71CA-7855-7EF5463FE711}"/>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2C107522-EDB1-B96F-A1AA-C134CEC7C06E}"/>
              </a:ext>
            </a:extLst>
          </p:cNvPr>
          <p:cNvSpPr>
            <a:spLocks noGrp="1"/>
          </p:cNvSpPr>
          <p:nvPr>
            <p:ph type="dt" sz="half" idx="10"/>
          </p:nvPr>
        </p:nvSpPr>
        <p:spPr/>
        <p:txBody>
          <a:bodyPr/>
          <a:lstStyle/>
          <a:p>
            <a:r>
              <a:rPr lang="de-DE"/>
              <a:t>20.03.2017</a:t>
            </a:r>
          </a:p>
        </p:txBody>
      </p:sp>
      <p:sp>
        <p:nvSpPr>
          <p:cNvPr id="4" name="Fußzeilenplatzhalter 3">
            <a:extLst>
              <a:ext uri="{FF2B5EF4-FFF2-40B4-BE49-F238E27FC236}">
                <a16:creationId xmlns:a16="http://schemas.microsoft.com/office/drawing/2014/main" id="{2B686EE0-50E0-FA4F-EA07-8BD93A863773}"/>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1EC07E1F-8769-98A8-CFC7-EFB7B01CE1E9}"/>
              </a:ext>
            </a:extLst>
          </p:cNvPr>
          <p:cNvSpPr>
            <a:spLocks noGrp="1"/>
          </p:cNvSpPr>
          <p:nvPr>
            <p:ph type="sldNum" sz="quarter" idx="12"/>
          </p:nvPr>
        </p:nvSpPr>
        <p:spPr/>
        <p:txBody>
          <a:bodyPr/>
          <a:lstStyle/>
          <a:p>
            <a:fld id="{93C795C4-4A26-412B-AA90-98E97FF83D41}" type="slidenum">
              <a:rPr lang="de-DE" smtClean="0"/>
              <a:pPr/>
              <a:t>‹Nr.›</a:t>
            </a:fld>
            <a:endParaRPr lang="de-DE"/>
          </a:p>
        </p:txBody>
      </p:sp>
    </p:spTree>
    <p:extLst>
      <p:ext uri="{BB962C8B-B14F-4D97-AF65-F5344CB8AC3E}">
        <p14:creationId xmlns:p14="http://schemas.microsoft.com/office/powerpoint/2010/main" val="1397972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3FDA39-FDE0-5C71-3168-F4BA2317CCC2}"/>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F69227A8-9AFB-01D6-AFCC-76D165E89834}"/>
              </a:ext>
            </a:extLst>
          </p:cNvPr>
          <p:cNvSpPr>
            <a:spLocks noGrp="1"/>
          </p:cNvSpPr>
          <p:nvPr>
            <p:ph type="dt" sz="half" idx="10"/>
          </p:nvPr>
        </p:nvSpPr>
        <p:spPr/>
        <p:txBody>
          <a:bodyPr/>
          <a:lstStyle/>
          <a:p>
            <a:r>
              <a:rPr lang="de-DE"/>
              <a:t>20.03.2017</a:t>
            </a:r>
          </a:p>
        </p:txBody>
      </p:sp>
      <p:sp>
        <p:nvSpPr>
          <p:cNvPr id="4" name="Fußzeilenplatzhalter 3">
            <a:extLst>
              <a:ext uri="{FF2B5EF4-FFF2-40B4-BE49-F238E27FC236}">
                <a16:creationId xmlns:a16="http://schemas.microsoft.com/office/drawing/2014/main" id="{D0D043AA-A4D9-03F4-C979-4FAAA352C57D}"/>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796AE244-B8C4-E6F8-979F-39B3D1E10959}"/>
              </a:ext>
            </a:extLst>
          </p:cNvPr>
          <p:cNvSpPr>
            <a:spLocks noGrp="1"/>
          </p:cNvSpPr>
          <p:nvPr>
            <p:ph type="sldNum" sz="quarter" idx="12"/>
          </p:nvPr>
        </p:nvSpPr>
        <p:spPr/>
        <p:txBody>
          <a:bodyPr/>
          <a:lstStyle/>
          <a:p>
            <a:fld id="{93C795C4-4A26-412B-AA90-98E97FF83D41}" type="slidenum">
              <a:rPr lang="de-DE" smtClean="0"/>
              <a:pPr/>
              <a:t>‹Nr.›</a:t>
            </a:fld>
            <a:endParaRPr lang="de-DE"/>
          </a:p>
        </p:txBody>
      </p:sp>
    </p:spTree>
    <p:extLst>
      <p:ext uri="{BB962C8B-B14F-4D97-AF65-F5344CB8AC3E}">
        <p14:creationId xmlns:p14="http://schemas.microsoft.com/office/powerpoint/2010/main" val="3756168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woObj" preserve="1">
  <p:cSld name="Content 2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04000" y="1828800"/>
            <a:ext cx="5424000" cy="4065600"/>
          </a:xfrm>
        </p:spPr>
        <p:txBody>
          <a:bodyPr>
            <a:noAutofit/>
          </a:bodyPr>
          <a:lstStyle>
            <a:lvl1pPr>
              <a:defRPr sz="1867"/>
            </a:lvl1pPr>
            <a:lvl2pPr>
              <a:defRPr sz="1867"/>
            </a:lvl2pPr>
            <a:lvl3pPr>
              <a:defRPr sz="1867"/>
            </a:lvl3pPr>
            <a:lvl4pPr>
              <a:defRPr sz="1867"/>
            </a:lvl4pPr>
            <a:lvl5pPr>
              <a:defRPr sz="18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4000" y="1828800"/>
            <a:ext cx="5424000" cy="4065600"/>
          </a:xfrm>
        </p:spPr>
        <p:txBody>
          <a:bodyPr>
            <a:noAutofit/>
          </a:bodyPr>
          <a:lstStyle>
            <a:lvl1pPr>
              <a:defRPr sz="1867"/>
            </a:lvl1pPr>
            <a:lvl2pPr>
              <a:defRPr sz="1867"/>
            </a:lvl2pPr>
            <a:lvl3pPr>
              <a:defRPr sz="1867"/>
            </a:lvl3pPr>
            <a:lvl4pPr>
              <a:defRPr sz="1867"/>
            </a:lvl4pPr>
            <a:lvl5pPr>
              <a:defRPr sz="18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1958749918"/>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column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04000" y="1828800"/>
            <a:ext cx="3504000" cy="4065600"/>
          </a:xfrm>
        </p:spPr>
        <p:txBody>
          <a:bodyPr>
            <a:noAutofit/>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44000" y="1828800"/>
            <a:ext cx="3504000" cy="4065600"/>
          </a:xfrm>
        </p:spPr>
        <p:txBody>
          <a:bodyPr>
            <a:noAutofit/>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t>‹Nr.›</a:t>
            </a:fld>
            <a:endParaRPr lang="de-DE"/>
          </a:p>
        </p:txBody>
      </p:sp>
      <p:sp>
        <p:nvSpPr>
          <p:cNvPr id="8" name="Inhaltsplatzhalter 3"/>
          <p:cNvSpPr>
            <a:spLocks noGrp="1"/>
          </p:cNvSpPr>
          <p:nvPr>
            <p:ph sz="half" idx="13"/>
          </p:nvPr>
        </p:nvSpPr>
        <p:spPr>
          <a:xfrm>
            <a:off x="8188800" y="1828800"/>
            <a:ext cx="3504000" cy="4065600"/>
          </a:xfrm>
        </p:spPr>
        <p:txBody>
          <a:bodyPr>
            <a:noAutofit/>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981363892"/>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small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half" idx="1"/>
          </p:nvPr>
        </p:nvSpPr>
        <p:spPr>
          <a:xfrm>
            <a:off x="503767" y="1828800"/>
            <a:ext cx="7344000" cy="4531784"/>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pPr/>
              <a:t>‹Nr.›</a:t>
            </a:fld>
            <a:endParaRPr lang="de-DE"/>
          </a:p>
        </p:txBody>
      </p:sp>
      <p:sp>
        <p:nvSpPr>
          <p:cNvPr id="9" name="Bildplatzhalter 8"/>
          <p:cNvSpPr>
            <a:spLocks noGrp="1"/>
          </p:cNvSpPr>
          <p:nvPr>
            <p:ph type="pic" sz="quarter" idx="13"/>
          </p:nvPr>
        </p:nvSpPr>
        <p:spPr>
          <a:xfrm>
            <a:off x="8184000" y="1828800"/>
            <a:ext cx="3504000" cy="3504000"/>
          </a:xfrm>
        </p:spPr>
        <p:txBody>
          <a:bodyPr/>
          <a:lstStyle/>
          <a:p>
            <a:r>
              <a:rPr lang="de-DE"/>
              <a:t>Bild durch Klicken auf Symbol hinzufügen</a:t>
            </a:r>
          </a:p>
        </p:txBody>
      </p:sp>
      <p:sp>
        <p:nvSpPr>
          <p:cNvPr id="8" name="Textplatzhalter 4"/>
          <p:cNvSpPr>
            <a:spLocks noGrp="1"/>
          </p:cNvSpPr>
          <p:nvPr>
            <p:ph type="body" sz="half" idx="3" hasCustomPrompt="1"/>
          </p:nvPr>
        </p:nvSpPr>
        <p:spPr>
          <a:xfrm>
            <a:off x="8184000" y="5414400"/>
            <a:ext cx="3504000" cy="480000"/>
          </a:xfrm>
        </p:spPr>
        <p:txBody>
          <a:bodyPr anchor="b" anchorCtr="0">
            <a:noAutofit/>
          </a:bodyPr>
          <a:lstStyle>
            <a:lvl1pPr>
              <a:defRPr sz="1200">
                <a:solidFill>
                  <a:srgbClr val="B00402"/>
                </a:solidFill>
              </a:defRPr>
            </a:lvl1pPr>
            <a:lvl2pPr>
              <a:defRPr sz="1200">
                <a:solidFill>
                  <a:srgbClr val="B00402"/>
                </a:solidFill>
              </a:defRPr>
            </a:lvl2pPr>
            <a:lvl3pPr>
              <a:defRPr sz="1200">
                <a:solidFill>
                  <a:srgbClr val="B00402"/>
                </a:solidFill>
              </a:defRPr>
            </a:lvl3pPr>
            <a:lvl4pPr>
              <a:defRPr sz="1200">
                <a:solidFill>
                  <a:srgbClr val="B00402"/>
                </a:solidFill>
              </a:defRPr>
            </a:lvl4pPr>
            <a:lvl5pPr>
              <a:defRPr sz="1200">
                <a:solidFill>
                  <a:srgbClr val="B00402"/>
                </a:solidFill>
              </a:defRPr>
            </a:lvl5pPr>
          </a:lstStyle>
          <a:p>
            <a:pPr lvl="0"/>
            <a:r>
              <a:rPr lang="de-DE"/>
              <a:t>Additional </a:t>
            </a:r>
            <a:r>
              <a:rPr lang="de-DE" err="1"/>
              <a:t>information</a:t>
            </a:r>
            <a:endParaRPr lang="de-DE"/>
          </a:p>
        </p:txBody>
      </p:sp>
    </p:spTree>
    <p:extLst>
      <p:ext uri="{BB962C8B-B14F-4D97-AF65-F5344CB8AC3E}">
        <p14:creationId xmlns:p14="http://schemas.microsoft.com/office/powerpoint/2010/main" val="3973238236"/>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medium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4" name="Inhaltsplatzhalter 3"/>
          <p:cNvSpPr>
            <a:spLocks noGrp="1"/>
          </p:cNvSpPr>
          <p:nvPr>
            <p:ph sz="half" idx="2"/>
          </p:nvPr>
        </p:nvSpPr>
        <p:spPr>
          <a:xfrm>
            <a:off x="8184000" y="1828800"/>
            <a:ext cx="3504000" cy="3504000"/>
          </a:xfrm>
        </p:spPr>
        <p:txBody>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r>
              <a:rPr lang="de-DE"/>
              <a:t>20.03.2017</a:t>
            </a:r>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93C795C4-4A26-412B-AA90-98E97FF83D41}" type="slidenum">
              <a:rPr lang="de-DE" smtClean="0"/>
              <a:pPr/>
              <a:t>‹Nr.›</a:t>
            </a:fld>
            <a:endParaRPr lang="de-DE"/>
          </a:p>
        </p:txBody>
      </p:sp>
      <p:sp>
        <p:nvSpPr>
          <p:cNvPr id="9" name="Bildplatzhalter 8"/>
          <p:cNvSpPr>
            <a:spLocks noGrp="1"/>
          </p:cNvSpPr>
          <p:nvPr>
            <p:ph type="pic" sz="quarter" idx="13"/>
          </p:nvPr>
        </p:nvSpPr>
        <p:spPr>
          <a:xfrm>
            <a:off x="0" y="1828800"/>
            <a:ext cx="7848000" cy="5030400"/>
          </a:xfrm>
        </p:spPr>
        <p:txBody>
          <a:bodyPr/>
          <a:lstStyle/>
          <a:p>
            <a:r>
              <a:rPr lang="de-DE"/>
              <a:t>Bild durch Klicken auf Symbol hinzufügen</a:t>
            </a:r>
          </a:p>
        </p:txBody>
      </p:sp>
      <p:sp>
        <p:nvSpPr>
          <p:cNvPr id="8" name="Textplatzhalter 4"/>
          <p:cNvSpPr>
            <a:spLocks noGrp="1"/>
          </p:cNvSpPr>
          <p:nvPr>
            <p:ph type="body" sz="half" idx="3" hasCustomPrompt="1"/>
          </p:nvPr>
        </p:nvSpPr>
        <p:spPr>
          <a:xfrm>
            <a:off x="8184000" y="5414400"/>
            <a:ext cx="3504000" cy="480000"/>
          </a:xfrm>
        </p:spPr>
        <p:txBody>
          <a:bodyPr anchor="b" anchorCtr="0">
            <a:noAutofit/>
          </a:bodyPr>
          <a:lstStyle>
            <a:lvl1pPr>
              <a:defRPr sz="1200">
                <a:solidFill>
                  <a:srgbClr val="B00402"/>
                </a:solidFill>
              </a:defRPr>
            </a:lvl1pPr>
            <a:lvl2pPr>
              <a:defRPr sz="1200">
                <a:solidFill>
                  <a:srgbClr val="B00402"/>
                </a:solidFill>
              </a:defRPr>
            </a:lvl2pPr>
            <a:lvl3pPr>
              <a:defRPr sz="1200">
                <a:solidFill>
                  <a:srgbClr val="B00402"/>
                </a:solidFill>
              </a:defRPr>
            </a:lvl3pPr>
            <a:lvl4pPr>
              <a:defRPr sz="1200">
                <a:solidFill>
                  <a:srgbClr val="B00402"/>
                </a:solidFill>
              </a:defRPr>
            </a:lvl4pPr>
            <a:lvl5pPr>
              <a:defRPr sz="1200">
                <a:solidFill>
                  <a:srgbClr val="B00402"/>
                </a:solidFill>
              </a:defRPr>
            </a:lvl5pPr>
          </a:lstStyle>
          <a:p>
            <a:pPr lvl="0"/>
            <a:r>
              <a:rPr lang="de-DE"/>
              <a:t>Additional </a:t>
            </a:r>
            <a:r>
              <a:rPr lang="de-DE" err="1"/>
              <a:t>information</a:t>
            </a:r>
            <a:endParaRPr lang="de-DE"/>
          </a:p>
        </p:txBody>
      </p:sp>
    </p:spTree>
    <p:extLst>
      <p:ext uri="{BB962C8B-B14F-4D97-AF65-F5344CB8AC3E}">
        <p14:creationId xmlns:p14="http://schemas.microsoft.com/office/powerpoint/2010/main" val="2970345424"/>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large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Datumsplatzhalter 2"/>
          <p:cNvSpPr>
            <a:spLocks noGrp="1"/>
          </p:cNvSpPr>
          <p:nvPr>
            <p:ph type="dt" sz="half" idx="10"/>
          </p:nvPr>
        </p:nvSpPr>
        <p:spPr/>
        <p:txBody>
          <a:bodyPr/>
          <a:lstStyle/>
          <a:p>
            <a:r>
              <a:rPr lang="de-DE"/>
              <a:t>20.03.2017</a:t>
            </a:r>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93C795C4-4A26-412B-AA90-98E97FF83D41}" type="slidenum">
              <a:rPr lang="de-DE" smtClean="0"/>
              <a:t>‹Nr.›</a:t>
            </a:fld>
            <a:endParaRPr lang="de-DE"/>
          </a:p>
        </p:txBody>
      </p:sp>
      <p:sp>
        <p:nvSpPr>
          <p:cNvPr id="9" name="Bildplatzhalter 8"/>
          <p:cNvSpPr>
            <a:spLocks noGrp="1"/>
          </p:cNvSpPr>
          <p:nvPr>
            <p:ph type="pic" sz="quarter" idx="13"/>
          </p:nvPr>
        </p:nvSpPr>
        <p:spPr>
          <a:xfrm>
            <a:off x="0" y="1828800"/>
            <a:ext cx="12192000" cy="5030400"/>
          </a:xfrm>
        </p:spPr>
        <p:txBody>
          <a:bodyPr/>
          <a:lstStyle/>
          <a:p>
            <a:r>
              <a:rPr lang="de-DE"/>
              <a:t>Bild durch Klicken auf Symbol hinzufügen</a:t>
            </a:r>
          </a:p>
        </p:txBody>
      </p:sp>
    </p:spTree>
    <p:extLst>
      <p:ext uri="{BB962C8B-B14F-4D97-AF65-F5344CB8AC3E}">
        <p14:creationId xmlns:p14="http://schemas.microsoft.com/office/powerpoint/2010/main" val="1960906151"/>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woObjAndTx" preserve="1">
  <p:cSld name="Graph/Tab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sz="quarter" idx="1"/>
          </p:nvPr>
        </p:nvSpPr>
        <p:spPr>
          <a:xfrm>
            <a:off x="503767" y="1828799"/>
            <a:ext cx="7344000" cy="45312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quarter" idx="2"/>
          </p:nvPr>
        </p:nvSpPr>
        <p:spPr>
          <a:xfrm>
            <a:off x="8184000" y="1828800"/>
            <a:ext cx="3504000" cy="3504000"/>
          </a:xfrm>
        </p:spPr>
        <p:txBody>
          <a:bodyPr/>
          <a:lstStyle>
            <a:lvl1pPr>
              <a:lnSpc>
                <a:spcPts val="1833"/>
              </a:lnSpc>
              <a:defRPr sz="1467"/>
            </a:lvl1pPr>
            <a:lvl2pPr>
              <a:lnSpc>
                <a:spcPts val="1833"/>
              </a:lnSpc>
              <a:defRPr sz="1467"/>
            </a:lvl2pPr>
            <a:lvl3pPr>
              <a:lnSpc>
                <a:spcPts val="1833"/>
              </a:lnSpc>
              <a:defRPr sz="1467"/>
            </a:lvl3pPr>
            <a:lvl4pPr>
              <a:lnSpc>
                <a:spcPts val="1833"/>
              </a:lnSpc>
              <a:defRPr sz="1467"/>
            </a:lvl4pPr>
            <a:lvl5pPr>
              <a:lnSpc>
                <a:spcPts val="1833"/>
              </a:lnSpc>
              <a:defRPr sz="1467"/>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half" idx="3" hasCustomPrompt="1"/>
          </p:nvPr>
        </p:nvSpPr>
        <p:spPr>
          <a:xfrm>
            <a:off x="8184000" y="5414400"/>
            <a:ext cx="3504000" cy="480000"/>
          </a:xfrm>
        </p:spPr>
        <p:txBody>
          <a:bodyPr anchor="b" anchorCtr="0">
            <a:noAutofit/>
          </a:bodyPr>
          <a:lstStyle>
            <a:lvl1pPr>
              <a:defRPr sz="1200">
                <a:solidFill>
                  <a:srgbClr val="B00402"/>
                </a:solidFill>
              </a:defRPr>
            </a:lvl1pPr>
            <a:lvl2pPr>
              <a:defRPr sz="1200">
                <a:solidFill>
                  <a:srgbClr val="B00402"/>
                </a:solidFill>
              </a:defRPr>
            </a:lvl2pPr>
            <a:lvl3pPr>
              <a:defRPr sz="1200">
                <a:solidFill>
                  <a:srgbClr val="B00402"/>
                </a:solidFill>
              </a:defRPr>
            </a:lvl3pPr>
            <a:lvl4pPr>
              <a:defRPr sz="1200">
                <a:solidFill>
                  <a:srgbClr val="B00402"/>
                </a:solidFill>
              </a:defRPr>
            </a:lvl4pPr>
            <a:lvl5pPr>
              <a:defRPr sz="1200">
                <a:solidFill>
                  <a:srgbClr val="B00402"/>
                </a:solidFill>
              </a:defRPr>
            </a:lvl5pPr>
          </a:lstStyle>
          <a:p>
            <a:pPr lvl="0"/>
            <a:r>
              <a:rPr lang="de-DE"/>
              <a:t>Additional </a:t>
            </a:r>
            <a:r>
              <a:rPr lang="de-DE" err="1"/>
              <a:t>information</a:t>
            </a:r>
            <a:endParaRPr lang="de-DE"/>
          </a:p>
        </p:txBody>
      </p:sp>
      <p:sp>
        <p:nvSpPr>
          <p:cNvPr id="6" name="Datumsplatzhalter 5"/>
          <p:cNvSpPr>
            <a:spLocks noGrp="1"/>
          </p:cNvSpPr>
          <p:nvPr>
            <p:ph type="dt" sz="half" idx="10"/>
          </p:nvPr>
        </p:nvSpPr>
        <p:spPr/>
        <p:txBody>
          <a:bodyPr/>
          <a:lstStyle/>
          <a:p>
            <a:r>
              <a:rPr lang="de-DE"/>
              <a:t>20.03.2017</a:t>
            </a:r>
          </a:p>
        </p:txBody>
      </p:sp>
      <p:sp>
        <p:nvSpPr>
          <p:cNvPr id="7" name="Fußzeilenplatzhalter 6"/>
          <p:cNvSpPr>
            <a:spLocks noGrp="1"/>
          </p:cNvSpPr>
          <p:nvPr>
            <p:ph type="ftr" sz="quarter" idx="11"/>
          </p:nvPr>
        </p:nvSpPr>
        <p:spPr/>
        <p:txBody>
          <a:bodyPr/>
          <a:lstStyle/>
          <a:p>
            <a:endParaRPr lang="de-DE"/>
          </a:p>
        </p:txBody>
      </p:sp>
      <p:sp>
        <p:nvSpPr>
          <p:cNvPr id="8" name="Foliennummernplatzhalter 7"/>
          <p:cNvSpPr>
            <a:spLocks noGrp="1"/>
          </p:cNvSpPr>
          <p:nvPr>
            <p:ph type="sldNum" sz="quarter" idx="12"/>
          </p:nvPr>
        </p:nvSpPr>
        <p:spPr/>
        <p:txBody>
          <a:bodyPr/>
          <a:lstStyle/>
          <a:p>
            <a:fld id="{93C795C4-4A26-412B-AA90-98E97FF83D41}" type="slidenum">
              <a:rPr lang="de-DE" smtClean="0"/>
              <a:pPr/>
              <a:t>‹Nr.›</a:t>
            </a:fld>
            <a:endParaRPr lang="de-DE"/>
          </a:p>
        </p:txBody>
      </p:sp>
    </p:spTree>
    <p:extLst>
      <p:ext uri="{BB962C8B-B14F-4D97-AF65-F5344CB8AC3E}">
        <p14:creationId xmlns:p14="http://schemas.microsoft.com/office/powerpoint/2010/main" val="3687353443"/>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Only" preserve="1">
  <p:cSld name="Custom char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Datumsplatzhalter 2"/>
          <p:cNvSpPr>
            <a:spLocks noGrp="1"/>
          </p:cNvSpPr>
          <p:nvPr>
            <p:ph type="dt" sz="half" idx="10"/>
          </p:nvPr>
        </p:nvSpPr>
        <p:spPr/>
        <p:txBody>
          <a:bodyPr/>
          <a:lstStyle/>
          <a:p>
            <a:r>
              <a:rPr lang="de-DE"/>
              <a:t>20.03.2017</a:t>
            </a:r>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3470489868"/>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r>
              <a:rPr lang="de-DE"/>
              <a:t>20.03.2017</a:t>
            </a:r>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93C795C4-4A26-412B-AA90-98E97FF83D41}" type="slidenum">
              <a:rPr lang="de-DE" smtClean="0"/>
              <a:t>‹Nr.›</a:t>
            </a:fld>
            <a:endParaRPr lang="de-DE"/>
          </a:p>
        </p:txBody>
      </p:sp>
    </p:spTree>
    <p:extLst>
      <p:ext uri="{BB962C8B-B14F-4D97-AF65-F5344CB8AC3E}">
        <p14:creationId xmlns:p14="http://schemas.microsoft.com/office/powerpoint/2010/main" val="3930074627"/>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Agenda 1 column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3" name="Inhaltsplatzhalter 2"/>
          <p:cNvSpPr>
            <a:spLocks noGrp="1"/>
          </p:cNvSpPr>
          <p:nvPr>
            <p:ph idx="1"/>
          </p:nvPr>
        </p:nvSpPr>
        <p:spPr>
          <a:xfrm>
            <a:off x="504000" y="1828800"/>
            <a:ext cx="7344000" cy="4065600"/>
          </a:xfrm>
        </p:spPr>
        <p:txBody>
          <a:bodyPr/>
          <a:lstStyle>
            <a:lvl1pPr marL="474121" indent="-474121">
              <a:spcAft>
                <a:spcPts val="1333"/>
              </a:spcAft>
              <a:buFont typeface="+mj-lt"/>
              <a:buAutoNum type="arabicPeriod"/>
              <a:defRPr>
                <a:latin typeface="+mj-lt"/>
              </a:defRPr>
            </a:lvl1pPr>
            <a:lvl2pPr marL="723882" indent="-249760">
              <a:spcAft>
                <a:spcPts val="1333"/>
              </a:spcAft>
              <a:defRPr>
                <a:latin typeface="+mj-lt"/>
              </a:defRPr>
            </a:lvl2pPr>
            <a:lvl3pPr marL="960943" indent="-237061">
              <a:spcAft>
                <a:spcPts val="1333"/>
              </a:spcAft>
              <a:defRPr>
                <a:latin typeface="+mj-lt"/>
              </a:defRPr>
            </a:lvl3pPr>
            <a:lvl4pPr marL="1198003" indent="-237061">
              <a:spcAft>
                <a:spcPts val="1333"/>
              </a:spcAft>
              <a:defRPr>
                <a:latin typeface="+mj-lt"/>
              </a:defRPr>
            </a:lvl4pPr>
            <a:lvl5pPr marL="1435064" indent="-237061">
              <a:spcAft>
                <a:spcPts val="1333"/>
              </a:spcAft>
              <a:defRPr>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853419541"/>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2 columns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A1C0A"/>
                </a:solidFill>
              </a:defRPr>
            </a:lvl1pPr>
          </a:lstStyle>
          <a:p>
            <a:r>
              <a:rPr lang="de-DE"/>
              <a:t>Mastertitelformat bearbeiten</a:t>
            </a:r>
          </a:p>
        </p:txBody>
      </p:sp>
      <p:sp>
        <p:nvSpPr>
          <p:cNvPr id="3" name="Inhaltsplatzhalter 2"/>
          <p:cNvSpPr>
            <a:spLocks noGrp="1"/>
          </p:cNvSpPr>
          <p:nvPr>
            <p:ph sz="half" idx="1"/>
          </p:nvPr>
        </p:nvSpPr>
        <p:spPr>
          <a:xfrm>
            <a:off x="504000" y="1828800"/>
            <a:ext cx="542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4000" y="1828800"/>
            <a:ext cx="542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000000"/>
                </a:solidFill>
              </a:defRPr>
            </a:lvl1pPr>
          </a:lstStyle>
          <a:p>
            <a:endParaRPr lang="de-DE"/>
          </a:p>
        </p:txBody>
      </p:sp>
      <p:pic>
        <p:nvPicPr>
          <p:cNvPr id="7"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1373609924"/>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Agenda 3 columns whi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EA1C0A"/>
                </a:solidFill>
              </a:defRPr>
            </a:lvl1pPr>
          </a:lstStyle>
          <a:p>
            <a:r>
              <a:rPr lang="de-DE"/>
              <a:t>Mastertitelformat bearbeiten</a:t>
            </a:r>
          </a:p>
        </p:txBody>
      </p:sp>
      <p:sp>
        <p:nvSpPr>
          <p:cNvPr id="3" name="Inhaltsplatzhalter 2"/>
          <p:cNvSpPr>
            <a:spLocks noGrp="1"/>
          </p:cNvSpPr>
          <p:nvPr>
            <p:ph sz="half" idx="1"/>
          </p:nvPr>
        </p:nvSpPr>
        <p:spPr>
          <a:xfrm>
            <a:off x="504000" y="1828800"/>
            <a:ext cx="350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44000" y="1828800"/>
            <a:ext cx="350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000000"/>
                </a:solidFill>
              </a:defRPr>
            </a:lvl1pPr>
          </a:lstStyle>
          <a:p>
            <a:endParaRPr lang="de-DE"/>
          </a:p>
        </p:txBody>
      </p:sp>
      <p:sp>
        <p:nvSpPr>
          <p:cNvPr id="8" name="Inhaltsplatzhalter 3"/>
          <p:cNvSpPr>
            <a:spLocks noGrp="1"/>
          </p:cNvSpPr>
          <p:nvPr>
            <p:ph sz="half" idx="13"/>
          </p:nvPr>
        </p:nvSpPr>
        <p:spPr>
          <a:xfrm>
            <a:off x="8188800" y="1828800"/>
            <a:ext cx="3504000" cy="3120000"/>
          </a:xfrm>
        </p:spPr>
        <p:txBody>
          <a:bodyPr>
            <a:noAutofit/>
          </a:bodyPr>
          <a:lstStyle>
            <a:lvl1pPr marL="474121" indent="-474121">
              <a:spcAft>
                <a:spcPts val="1333"/>
              </a:spcAft>
              <a:buFont typeface="+mj-lt"/>
              <a:buAutoNum type="arabicPeriod"/>
              <a:defRPr sz="1867">
                <a:solidFill>
                  <a:srgbClr val="000000"/>
                </a:solidFill>
                <a:latin typeface="+mj-lt"/>
              </a:defRPr>
            </a:lvl1pPr>
            <a:lvl2pPr marL="723882" indent="-249760">
              <a:spcAft>
                <a:spcPts val="1333"/>
              </a:spcAft>
              <a:defRPr sz="1867">
                <a:solidFill>
                  <a:srgbClr val="000000"/>
                </a:solidFill>
                <a:latin typeface="+mj-lt"/>
              </a:defRPr>
            </a:lvl2pPr>
            <a:lvl3pPr marL="960943" indent="-237061">
              <a:spcAft>
                <a:spcPts val="1333"/>
              </a:spcAft>
              <a:defRPr sz="1867">
                <a:solidFill>
                  <a:srgbClr val="000000"/>
                </a:solidFill>
                <a:latin typeface="+mj-lt"/>
              </a:defRPr>
            </a:lvl3pPr>
            <a:lvl4pPr marL="1198003" indent="-237061">
              <a:spcAft>
                <a:spcPts val="1333"/>
              </a:spcAft>
              <a:defRPr sz="1867">
                <a:solidFill>
                  <a:srgbClr val="000000"/>
                </a:solidFill>
                <a:latin typeface="+mj-lt"/>
              </a:defRPr>
            </a:lvl4pPr>
            <a:lvl5pPr marL="1435064" indent="-237061">
              <a:spcAft>
                <a:spcPts val="1333"/>
              </a:spcAft>
              <a:defRPr sz="1867">
                <a:solidFill>
                  <a:srgbClr val="000000"/>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10"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1575917654"/>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Agenda 1 column blu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de-DE"/>
              <a:t>Mastertitelformat bearbeiten</a:t>
            </a:r>
          </a:p>
        </p:txBody>
      </p:sp>
      <p:sp>
        <p:nvSpPr>
          <p:cNvPr id="3" name="Inhaltsplatzhalter 2"/>
          <p:cNvSpPr>
            <a:spLocks noGrp="1"/>
          </p:cNvSpPr>
          <p:nvPr>
            <p:ph idx="1"/>
          </p:nvPr>
        </p:nvSpPr>
        <p:spPr>
          <a:xfrm>
            <a:off x="504000" y="1828800"/>
            <a:ext cx="7344000" cy="4065600"/>
          </a:xfrm>
        </p:spPr>
        <p:txBody>
          <a:bodyPr/>
          <a:lstStyle>
            <a:lvl1pPr marL="474121" indent="-474121">
              <a:spcAft>
                <a:spcPts val="1333"/>
              </a:spcAft>
              <a:buFont typeface="+mj-lt"/>
              <a:buAutoNum type="arabicPeriod"/>
              <a:defRPr>
                <a:solidFill>
                  <a:srgbClr val="FFFFFF"/>
                </a:solidFill>
                <a:latin typeface="+mj-lt"/>
              </a:defRPr>
            </a:lvl1pPr>
            <a:lvl2pPr marL="723882" indent="-249760">
              <a:spcAft>
                <a:spcPts val="1333"/>
              </a:spcAft>
              <a:defRPr>
                <a:solidFill>
                  <a:srgbClr val="FFFFFF"/>
                </a:solidFill>
                <a:latin typeface="+mj-lt"/>
              </a:defRPr>
            </a:lvl2pPr>
            <a:lvl3pPr marL="960943" indent="-237061">
              <a:spcAft>
                <a:spcPts val="1333"/>
              </a:spcAft>
              <a:defRPr>
                <a:solidFill>
                  <a:srgbClr val="FFFFFF"/>
                </a:solidFill>
                <a:latin typeface="+mj-lt"/>
              </a:defRPr>
            </a:lvl3pPr>
            <a:lvl4pPr marL="1198003" indent="-237061">
              <a:spcAft>
                <a:spcPts val="1333"/>
              </a:spcAft>
              <a:defRPr>
                <a:solidFill>
                  <a:srgbClr val="FFFFFF"/>
                </a:solidFill>
                <a:latin typeface="+mj-lt"/>
              </a:defRPr>
            </a:lvl4pPr>
            <a:lvl5pPr marL="1435064" indent="-237061">
              <a:spcAft>
                <a:spcPts val="1333"/>
              </a:spcAft>
              <a:defRPr>
                <a:solidFill>
                  <a:srgbClr val="FFFFFF"/>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p:cNvSpPr>
            <a:spLocks noGrp="1"/>
          </p:cNvSpPr>
          <p:nvPr>
            <p:ph type="ftr" sz="quarter" idx="11"/>
          </p:nvPr>
        </p:nvSpPr>
        <p:spPr/>
        <p:txBody>
          <a:bodyPr/>
          <a:lstStyle>
            <a:lvl1pPr>
              <a:defRPr>
                <a:solidFill>
                  <a:srgbClr val="FFFFFF"/>
                </a:solidFill>
              </a:defRPr>
            </a:lvl1pPr>
          </a:lstStyle>
          <a:p>
            <a:endParaRPr lang="de-DE"/>
          </a:p>
        </p:txBody>
      </p:sp>
      <p:pic>
        <p:nvPicPr>
          <p:cNvPr id="6"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792995197"/>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genda 2 columns blu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de-DE"/>
              <a:t>Mastertitelformat bearbeiten</a:t>
            </a:r>
          </a:p>
        </p:txBody>
      </p:sp>
      <p:sp>
        <p:nvSpPr>
          <p:cNvPr id="3" name="Inhaltsplatzhalter 2"/>
          <p:cNvSpPr>
            <a:spLocks noGrp="1"/>
          </p:cNvSpPr>
          <p:nvPr>
            <p:ph sz="half" idx="1"/>
          </p:nvPr>
        </p:nvSpPr>
        <p:spPr>
          <a:xfrm>
            <a:off x="504000" y="1828800"/>
            <a:ext cx="542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264000" y="1828800"/>
            <a:ext cx="542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FFFFFF"/>
                </a:solidFill>
              </a:defRPr>
            </a:lvl1pPr>
          </a:lstStyle>
          <a:p>
            <a:endParaRPr lang="de-DE"/>
          </a:p>
        </p:txBody>
      </p:sp>
      <p:pic>
        <p:nvPicPr>
          <p:cNvPr id="9"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3828531053"/>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genda 3 columns blu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de-DE"/>
              <a:t>Mastertitelformat bearbeiten</a:t>
            </a:r>
          </a:p>
        </p:txBody>
      </p:sp>
      <p:sp>
        <p:nvSpPr>
          <p:cNvPr id="3" name="Inhaltsplatzhalter 2"/>
          <p:cNvSpPr>
            <a:spLocks noGrp="1"/>
          </p:cNvSpPr>
          <p:nvPr>
            <p:ph sz="half" idx="1"/>
          </p:nvPr>
        </p:nvSpPr>
        <p:spPr>
          <a:xfrm>
            <a:off x="504000" y="1828800"/>
            <a:ext cx="350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344000" y="1828800"/>
            <a:ext cx="350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11"/>
          </p:nvPr>
        </p:nvSpPr>
        <p:spPr/>
        <p:txBody>
          <a:bodyPr/>
          <a:lstStyle>
            <a:lvl1pPr>
              <a:defRPr>
                <a:solidFill>
                  <a:srgbClr val="FFFFFF"/>
                </a:solidFill>
              </a:defRPr>
            </a:lvl1pPr>
          </a:lstStyle>
          <a:p>
            <a:endParaRPr lang="de-DE"/>
          </a:p>
        </p:txBody>
      </p:sp>
      <p:sp>
        <p:nvSpPr>
          <p:cNvPr id="8" name="Inhaltsplatzhalter 3"/>
          <p:cNvSpPr>
            <a:spLocks noGrp="1"/>
          </p:cNvSpPr>
          <p:nvPr>
            <p:ph sz="half" idx="13"/>
          </p:nvPr>
        </p:nvSpPr>
        <p:spPr>
          <a:xfrm>
            <a:off x="8188800" y="1828800"/>
            <a:ext cx="3504000" cy="3120000"/>
          </a:xfrm>
        </p:spPr>
        <p:txBody>
          <a:bodyPr>
            <a:noAutofit/>
          </a:bodyPr>
          <a:lstStyle>
            <a:lvl1pPr marL="474121" indent="-474121">
              <a:spcAft>
                <a:spcPts val="1333"/>
              </a:spcAft>
              <a:buFont typeface="+mj-lt"/>
              <a:buAutoNum type="arabicPeriod"/>
              <a:defRPr sz="1867">
                <a:solidFill>
                  <a:srgbClr val="FFFFFF"/>
                </a:solidFill>
                <a:latin typeface="+mj-lt"/>
              </a:defRPr>
            </a:lvl1pPr>
            <a:lvl2pPr marL="723882" indent="-249760">
              <a:spcAft>
                <a:spcPts val="1333"/>
              </a:spcAft>
              <a:defRPr sz="1867">
                <a:solidFill>
                  <a:srgbClr val="FFFFFF"/>
                </a:solidFill>
                <a:latin typeface="+mj-lt"/>
              </a:defRPr>
            </a:lvl2pPr>
            <a:lvl3pPr marL="960943" indent="-237061">
              <a:spcAft>
                <a:spcPts val="1333"/>
              </a:spcAft>
              <a:defRPr sz="1867">
                <a:solidFill>
                  <a:srgbClr val="FFFFFF"/>
                </a:solidFill>
                <a:latin typeface="+mj-lt"/>
              </a:defRPr>
            </a:lvl3pPr>
            <a:lvl4pPr marL="1198003" indent="-237061">
              <a:spcAft>
                <a:spcPts val="1333"/>
              </a:spcAft>
              <a:defRPr sz="1867">
                <a:solidFill>
                  <a:srgbClr val="FFFFFF"/>
                </a:solidFill>
                <a:latin typeface="+mj-lt"/>
              </a:defRPr>
            </a:lvl4pPr>
            <a:lvl5pPr marL="1435064" indent="-237061">
              <a:spcAft>
                <a:spcPts val="1333"/>
              </a:spcAft>
              <a:defRPr sz="1867">
                <a:solidFill>
                  <a:srgbClr val="FFFFFF"/>
                </a:solidFill>
                <a:latin typeface="+mj-lt"/>
              </a:defRPr>
            </a:lvl5pPr>
            <a:lvl6pPr>
              <a:defRPr sz="2400"/>
            </a:lvl6pPr>
            <a:lvl7pPr>
              <a:defRPr sz="2400"/>
            </a:lvl7pPr>
            <a:lvl8pPr>
              <a:defRPr sz="2400"/>
            </a:lvl8pPr>
            <a:lvl9pPr>
              <a:defRPr sz="24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9"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48001" y="5764800"/>
            <a:ext cx="2072260" cy="614400"/>
          </a:xfrm>
          <a:prstGeom prst="rect">
            <a:avLst/>
          </a:prstGeom>
        </p:spPr>
      </p:pic>
    </p:spTree>
    <p:extLst>
      <p:ext uri="{BB962C8B-B14F-4D97-AF65-F5344CB8AC3E}">
        <p14:creationId xmlns:p14="http://schemas.microsoft.com/office/powerpoint/2010/main" val="1449866960"/>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hapter less colour">
    <p:spTree>
      <p:nvGrpSpPr>
        <p:cNvPr id="1" name=""/>
        <p:cNvGrpSpPr/>
        <p:nvPr/>
      </p:nvGrpSpPr>
      <p:grpSpPr>
        <a:xfrm>
          <a:off x="0" y="0"/>
          <a:ext cx="0" cy="0"/>
          <a:chOff x="0" y="0"/>
          <a:chExt cx="0" cy="0"/>
        </a:xfrm>
      </p:grpSpPr>
      <p:sp>
        <p:nvSpPr>
          <p:cNvPr id="2" name="Titel 1"/>
          <p:cNvSpPr>
            <a:spLocks noGrp="1"/>
          </p:cNvSpPr>
          <p:nvPr>
            <p:ph type="title"/>
          </p:nvPr>
        </p:nvSpPr>
        <p:spPr>
          <a:xfrm>
            <a:off x="2088000" y="1545600"/>
            <a:ext cx="8016000" cy="3432000"/>
          </a:xfrm>
        </p:spPr>
        <p:txBody>
          <a:bodyPr anchor="b" anchorCtr="0">
            <a:noAutofit/>
          </a:bodyPr>
          <a:lstStyle>
            <a:lvl1pPr algn="r">
              <a:lnSpc>
                <a:spcPts val="8533"/>
              </a:lnSpc>
              <a:defRPr sz="8533" b="0" cap="none" baseline="0"/>
            </a:lvl1pPr>
          </a:lstStyle>
          <a:p>
            <a:r>
              <a:rPr lang="de-DE"/>
              <a:t>Mastertitelformat bearbeiten</a:t>
            </a:r>
          </a:p>
        </p:txBody>
      </p:sp>
      <p:grpSp>
        <p:nvGrpSpPr>
          <p:cNvPr id="10" name="Gruppieren 9"/>
          <p:cNvGrpSpPr/>
          <p:nvPr userDrawn="1"/>
        </p:nvGrpSpPr>
        <p:grpSpPr>
          <a:xfrm>
            <a:off x="10632000" y="0"/>
            <a:ext cx="1560000" cy="6859200"/>
            <a:chOff x="7974000" y="0"/>
            <a:chExt cx="1170000" cy="5144400"/>
          </a:xfrm>
        </p:grpSpPr>
        <p:sp>
          <p:nvSpPr>
            <p:cNvPr id="7" name="Rechteck 6"/>
            <p:cNvSpPr/>
            <p:nvPr userDrawn="1"/>
          </p:nvSpPr>
          <p:spPr>
            <a:xfrm>
              <a:off x="8766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8" name="Rechteck 7"/>
            <p:cNvSpPr/>
            <p:nvPr userDrawn="1"/>
          </p:nvSpPr>
          <p:spPr>
            <a:xfrm>
              <a:off x="81972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7974000" y="0"/>
              <a:ext cx="2232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spTree>
    <p:extLst>
      <p:ext uri="{BB962C8B-B14F-4D97-AF65-F5344CB8AC3E}">
        <p14:creationId xmlns:p14="http://schemas.microsoft.com/office/powerpoint/2010/main" val="1102428180"/>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hapter full color 1">
    <p:spTree>
      <p:nvGrpSpPr>
        <p:cNvPr id="1" name=""/>
        <p:cNvGrpSpPr/>
        <p:nvPr/>
      </p:nvGrpSpPr>
      <p:grpSpPr>
        <a:xfrm>
          <a:off x="0" y="0"/>
          <a:ext cx="0" cy="0"/>
          <a:chOff x="0" y="0"/>
          <a:chExt cx="0" cy="0"/>
        </a:xfrm>
      </p:grpSpPr>
      <p:sp>
        <p:nvSpPr>
          <p:cNvPr id="2" name="Titel 1"/>
          <p:cNvSpPr>
            <a:spLocks noGrp="1"/>
          </p:cNvSpPr>
          <p:nvPr>
            <p:ph type="title"/>
          </p:nvPr>
        </p:nvSpPr>
        <p:spPr>
          <a:xfrm>
            <a:off x="350400" y="1545600"/>
            <a:ext cx="8016000" cy="3432000"/>
          </a:xfrm>
        </p:spPr>
        <p:txBody>
          <a:bodyPr anchor="b" anchorCtr="0">
            <a:noAutofit/>
          </a:bodyPr>
          <a:lstStyle>
            <a:lvl1pPr algn="r">
              <a:lnSpc>
                <a:spcPts val="8533"/>
              </a:lnSpc>
              <a:defRPr sz="8533" b="0" cap="none" baseline="0">
                <a:solidFill>
                  <a:srgbClr val="FFFFFF"/>
                </a:solidFill>
              </a:defRPr>
            </a:lvl1pPr>
          </a:lstStyle>
          <a:p>
            <a:r>
              <a:rPr lang="de-DE"/>
              <a:t>Mastertitelformat bearbeiten</a:t>
            </a:r>
          </a:p>
        </p:txBody>
      </p:sp>
      <p:grpSp>
        <p:nvGrpSpPr>
          <p:cNvPr id="3" name="Gruppieren 2"/>
          <p:cNvGrpSpPr/>
          <p:nvPr userDrawn="1"/>
        </p:nvGrpSpPr>
        <p:grpSpPr>
          <a:xfrm>
            <a:off x="8870400" y="0"/>
            <a:ext cx="3321600" cy="6859200"/>
            <a:chOff x="6652800" y="0"/>
            <a:chExt cx="2491200" cy="5144400"/>
          </a:xfrm>
        </p:grpSpPr>
        <p:sp>
          <p:nvSpPr>
            <p:cNvPr id="8" name="Rechteck 7"/>
            <p:cNvSpPr/>
            <p:nvPr userDrawn="1"/>
          </p:nvSpPr>
          <p:spPr>
            <a:xfrm>
              <a:off x="7030800" y="0"/>
              <a:ext cx="21132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6652800" y="0"/>
              <a:ext cx="3780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spTree>
    <p:extLst>
      <p:ext uri="{BB962C8B-B14F-4D97-AF65-F5344CB8AC3E}">
        <p14:creationId xmlns:p14="http://schemas.microsoft.com/office/powerpoint/2010/main" val="1521413056"/>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hapter full color 2">
    <p:spTree>
      <p:nvGrpSpPr>
        <p:cNvPr id="1" name=""/>
        <p:cNvGrpSpPr/>
        <p:nvPr/>
      </p:nvGrpSpPr>
      <p:grpSpPr>
        <a:xfrm>
          <a:off x="0" y="0"/>
          <a:ext cx="0" cy="0"/>
          <a:chOff x="0" y="0"/>
          <a:chExt cx="0" cy="0"/>
        </a:xfrm>
      </p:grpSpPr>
      <p:sp>
        <p:nvSpPr>
          <p:cNvPr id="2" name="Titel 1"/>
          <p:cNvSpPr>
            <a:spLocks noGrp="1"/>
          </p:cNvSpPr>
          <p:nvPr>
            <p:ph type="title"/>
          </p:nvPr>
        </p:nvSpPr>
        <p:spPr>
          <a:xfrm>
            <a:off x="1358400" y="1545600"/>
            <a:ext cx="8016000" cy="3432000"/>
          </a:xfrm>
        </p:spPr>
        <p:txBody>
          <a:bodyPr anchor="b" anchorCtr="0">
            <a:noAutofit/>
          </a:bodyPr>
          <a:lstStyle>
            <a:lvl1pPr algn="r">
              <a:lnSpc>
                <a:spcPts val="8533"/>
              </a:lnSpc>
              <a:defRPr sz="8533" b="0" cap="none" baseline="0">
                <a:solidFill>
                  <a:srgbClr val="FFFFFF"/>
                </a:solidFill>
              </a:defRPr>
            </a:lvl1pPr>
          </a:lstStyle>
          <a:p>
            <a:r>
              <a:rPr lang="de-DE"/>
              <a:t>Mastertitelformat bearbeiten</a:t>
            </a:r>
          </a:p>
        </p:txBody>
      </p:sp>
      <p:sp>
        <p:nvSpPr>
          <p:cNvPr id="8" name="Rechteck 7"/>
          <p:cNvSpPr/>
          <p:nvPr userDrawn="1"/>
        </p:nvSpPr>
        <p:spPr>
          <a:xfrm>
            <a:off x="9878400" y="0"/>
            <a:ext cx="2313600" cy="68592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0" y="0"/>
            <a:ext cx="801600" cy="68592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Tree>
    <p:extLst>
      <p:ext uri="{BB962C8B-B14F-4D97-AF65-F5344CB8AC3E}">
        <p14:creationId xmlns:p14="http://schemas.microsoft.com/office/powerpoint/2010/main" val="1574164823"/>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losing chart less color">
    <p:spTree>
      <p:nvGrpSpPr>
        <p:cNvPr id="1" name=""/>
        <p:cNvGrpSpPr/>
        <p:nvPr/>
      </p:nvGrpSpPr>
      <p:grpSpPr>
        <a:xfrm>
          <a:off x="0" y="0"/>
          <a:ext cx="0" cy="0"/>
          <a:chOff x="0" y="0"/>
          <a:chExt cx="0" cy="0"/>
        </a:xfrm>
      </p:grpSpPr>
      <p:pic>
        <p:nvPicPr>
          <p:cNvPr id="5" name="EON_Logo_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5601" y="4348800"/>
            <a:ext cx="2833169" cy="840000"/>
          </a:xfrm>
          <a:prstGeom prst="rect">
            <a:avLst/>
          </a:prstGeom>
        </p:spPr>
      </p:pic>
      <p:grpSp>
        <p:nvGrpSpPr>
          <p:cNvPr id="11" name="Gruppieren 10"/>
          <p:cNvGrpSpPr/>
          <p:nvPr userDrawn="1"/>
        </p:nvGrpSpPr>
        <p:grpSpPr>
          <a:xfrm>
            <a:off x="10632000" y="0"/>
            <a:ext cx="1560000" cy="6859200"/>
            <a:chOff x="7974000" y="0"/>
            <a:chExt cx="1170000" cy="5144400"/>
          </a:xfrm>
        </p:grpSpPr>
        <p:sp>
          <p:nvSpPr>
            <p:cNvPr id="8" name="Rechteck 7"/>
            <p:cNvSpPr/>
            <p:nvPr userDrawn="1"/>
          </p:nvSpPr>
          <p:spPr>
            <a:xfrm>
              <a:off x="8766000" y="0"/>
              <a:ext cx="378000" cy="51444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8197200" y="0"/>
              <a:ext cx="568800" cy="5144400"/>
            </a:xfrm>
            <a:prstGeom prst="rect">
              <a:avLst/>
            </a:prstGeom>
            <a:solidFill>
              <a:srgbClr val="EA1C0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10" name="Rechteck 9"/>
            <p:cNvSpPr/>
            <p:nvPr userDrawn="1"/>
          </p:nvSpPr>
          <p:spPr>
            <a:xfrm>
              <a:off x="7974000" y="0"/>
              <a:ext cx="223200" cy="51444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sp>
        <p:nvSpPr>
          <p:cNvPr id="3" name="Textplatzhalter 2"/>
          <p:cNvSpPr>
            <a:spLocks noGrp="1"/>
          </p:cNvSpPr>
          <p:nvPr>
            <p:ph type="body" sz="quarter" idx="10"/>
          </p:nvPr>
        </p:nvSpPr>
        <p:spPr>
          <a:xfrm>
            <a:off x="3739200" y="1545600"/>
            <a:ext cx="6388800" cy="1440000"/>
          </a:xfrm>
        </p:spPr>
        <p:txBody>
          <a:bodyPr/>
          <a:lstStyle>
            <a:lvl1pPr algn="r">
              <a:lnSpc>
                <a:spcPct val="100000"/>
              </a:lnSpc>
              <a:spcAft>
                <a:spcPts val="0"/>
              </a:spcAft>
              <a:defRPr sz="8000">
                <a:solidFill>
                  <a:srgbClr val="EA1C0A"/>
                </a:solidFill>
                <a:latin typeface="+mj-lt"/>
              </a:defRPr>
            </a:lvl1pPr>
            <a:lvl2pPr algn="r">
              <a:lnSpc>
                <a:spcPct val="100000"/>
              </a:lnSpc>
              <a:spcAft>
                <a:spcPts val="0"/>
              </a:spcAft>
              <a:defRPr sz="8000">
                <a:solidFill>
                  <a:srgbClr val="EA1C0A"/>
                </a:solidFill>
                <a:latin typeface="+mj-lt"/>
              </a:defRPr>
            </a:lvl2pPr>
            <a:lvl3pPr algn="r">
              <a:lnSpc>
                <a:spcPct val="100000"/>
              </a:lnSpc>
              <a:spcAft>
                <a:spcPts val="0"/>
              </a:spcAft>
              <a:defRPr sz="8000">
                <a:solidFill>
                  <a:srgbClr val="EA1C0A"/>
                </a:solidFill>
                <a:latin typeface="+mj-lt"/>
              </a:defRPr>
            </a:lvl3pPr>
            <a:lvl4pPr algn="r">
              <a:lnSpc>
                <a:spcPct val="100000"/>
              </a:lnSpc>
              <a:spcAft>
                <a:spcPts val="0"/>
              </a:spcAft>
              <a:defRPr sz="8000">
                <a:solidFill>
                  <a:srgbClr val="EA1C0A"/>
                </a:solidFill>
                <a:latin typeface="+mj-lt"/>
              </a:defRPr>
            </a:lvl4pPr>
            <a:lvl5pPr algn="r">
              <a:lnSpc>
                <a:spcPct val="100000"/>
              </a:lnSpc>
              <a:spcAft>
                <a:spcPts val="0"/>
              </a:spcAft>
              <a:defRPr sz="8000">
                <a:solidFill>
                  <a:srgbClr val="EA1C0A"/>
                </a:solidFill>
                <a:latin typeface="+mj-lt"/>
              </a:defRPr>
            </a:lvl5pPr>
          </a:lstStyle>
          <a:p>
            <a:pPr lvl="0"/>
            <a:r>
              <a:rPr lang="de-DE"/>
              <a:t>Mastertextformat bearbeiten</a:t>
            </a:r>
          </a:p>
        </p:txBody>
      </p:sp>
      <p:sp>
        <p:nvSpPr>
          <p:cNvPr id="7" name="Textplatzhalter 6"/>
          <p:cNvSpPr>
            <a:spLocks noGrp="1"/>
          </p:cNvSpPr>
          <p:nvPr>
            <p:ph type="body" sz="quarter" idx="11"/>
          </p:nvPr>
        </p:nvSpPr>
        <p:spPr>
          <a:xfrm>
            <a:off x="3739200" y="3024000"/>
            <a:ext cx="6388800" cy="1032000"/>
          </a:xfrm>
        </p:spPr>
        <p:txBody>
          <a:bodyPr/>
          <a:lstStyle>
            <a:lvl1pPr algn="r">
              <a:lnSpc>
                <a:spcPct val="100000"/>
              </a:lnSpc>
              <a:spcAft>
                <a:spcPts val="0"/>
              </a:spcAft>
              <a:defRPr sz="3333">
                <a:solidFill>
                  <a:srgbClr val="EA1C0A"/>
                </a:solidFill>
              </a:defRPr>
            </a:lvl1pPr>
          </a:lstStyle>
          <a:p>
            <a:pPr lvl="0"/>
            <a:r>
              <a:rPr lang="de-DE"/>
              <a:t>Mastertextformat bearbeiten</a:t>
            </a:r>
          </a:p>
        </p:txBody>
      </p:sp>
    </p:spTree>
    <p:extLst>
      <p:ext uri="{BB962C8B-B14F-4D97-AF65-F5344CB8AC3E}">
        <p14:creationId xmlns:p14="http://schemas.microsoft.com/office/powerpoint/2010/main" val="3523062154"/>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losing chart full color">
    <p:spTree>
      <p:nvGrpSpPr>
        <p:cNvPr id="1" name=""/>
        <p:cNvGrpSpPr/>
        <p:nvPr/>
      </p:nvGrpSpPr>
      <p:grpSpPr>
        <a:xfrm>
          <a:off x="0" y="0"/>
          <a:ext cx="0" cy="0"/>
          <a:chOff x="0" y="0"/>
          <a:chExt cx="0" cy="0"/>
        </a:xfrm>
      </p:grpSpPr>
      <p:sp>
        <p:nvSpPr>
          <p:cNvPr id="8" name="Rechteck 7"/>
          <p:cNvSpPr/>
          <p:nvPr userDrawn="1"/>
        </p:nvSpPr>
        <p:spPr>
          <a:xfrm>
            <a:off x="1051200" y="0"/>
            <a:ext cx="504000" cy="6859200"/>
          </a:xfrm>
          <a:prstGeom prst="rect">
            <a:avLst/>
          </a:prstGeom>
          <a:solidFill>
            <a:srgbClr val="5CC1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9" name="Rechteck 8"/>
          <p:cNvSpPr/>
          <p:nvPr userDrawn="1"/>
        </p:nvSpPr>
        <p:spPr>
          <a:xfrm>
            <a:off x="0" y="0"/>
            <a:ext cx="1051200" cy="6859200"/>
          </a:xfrm>
          <a:prstGeom prst="rect">
            <a:avLst/>
          </a:prstGeom>
          <a:solidFill>
            <a:srgbClr val="E3E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10" name="Rechteck 9"/>
          <p:cNvSpPr/>
          <p:nvPr userDrawn="1"/>
        </p:nvSpPr>
        <p:spPr>
          <a:xfrm>
            <a:off x="8457600" y="0"/>
            <a:ext cx="3734400" cy="6859200"/>
          </a:xfrm>
          <a:prstGeom prst="rect">
            <a:avLst/>
          </a:prstGeom>
          <a:solidFill>
            <a:srgbClr val="B004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pic>
        <p:nvPicPr>
          <p:cNvPr id="2" name="EON_Logo_w"/>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121601" y="4348800"/>
            <a:ext cx="2833169" cy="840000"/>
          </a:xfrm>
          <a:prstGeom prst="rect">
            <a:avLst/>
          </a:prstGeom>
        </p:spPr>
      </p:pic>
      <p:sp>
        <p:nvSpPr>
          <p:cNvPr id="4" name="Textplatzhalter 3"/>
          <p:cNvSpPr>
            <a:spLocks noGrp="1"/>
          </p:cNvSpPr>
          <p:nvPr>
            <p:ph type="body" sz="quarter" idx="10"/>
          </p:nvPr>
        </p:nvSpPr>
        <p:spPr>
          <a:xfrm>
            <a:off x="1555200" y="1545600"/>
            <a:ext cx="6388800" cy="1440000"/>
          </a:xfrm>
        </p:spPr>
        <p:txBody>
          <a:bodyPr/>
          <a:lstStyle>
            <a:lvl1pPr algn="r">
              <a:lnSpc>
                <a:spcPct val="100000"/>
              </a:lnSpc>
              <a:spcAft>
                <a:spcPts val="0"/>
              </a:spcAft>
              <a:defRPr sz="8000">
                <a:solidFill>
                  <a:srgbClr val="FFFFFF"/>
                </a:solidFill>
                <a:latin typeface="+mj-lt"/>
              </a:defRPr>
            </a:lvl1pPr>
            <a:lvl2pPr algn="r">
              <a:lnSpc>
                <a:spcPct val="100000"/>
              </a:lnSpc>
              <a:spcAft>
                <a:spcPts val="0"/>
              </a:spcAft>
              <a:defRPr sz="8000">
                <a:solidFill>
                  <a:srgbClr val="FFFFFF"/>
                </a:solidFill>
                <a:latin typeface="+mj-lt"/>
              </a:defRPr>
            </a:lvl2pPr>
            <a:lvl3pPr algn="r">
              <a:lnSpc>
                <a:spcPct val="100000"/>
              </a:lnSpc>
              <a:spcAft>
                <a:spcPts val="0"/>
              </a:spcAft>
              <a:defRPr sz="8000">
                <a:solidFill>
                  <a:srgbClr val="FFFFFF"/>
                </a:solidFill>
                <a:latin typeface="+mj-lt"/>
              </a:defRPr>
            </a:lvl3pPr>
            <a:lvl4pPr algn="r">
              <a:lnSpc>
                <a:spcPct val="100000"/>
              </a:lnSpc>
              <a:spcAft>
                <a:spcPts val="0"/>
              </a:spcAft>
              <a:defRPr sz="8000">
                <a:solidFill>
                  <a:srgbClr val="FFFFFF"/>
                </a:solidFill>
                <a:latin typeface="+mj-lt"/>
              </a:defRPr>
            </a:lvl4pPr>
            <a:lvl5pPr algn="r">
              <a:lnSpc>
                <a:spcPct val="100000"/>
              </a:lnSpc>
              <a:spcAft>
                <a:spcPts val="0"/>
              </a:spcAft>
              <a:defRPr sz="8000">
                <a:solidFill>
                  <a:srgbClr val="FFFFFF"/>
                </a:solidFill>
                <a:latin typeface="+mj-l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Textplatzhalter 6"/>
          <p:cNvSpPr>
            <a:spLocks noGrp="1"/>
          </p:cNvSpPr>
          <p:nvPr>
            <p:ph type="body" sz="quarter" idx="11"/>
          </p:nvPr>
        </p:nvSpPr>
        <p:spPr>
          <a:xfrm>
            <a:off x="1555200" y="3024000"/>
            <a:ext cx="6388800" cy="1032000"/>
          </a:xfrm>
        </p:spPr>
        <p:txBody>
          <a:bodyPr/>
          <a:lstStyle>
            <a:lvl1pPr algn="r">
              <a:lnSpc>
                <a:spcPct val="100000"/>
              </a:lnSpc>
              <a:spcAft>
                <a:spcPts val="0"/>
              </a:spcAft>
              <a:defRPr sz="3333">
                <a:solidFill>
                  <a:srgbClr val="FFFFFF"/>
                </a:solidFill>
              </a:defRPr>
            </a:lvl1pPr>
            <a:lvl2pPr algn="r">
              <a:lnSpc>
                <a:spcPct val="100000"/>
              </a:lnSpc>
              <a:spcAft>
                <a:spcPts val="0"/>
              </a:spcAft>
              <a:defRPr sz="3333">
                <a:solidFill>
                  <a:srgbClr val="FFFFFF"/>
                </a:solidFill>
              </a:defRPr>
            </a:lvl2pPr>
            <a:lvl3pPr algn="r">
              <a:lnSpc>
                <a:spcPct val="100000"/>
              </a:lnSpc>
              <a:spcAft>
                <a:spcPts val="0"/>
              </a:spcAft>
              <a:defRPr sz="3333">
                <a:solidFill>
                  <a:srgbClr val="FFFFFF"/>
                </a:solidFill>
              </a:defRPr>
            </a:lvl3pPr>
            <a:lvl4pPr algn="r">
              <a:lnSpc>
                <a:spcPct val="100000"/>
              </a:lnSpc>
              <a:spcAft>
                <a:spcPts val="0"/>
              </a:spcAft>
              <a:defRPr sz="3333">
                <a:solidFill>
                  <a:srgbClr val="FFFFFF"/>
                </a:solidFill>
              </a:defRPr>
            </a:lvl4pPr>
            <a:lvl5pPr algn="r">
              <a:lnSpc>
                <a:spcPct val="100000"/>
              </a:lnSpc>
              <a:spcAft>
                <a:spcPts val="0"/>
              </a:spcAft>
              <a:defRPr sz="3333">
                <a:solidFill>
                  <a:srgbClr val="FFFFFF"/>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417233919"/>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012DAF-AF01-310E-EEE9-CC4AB4FEB25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1EC6F019-A669-B4F7-C744-0B7D4AE64E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30A42AC9-09EF-E5A1-19C4-3F616D5A392D}"/>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5" name="Fußzeilenplatzhalter 4">
            <a:extLst>
              <a:ext uri="{FF2B5EF4-FFF2-40B4-BE49-F238E27FC236}">
                <a16:creationId xmlns:a16="http://schemas.microsoft.com/office/drawing/2014/main" id="{9C11EFF8-4403-F070-7176-EF02272E9E61}"/>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AB7A2DA9-A69E-D48B-6461-B8BC65EBC831}"/>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8835513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48589B-D7B8-DDB7-7330-FA844B8DE5D6}"/>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D3906996-E608-F6E8-D3C4-5C21781BC12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3729BB94-1E8A-1A6D-40A6-96A93AEFBC3F}"/>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5" name="Fußzeilenplatzhalter 4">
            <a:extLst>
              <a:ext uri="{FF2B5EF4-FFF2-40B4-BE49-F238E27FC236}">
                <a16:creationId xmlns:a16="http://schemas.microsoft.com/office/drawing/2014/main" id="{F0C8D20E-8032-0493-CACC-4DB1500C774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74B07B7B-F32E-73F5-8269-E2524DC29C03}"/>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4894957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A22183-5676-FC14-1F79-85E63907AF88}"/>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a:p>
        </p:txBody>
      </p:sp>
      <p:sp>
        <p:nvSpPr>
          <p:cNvPr id="3" name="Textplatzhalter 2">
            <a:extLst>
              <a:ext uri="{FF2B5EF4-FFF2-40B4-BE49-F238E27FC236}">
                <a16:creationId xmlns:a16="http://schemas.microsoft.com/office/drawing/2014/main" id="{8F5145F9-A0A3-D286-EF07-E200E05C20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F29C50B-8867-61F8-E608-20A6F11AB9F1}"/>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5" name="Fußzeilenplatzhalter 4">
            <a:extLst>
              <a:ext uri="{FF2B5EF4-FFF2-40B4-BE49-F238E27FC236}">
                <a16:creationId xmlns:a16="http://schemas.microsoft.com/office/drawing/2014/main" id="{D362BEFE-A01E-695E-98F7-C972BC3E37FF}"/>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A9B476EA-A45E-9BD9-1FD4-7BA8943D8CB4}"/>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9638849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C2D4E7-A405-E701-766A-FD3E258CDDC0}"/>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34F050B3-D7D9-4414-DCF5-E25D136607FA}"/>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a:extLst>
              <a:ext uri="{FF2B5EF4-FFF2-40B4-BE49-F238E27FC236}">
                <a16:creationId xmlns:a16="http://schemas.microsoft.com/office/drawing/2014/main" id="{14480749-B550-052A-395E-4071A510F117}"/>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a:extLst>
              <a:ext uri="{FF2B5EF4-FFF2-40B4-BE49-F238E27FC236}">
                <a16:creationId xmlns:a16="http://schemas.microsoft.com/office/drawing/2014/main" id="{D7740241-7D34-76ED-00D9-B989010BCD57}"/>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6" name="Fußzeilenplatzhalter 5">
            <a:extLst>
              <a:ext uri="{FF2B5EF4-FFF2-40B4-BE49-F238E27FC236}">
                <a16:creationId xmlns:a16="http://schemas.microsoft.com/office/drawing/2014/main" id="{B3320733-9309-4292-0983-A01E232BE833}"/>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938BF80C-4C3A-0EE3-02D7-AFD640CA4125}"/>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12042731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CF4EA3B-15BC-5E96-621D-18BE06B437AD}"/>
              </a:ext>
            </a:extLst>
          </p:cNvPr>
          <p:cNvSpPr>
            <a:spLocks noGrp="1"/>
          </p:cNvSpPr>
          <p:nvPr>
            <p:ph type="title"/>
          </p:nvPr>
        </p:nvSpPr>
        <p:spPr>
          <a:xfrm>
            <a:off x="839788" y="365125"/>
            <a:ext cx="10515600" cy="1325563"/>
          </a:xfrm>
        </p:spPr>
        <p:txBody>
          <a:bodyPr/>
          <a:lstStyle/>
          <a:p>
            <a:r>
              <a:rPr lang="de-DE"/>
              <a:t>Mastertitelformat bearbeiten</a:t>
            </a:r>
            <a:endParaRPr lang="en-US"/>
          </a:p>
        </p:txBody>
      </p:sp>
      <p:sp>
        <p:nvSpPr>
          <p:cNvPr id="3" name="Textplatzhalter 2">
            <a:extLst>
              <a:ext uri="{FF2B5EF4-FFF2-40B4-BE49-F238E27FC236}">
                <a16:creationId xmlns:a16="http://schemas.microsoft.com/office/drawing/2014/main" id="{D4127C0B-BA6F-A7B0-1A56-E572C5F6E7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EE855DE-1874-7D24-63E8-2590DF321A0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a:extLst>
              <a:ext uri="{FF2B5EF4-FFF2-40B4-BE49-F238E27FC236}">
                <a16:creationId xmlns:a16="http://schemas.microsoft.com/office/drawing/2014/main" id="{C8F0CB7B-14C1-AD61-D490-9073D49364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10201D8-A4A5-EE7E-5B84-D3507BCA46F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a:extLst>
              <a:ext uri="{FF2B5EF4-FFF2-40B4-BE49-F238E27FC236}">
                <a16:creationId xmlns:a16="http://schemas.microsoft.com/office/drawing/2014/main" id="{551D757C-DE0F-F31A-DCF9-1D2712172A34}"/>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8" name="Fußzeilenplatzhalter 7">
            <a:extLst>
              <a:ext uri="{FF2B5EF4-FFF2-40B4-BE49-F238E27FC236}">
                <a16:creationId xmlns:a16="http://schemas.microsoft.com/office/drawing/2014/main" id="{7CD762BB-8F9D-BF5F-5E26-9F65A3831A26}"/>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3BFBBCEB-7315-7D48-2580-38556BD9F3AA}"/>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549192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5B3E35-1C71-4CB8-7755-E12936ADFC2E}"/>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79606F7C-FCF9-420F-E45F-7CB4766B700F}"/>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4" name="Fußzeilenplatzhalter 3">
            <a:extLst>
              <a:ext uri="{FF2B5EF4-FFF2-40B4-BE49-F238E27FC236}">
                <a16:creationId xmlns:a16="http://schemas.microsoft.com/office/drawing/2014/main" id="{06052FBF-E36B-6B24-4990-DA725A2486A4}"/>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0A312885-BB08-5F35-B981-0BEA56D3D8E4}"/>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3116205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987704A-ED56-3201-946F-6FC3715DD8D9}"/>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3" name="Fußzeilenplatzhalter 2">
            <a:extLst>
              <a:ext uri="{FF2B5EF4-FFF2-40B4-BE49-F238E27FC236}">
                <a16:creationId xmlns:a16="http://schemas.microsoft.com/office/drawing/2014/main" id="{11013B30-5D9E-2FA0-1D0C-925987C9661A}"/>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2AC6FD12-36E3-8DF1-6366-F5AEE362A7DE}"/>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18289143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0119B-315D-B920-23B5-57758B0F247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Inhaltsplatzhalter 2">
            <a:extLst>
              <a:ext uri="{FF2B5EF4-FFF2-40B4-BE49-F238E27FC236}">
                <a16:creationId xmlns:a16="http://schemas.microsoft.com/office/drawing/2014/main" id="{AF206147-CA8B-4F42-A9CC-D2E475F472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a:extLst>
              <a:ext uri="{FF2B5EF4-FFF2-40B4-BE49-F238E27FC236}">
                <a16:creationId xmlns:a16="http://schemas.microsoft.com/office/drawing/2014/main" id="{F68FB48C-1FF6-B816-B535-9C7D8A7D28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75AA089-6F12-9979-3FD2-583910D2C11F}"/>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6" name="Fußzeilenplatzhalter 5">
            <a:extLst>
              <a:ext uri="{FF2B5EF4-FFF2-40B4-BE49-F238E27FC236}">
                <a16:creationId xmlns:a16="http://schemas.microsoft.com/office/drawing/2014/main" id="{8DE48287-C351-6E27-F1CE-A0A7029CB485}"/>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CD500953-A6EB-560B-3F5D-13CA77EA663D}"/>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42303651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6C446D-9815-7A2D-8943-58EF70C3F6D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Bildplatzhalter 2">
            <a:extLst>
              <a:ext uri="{FF2B5EF4-FFF2-40B4-BE49-F238E27FC236}">
                <a16:creationId xmlns:a16="http://schemas.microsoft.com/office/drawing/2014/main" id="{46C7C8F7-D6BB-BA0C-5F4B-202B9A7D21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a:extLst>
              <a:ext uri="{FF2B5EF4-FFF2-40B4-BE49-F238E27FC236}">
                <a16:creationId xmlns:a16="http://schemas.microsoft.com/office/drawing/2014/main" id="{1D818899-8A37-28AC-6938-D2383CC79E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0D2B8E7-0FDC-4FF2-10B7-28634C432BD1}"/>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6" name="Fußzeilenplatzhalter 5">
            <a:extLst>
              <a:ext uri="{FF2B5EF4-FFF2-40B4-BE49-F238E27FC236}">
                <a16:creationId xmlns:a16="http://schemas.microsoft.com/office/drawing/2014/main" id="{AE066018-971C-3FEA-CB00-0833A256D33A}"/>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2E1D488B-F026-D3CE-EC16-19A75C2D9D5B}"/>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12847872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AA9536-2732-44D0-F810-6E902E163522}"/>
              </a:ext>
            </a:extLst>
          </p:cNvPr>
          <p:cNvSpPr>
            <a:spLocks noGrp="1"/>
          </p:cNvSpPr>
          <p:nvPr>
            <p:ph type="title"/>
          </p:nvPr>
        </p:nvSpPr>
        <p:spPr/>
        <p:txBody>
          <a:bodyPr/>
          <a:lstStyle/>
          <a:p>
            <a:r>
              <a:rPr lang="de-DE"/>
              <a:t>Mastertitelformat bearbeiten</a:t>
            </a:r>
            <a:endParaRPr lang="en-US"/>
          </a:p>
        </p:txBody>
      </p:sp>
      <p:sp>
        <p:nvSpPr>
          <p:cNvPr id="3" name="Vertikaler Textplatzhalter 2">
            <a:extLst>
              <a:ext uri="{FF2B5EF4-FFF2-40B4-BE49-F238E27FC236}">
                <a16:creationId xmlns:a16="http://schemas.microsoft.com/office/drawing/2014/main" id="{5439A2CA-DF59-8AFB-BE61-B6CE091C825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D73F8562-92F6-D108-5E69-D47B83177C0A}"/>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5" name="Fußzeilenplatzhalter 4">
            <a:extLst>
              <a:ext uri="{FF2B5EF4-FFF2-40B4-BE49-F238E27FC236}">
                <a16:creationId xmlns:a16="http://schemas.microsoft.com/office/drawing/2014/main" id="{377E111E-FBC7-FF28-7972-028EC11448A2}"/>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17E69FAA-C3D3-0E2E-9BC5-1E26BFD252B7}"/>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21089776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9C5BD3CD-FD7F-72DC-95B7-000EE99ACC27}"/>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US"/>
          </a:p>
        </p:txBody>
      </p:sp>
      <p:sp>
        <p:nvSpPr>
          <p:cNvPr id="3" name="Vertikaler Textplatzhalter 2">
            <a:extLst>
              <a:ext uri="{FF2B5EF4-FFF2-40B4-BE49-F238E27FC236}">
                <a16:creationId xmlns:a16="http://schemas.microsoft.com/office/drawing/2014/main" id="{3B366118-9C1C-285E-4FC6-6828F6A64C1F}"/>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5D3893E1-CEC1-1BCA-AFC6-7EFC778E42DC}"/>
              </a:ext>
            </a:extLst>
          </p:cNvPr>
          <p:cNvSpPr>
            <a:spLocks noGrp="1"/>
          </p:cNvSpPr>
          <p:nvPr>
            <p:ph type="dt" sz="half" idx="10"/>
          </p:nvPr>
        </p:nvSpPr>
        <p:spPr/>
        <p:txBody>
          <a:bodyPr/>
          <a:lstStyle/>
          <a:p>
            <a:fld id="{136F06B5-FD65-46B9-9D3A-99231A382F68}" type="datetimeFigureOut">
              <a:rPr lang="en-US" smtClean="0"/>
              <a:t>6/25/2026</a:t>
            </a:fld>
            <a:endParaRPr lang="en-US"/>
          </a:p>
        </p:txBody>
      </p:sp>
      <p:sp>
        <p:nvSpPr>
          <p:cNvPr id="5" name="Fußzeilenplatzhalter 4">
            <a:extLst>
              <a:ext uri="{FF2B5EF4-FFF2-40B4-BE49-F238E27FC236}">
                <a16:creationId xmlns:a16="http://schemas.microsoft.com/office/drawing/2014/main" id="{3137B140-89B1-24E8-A5C2-AF639C28937F}"/>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1AE67003-2354-0A0C-233A-D1F66415A363}"/>
              </a:ext>
            </a:extLst>
          </p:cNvPr>
          <p:cNvSpPr>
            <a:spLocks noGrp="1"/>
          </p:cNvSpPr>
          <p:nvPr>
            <p:ph type="sldNum" sz="quarter" idx="12"/>
          </p:nvPr>
        </p:nvSpPr>
        <p:spPr/>
        <p:txBody>
          <a:bodyPr/>
          <a:lstStyle/>
          <a:p>
            <a:fld id="{688B82BA-E438-4EB8-BDDD-511404FD82EC}" type="slidenum">
              <a:rPr lang="en-US" smtClean="0"/>
              <a:t>‹Nr.›</a:t>
            </a:fld>
            <a:endParaRPr lang="en-US"/>
          </a:p>
        </p:txBody>
      </p:sp>
    </p:spTree>
    <p:extLst>
      <p:ext uri="{BB962C8B-B14F-4D97-AF65-F5344CB8AC3E}">
        <p14:creationId xmlns:p14="http://schemas.microsoft.com/office/powerpoint/2010/main" val="313911949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folie 01">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blackWhite">
          <a:xfrm>
            <a:off x="768351" y="3095512"/>
            <a:ext cx="5325048" cy="3048435"/>
          </a:xfrm>
          <a:solidFill>
            <a:schemeClr val="accent2"/>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5" name="Fußzeilenplatzhalter 4"/>
          <p:cNvSpPr>
            <a:spLocks noGrp="1"/>
          </p:cNvSpPr>
          <p:nvPr>
            <p:ph type="ftr" sz="quarter" idx="11"/>
          </p:nvPr>
        </p:nvSpPr>
        <p:spPr bwMode="blackWhite">
          <a:xfrm>
            <a:off x="1295888" y="5370509"/>
            <a:ext cx="4224000" cy="205184"/>
          </a:xfrm>
        </p:spPr>
        <p:txBody>
          <a:bodyPr anchor="b" anchorCtr="0"/>
          <a:lstStyle>
            <a:lvl1pPr>
              <a:defRPr sz="1333">
                <a:solidFill>
                  <a:schemeClr val="bg1"/>
                </a:solidFill>
              </a:defRPr>
            </a:lvl1pPr>
          </a:lstStyle>
          <a:p>
            <a:r>
              <a:rPr lang="de-DE" dirty="0"/>
              <a:t>Westnetz GmbH · Name · TT Monat JJJJ</a:t>
            </a:r>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1" name="Gruppieren 50"/>
          <p:cNvGrpSpPr/>
          <p:nvPr userDrawn="1"/>
        </p:nvGrpSpPr>
        <p:grpSpPr>
          <a:xfrm>
            <a:off x="-221271" y="1930675"/>
            <a:ext cx="192000" cy="4234640"/>
            <a:chOff x="-165953" y="1448006"/>
            <a:chExt cx="144000" cy="3175980"/>
          </a:xfrm>
        </p:grpSpPr>
        <p:sp>
          <p:nvSpPr>
            <p:cNvPr id="52" name="Freihandform 51"/>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3" name="Freihandform 52"/>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pic>
        <p:nvPicPr>
          <p:cNvPr id="23" name="Grafik 22">
            <a:extLst>
              <a:ext uri="{FF2B5EF4-FFF2-40B4-BE49-F238E27FC236}">
                <a16:creationId xmlns:a16="http://schemas.microsoft.com/office/drawing/2014/main" id="{B06A0E27-F6F3-4C73-AAF8-F99F6B325404}"/>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7" name="Grafik 6">
            <a:extLst>
              <a:ext uri="{FF2B5EF4-FFF2-40B4-BE49-F238E27FC236}">
                <a16:creationId xmlns:a16="http://schemas.microsoft.com/office/drawing/2014/main" id="{306A7367-67CE-4B73-AC1D-980111827A78}"/>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34782377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elfolie 02">
    <p:bg>
      <p:bgPr>
        <a:solidFill>
          <a:schemeClr val="accent4"/>
        </a:solidFill>
        <a:effectLst/>
      </p:bgPr>
    </p:bg>
    <p:spTree>
      <p:nvGrpSpPr>
        <p:cNvPr id="1" name=""/>
        <p:cNvGrpSpPr/>
        <p:nvPr/>
      </p:nvGrpSpPr>
      <p:grpSpPr>
        <a:xfrm>
          <a:off x="0" y="0"/>
          <a:ext cx="0" cy="0"/>
          <a:chOff x="0" y="0"/>
          <a:chExt cx="0" cy="0"/>
        </a:xfrm>
      </p:grpSpPr>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26" name="Titel 1"/>
          <p:cNvSpPr>
            <a:spLocks noGrp="1"/>
          </p:cNvSpPr>
          <p:nvPr>
            <p:ph type="ctrTitle" hasCustomPrompt="1"/>
          </p:nvPr>
        </p:nvSpPr>
        <p:spPr bwMode="blackWhite">
          <a:xfrm>
            <a:off x="768351" y="3095512"/>
            <a:ext cx="5325048" cy="3048435"/>
          </a:xfrm>
          <a:solidFill>
            <a:schemeClr val="accent2"/>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27" name="Fußzeilenplatzhalter 4"/>
          <p:cNvSpPr>
            <a:spLocks noGrp="1"/>
          </p:cNvSpPr>
          <p:nvPr>
            <p:ph type="ftr" sz="quarter" idx="11"/>
          </p:nvPr>
        </p:nvSpPr>
        <p:spPr bwMode="blackWhite">
          <a:xfrm>
            <a:off x="1295888" y="5370509"/>
            <a:ext cx="4224000" cy="205184"/>
          </a:xfrm>
        </p:spPr>
        <p:txBody>
          <a:bodyPr anchor="b" anchorCtr="0"/>
          <a:lstStyle>
            <a:lvl1pPr>
              <a:defRPr sz="1333">
                <a:solidFill>
                  <a:schemeClr val="bg1"/>
                </a:solidFill>
              </a:defRPr>
            </a:lvl1pPr>
          </a:lstStyle>
          <a:p>
            <a:r>
              <a:rPr lang="de-DE" dirty="0"/>
              <a:t>Westnetz GmbH · Name · TT Monat JJJJ</a:t>
            </a:r>
          </a:p>
        </p:txBody>
      </p:sp>
      <p:pic>
        <p:nvPicPr>
          <p:cNvPr id="25" name="Grafik 24">
            <a:extLst>
              <a:ext uri="{FF2B5EF4-FFF2-40B4-BE49-F238E27FC236}">
                <a16:creationId xmlns:a16="http://schemas.microsoft.com/office/drawing/2014/main" id="{40E6AE41-F7C9-44BD-BBEC-AEE6947FFEC2}"/>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4" name="Grafik 23">
            <a:extLst>
              <a:ext uri="{FF2B5EF4-FFF2-40B4-BE49-F238E27FC236}">
                <a16:creationId xmlns:a16="http://schemas.microsoft.com/office/drawing/2014/main" id="{4485BC7C-5216-4A4B-898E-B4E4C736F7B4}"/>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6022716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elfolie 03">
    <p:spTree>
      <p:nvGrpSpPr>
        <p:cNvPr id="1" name=""/>
        <p:cNvGrpSpPr/>
        <p:nvPr/>
      </p:nvGrpSpPr>
      <p:grpSpPr>
        <a:xfrm>
          <a:off x="0" y="0"/>
          <a:ext cx="0" cy="0"/>
          <a:chOff x="0" y="0"/>
          <a:chExt cx="0" cy="0"/>
        </a:xfrm>
      </p:grpSpPr>
      <p:sp>
        <p:nvSpPr>
          <p:cNvPr id="3" name="Bildplatzhalter 2"/>
          <p:cNvSpPr>
            <a:spLocks noGrp="1"/>
          </p:cNvSpPr>
          <p:nvPr>
            <p:ph type="pic" sz="quarter" idx="12"/>
          </p:nvPr>
        </p:nvSpPr>
        <p:spPr>
          <a:xfrm>
            <a:off x="0" y="-600"/>
            <a:ext cx="12192000" cy="6858600"/>
          </a:xfrm>
          <a:blipFill>
            <a:blip r:embed="rId2"/>
            <a:stretch>
              <a:fillRect/>
            </a:stretch>
          </a:blipFill>
        </p:spPr>
        <p:txBody>
          <a:bodyPr vert="horz" wrap="square" lIns="0" tIns="0" rIns="0" bIns="0" rtlCol="0">
            <a:noAutofit/>
          </a:bodyPr>
          <a:lstStyle>
            <a:lvl1pPr marL="0" indent="0" algn="ctr">
              <a:buNone/>
              <a:defRPr lang="de-DE" sz="1333" dirty="0"/>
            </a:lvl1pPr>
          </a:lstStyle>
          <a:p>
            <a:r>
              <a:rPr lang="de-DE"/>
              <a:t>Bild durch Klicken auf Symbol hinzufügen</a:t>
            </a:r>
            <a:endParaRPr lang="de-DE" dirty="0"/>
          </a:p>
        </p:txBody>
      </p:sp>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42" name="Titel 1"/>
          <p:cNvSpPr>
            <a:spLocks noGrp="1"/>
          </p:cNvSpPr>
          <p:nvPr>
            <p:ph type="ctrTitle" hasCustomPrompt="1"/>
          </p:nvPr>
        </p:nvSpPr>
        <p:spPr bwMode="blackWhite">
          <a:xfrm>
            <a:off x="6672064" y="1604797"/>
            <a:ext cx="4608512" cy="2256251"/>
          </a:xfrm>
          <a:solidFill>
            <a:srgbClr val="EB4B0A"/>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43" name="Fußzeilenplatzhalter 4"/>
          <p:cNvSpPr>
            <a:spLocks noGrp="1"/>
          </p:cNvSpPr>
          <p:nvPr>
            <p:ph type="ftr" sz="quarter" idx="11"/>
          </p:nvPr>
        </p:nvSpPr>
        <p:spPr bwMode="blackWhite">
          <a:xfrm>
            <a:off x="7249312" y="3120056"/>
            <a:ext cx="3792000" cy="205184"/>
          </a:xfrm>
        </p:spPr>
        <p:txBody>
          <a:bodyPr anchor="b" anchorCtr="0"/>
          <a:lstStyle>
            <a:lvl1pPr>
              <a:defRPr sz="1333">
                <a:solidFill>
                  <a:schemeClr val="bg1"/>
                </a:solidFill>
              </a:defRPr>
            </a:lvl1pPr>
          </a:lstStyle>
          <a:p>
            <a:r>
              <a:rPr lang="de-DE" dirty="0"/>
              <a:t>Westnetz GmbH · Name · TT Monat JJJJ</a:t>
            </a:r>
          </a:p>
        </p:txBody>
      </p:sp>
    </p:spTree>
    <p:extLst>
      <p:ext uri="{BB962C8B-B14F-4D97-AF65-F5344CB8AC3E}">
        <p14:creationId xmlns:p14="http://schemas.microsoft.com/office/powerpoint/2010/main" val="33862262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elfolie 04">
    <p:spTree>
      <p:nvGrpSpPr>
        <p:cNvPr id="1" name=""/>
        <p:cNvGrpSpPr/>
        <p:nvPr/>
      </p:nvGrpSpPr>
      <p:grpSpPr>
        <a:xfrm>
          <a:off x="0" y="0"/>
          <a:ext cx="0" cy="0"/>
          <a:chOff x="0" y="0"/>
          <a:chExt cx="0" cy="0"/>
        </a:xfrm>
      </p:grpSpPr>
      <p:sp>
        <p:nvSpPr>
          <p:cNvPr id="3" name="Bildplatzhalter 2"/>
          <p:cNvSpPr>
            <a:spLocks noGrp="1"/>
          </p:cNvSpPr>
          <p:nvPr>
            <p:ph type="pic" sz="quarter" idx="12"/>
          </p:nvPr>
        </p:nvSpPr>
        <p:spPr>
          <a:xfrm>
            <a:off x="0" y="-600"/>
            <a:ext cx="12192000" cy="6858600"/>
          </a:xfrm>
          <a:blipFill>
            <a:blip r:embed="rId2"/>
            <a:stretch>
              <a:fillRect/>
            </a:stretch>
          </a:blipFill>
        </p:spPr>
        <p:txBody>
          <a:bodyPr vert="horz" wrap="square" lIns="0" tIns="0" rIns="0" bIns="0" rtlCol="0">
            <a:noAutofit/>
          </a:bodyPr>
          <a:lstStyle>
            <a:lvl1pPr marL="0" indent="0" algn="ctr">
              <a:buNone/>
              <a:defRPr lang="de-DE" sz="1333" dirty="0"/>
            </a:lvl1pPr>
          </a:lstStyle>
          <a:p>
            <a:r>
              <a:rPr lang="de-DE"/>
              <a:t>Bild durch Klicken auf Symbol hinzufügen</a:t>
            </a:r>
            <a:endParaRPr lang="de-DE" dirty="0"/>
          </a:p>
        </p:txBody>
      </p:sp>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42" name="Titel 1"/>
          <p:cNvSpPr>
            <a:spLocks noGrp="1"/>
          </p:cNvSpPr>
          <p:nvPr>
            <p:ph type="ctrTitle" hasCustomPrompt="1"/>
          </p:nvPr>
        </p:nvSpPr>
        <p:spPr bwMode="blackWhite">
          <a:xfrm>
            <a:off x="1055440" y="1806979"/>
            <a:ext cx="4608512" cy="2256251"/>
          </a:xfrm>
          <a:solidFill>
            <a:srgbClr val="64B42D"/>
          </a:solidFill>
        </p:spPr>
        <p:txBody>
          <a:bodyPr lIns="396000" tIns="396000" rIns="396000" bIns="432000">
            <a:noAutofit/>
          </a:bodyPr>
          <a:lstStyle>
            <a:lvl1pPr>
              <a:defRPr sz="3200" b="0">
                <a:solidFill>
                  <a:schemeClr val="bg1"/>
                </a:solidFill>
              </a:defRPr>
            </a:lvl1pPr>
          </a:lstStyle>
          <a:p>
            <a:r>
              <a:rPr lang="de-DE" noProof="0" dirty="0"/>
              <a:t>Titel durch Klicken hinzufügen</a:t>
            </a:r>
          </a:p>
        </p:txBody>
      </p:sp>
      <p:sp>
        <p:nvSpPr>
          <p:cNvPr id="43" name="Fußzeilenplatzhalter 4"/>
          <p:cNvSpPr>
            <a:spLocks noGrp="1"/>
          </p:cNvSpPr>
          <p:nvPr>
            <p:ph type="ftr" sz="quarter" idx="11"/>
          </p:nvPr>
        </p:nvSpPr>
        <p:spPr bwMode="blackWhite">
          <a:xfrm>
            <a:off x="1632688" y="3322237"/>
            <a:ext cx="3792000" cy="205184"/>
          </a:xfrm>
        </p:spPr>
        <p:txBody>
          <a:bodyPr anchor="b" anchorCtr="0"/>
          <a:lstStyle>
            <a:lvl1pPr>
              <a:defRPr sz="1333">
                <a:solidFill>
                  <a:schemeClr val="bg1"/>
                </a:solidFill>
              </a:defRPr>
            </a:lvl1pPr>
          </a:lstStyle>
          <a:p>
            <a:r>
              <a:rPr lang="de-DE" dirty="0"/>
              <a:t>Westnetz GmbH · Name · TT Monat JJJJ</a:t>
            </a:r>
          </a:p>
        </p:txBody>
      </p:sp>
    </p:spTree>
    <p:extLst>
      <p:ext uri="{BB962C8B-B14F-4D97-AF65-F5344CB8AC3E}">
        <p14:creationId xmlns:p14="http://schemas.microsoft.com/office/powerpoint/2010/main" val="811174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folie 05">
    <p:spTree>
      <p:nvGrpSpPr>
        <p:cNvPr id="1" name=""/>
        <p:cNvGrpSpPr/>
        <p:nvPr/>
      </p:nvGrpSpPr>
      <p:grpSpPr>
        <a:xfrm>
          <a:off x="0" y="0"/>
          <a:ext cx="0" cy="0"/>
          <a:chOff x="0" y="0"/>
          <a:chExt cx="0" cy="0"/>
        </a:xfrm>
      </p:grpSpPr>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42" name="Titel 1"/>
          <p:cNvSpPr>
            <a:spLocks noGrp="1"/>
          </p:cNvSpPr>
          <p:nvPr>
            <p:ph type="ctrTitle" hasCustomPrompt="1"/>
          </p:nvPr>
        </p:nvSpPr>
        <p:spPr bwMode="gray">
          <a:xfrm>
            <a:off x="4752000" y="3380317"/>
            <a:ext cx="6384560" cy="1611683"/>
          </a:xfrm>
          <a:noFill/>
        </p:spPr>
        <p:txBody>
          <a:bodyPr vert="horz" wrap="square" lIns="0" tIns="0" rIns="0" bIns="0" rtlCol="0" anchor="b" anchorCtr="0">
            <a:noAutofit/>
          </a:bodyPr>
          <a:lstStyle>
            <a:lvl1pPr>
              <a:defRPr lang="en-GB" sz="3733" b="0" noProof="0" dirty="0">
                <a:solidFill>
                  <a:schemeClr val="tx1"/>
                </a:solidFill>
              </a:defRPr>
            </a:lvl1pPr>
          </a:lstStyle>
          <a:p>
            <a:pPr lvl="0"/>
            <a:r>
              <a:rPr lang="de-DE" noProof="0" dirty="0"/>
              <a:t>Titel durch Klicken hinzufügen</a:t>
            </a:r>
          </a:p>
        </p:txBody>
      </p:sp>
      <p:sp>
        <p:nvSpPr>
          <p:cNvPr id="43" name="Fußzeilenplatzhalter 4"/>
          <p:cNvSpPr>
            <a:spLocks noGrp="1"/>
          </p:cNvSpPr>
          <p:nvPr>
            <p:ph type="ftr" sz="quarter" idx="11"/>
          </p:nvPr>
        </p:nvSpPr>
        <p:spPr bwMode="gray">
          <a:xfrm>
            <a:off x="4752000" y="5218548"/>
            <a:ext cx="5904507" cy="205184"/>
          </a:xfrm>
        </p:spPr>
        <p:txBody>
          <a:bodyPr anchor="t" anchorCtr="0"/>
          <a:lstStyle>
            <a:lvl1pPr>
              <a:defRPr sz="1333">
                <a:solidFill>
                  <a:schemeClr val="tx1"/>
                </a:solidFill>
              </a:defRPr>
            </a:lvl1pPr>
          </a:lstStyle>
          <a:p>
            <a:r>
              <a:rPr lang="de-DE" dirty="0"/>
              <a:t>Westnetz GmbH · Name · TT Monat JJJJ</a:t>
            </a:r>
          </a:p>
        </p:txBody>
      </p:sp>
      <p:pic>
        <p:nvPicPr>
          <p:cNvPr id="26" name="Grafik 25">
            <a:extLst>
              <a:ext uri="{FF2B5EF4-FFF2-40B4-BE49-F238E27FC236}">
                <a16:creationId xmlns:a16="http://schemas.microsoft.com/office/drawing/2014/main" id="{1598A5CF-04FB-4037-8ED7-24AA7B2CD5CF}"/>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7" name="Grafik 26">
            <a:extLst>
              <a:ext uri="{FF2B5EF4-FFF2-40B4-BE49-F238E27FC236}">
                <a16:creationId xmlns:a16="http://schemas.microsoft.com/office/drawing/2014/main" id="{F8470F7A-9A73-4FA3-B7A2-4821678CC227}"/>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10815835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folie 06">
    <p:bg>
      <p:bgPr>
        <a:solidFill>
          <a:schemeClr val="accent4"/>
        </a:solidFill>
        <a:effectLst/>
      </p:bgPr>
    </p:bg>
    <p:spTree>
      <p:nvGrpSpPr>
        <p:cNvPr id="1" name=""/>
        <p:cNvGrpSpPr/>
        <p:nvPr/>
      </p:nvGrpSpPr>
      <p:grpSpPr>
        <a:xfrm>
          <a:off x="0" y="0"/>
          <a:ext cx="0" cy="0"/>
          <a:chOff x="0" y="0"/>
          <a:chExt cx="0" cy="0"/>
        </a:xfrm>
      </p:grpSpPr>
      <p:grpSp>
        <p:nvGrpSpPr>
          <p:cNvPr id="20" name="Gruppieren 19"/>
          <p:cNvGrpSpPr/>
          <p:nvPr userDrawn="1"/>
        </p:nvGrpSpPr>
        <p:grpSpPr>
          <a:xfrm>
            <a:off x="767408" y="-166621"/>
            <a:ext cx="9889099" cy="144000"/>
            <a:chOff x="575556" y="-124966"/>
            <a:chExt cx="7416824" cy="108000"/>
          </a:xfrm>
        </p:grpSpPr>
        <p:sp>
          <p:nvSpPr>
            <p:cNvPr id="21" name="Freihandform 20"/>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22" name="Freihandform 21"/>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23" name="Freihandform 22"/>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sp>
        <p:nvSpPr>
          <p:cNvPr id="42" name="Titel 1"/>
          <p:cNvSpPr>
            <a:spLocks noGrp="1"/>
          </p:cNvSpPr>
          <p:nvPr>
            <p:ph type="ctrTitle" hasCustomPrompt="1"/>
          </p:nvPr>
        </p:nvSpPr>
        <p:spPr bwMode="blackWhite">
          <a:xfrm>
            <a:off x="4751851" y="3380317"/>
            <a:ext cx="6384000" cy="1611816"/>
          </a:xfrm>
          <a:noFill/>
        </p:spPr>
        <p:txBody>
          <a:bodyPr lIns="0" tIns="0" rIns="0" bIns="0" anchor="b" anchorCtr="0">
            <a:noAutofit/>
          </a:bodyPr>
          <a:lstStyle>
            <a:lvl1pPr>
              <a:defRPr sz="3733" b="0">
                <a:solidFill>
                  <a:schemeClr val="bg1"/>
                </a:solidFill>
              </a:defRPr>
            </a:lvl1pPr>
          </a:lstStyle>
          <a:p>
            <a:r>
              <a:rPr lang="de-DE" noProof="0" dirty="0"/>
              <a:t>Titel durch Klicken hinzufügen</a:t>
            </a:r>
          </a:p>
        </p:txBody>
      </p:sp>
      <p:sp>
        <p:nvSpPr>
          <p:cNvPr id="43" name="Fußzeilenplatzhalter 4"/>
          <p:cNvSpPr>
            <a:spLocks noGrp="1"/>
          </p:cNvSpPr>
          <p:nvPr>
            <p:ph type="ftr" sz="quarter" idx="11"/>
          </p:nvPr>
        </p:nvSpPr>
        <p:spPr bwMode="blackWhite">
          <a:xfrm>
            <a:off x="4752000" y="5218548"/>
            <a:ext cx="5904507" cy="205184"/>
          </a:xfrm>
        </p:spPr>
        <p:txBody>
          <a:bodyPr anchor="t" anchorCtr="0"/>
          <a:lstStyle>
            <a:lvl1pPr>
              <a:defRPr sz="1333">
                <a:solidFill>
                  <a:schemeClr val="bg1"/>
                </a:solidFill>
              </a:defRPr>
            </a:lvl1pPr>
          </a:lstStyle>
          <a:p>
            <a:r>
              <a:rPr lang="de-DE" dirty="0"/>
              <a:t>Westnetz GmbH · Name · TT Monat JJJJ</a:t>
            </a:r>
          </a:p>
        </p:txBody>
      </p:sp>
      <p:pic>
        <p:nvPicPr>
          <p:cNvPr id="24" name="Grafik 23">
            <a:extLst>
              <a:ext uri="{FF2B5EF4-FFF2-40B4-BE49-F238E27FC236}">
                <a16:creationId xmlns:a16="http://schemas.microsoft.com/office/drawing/2014/main" id="{F6FDA8EC-6F7D-472D-AF01-8FC1A2CE3A14}"/>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5" name="Grafik 24">
            <a:extLst>
              <a:ext uri="{FF2B5EF4-FFF2-40B4-BE49-F238E27FC236}">
                <a16:creationId xmlns:a16="http://schemas.microsoft.com/office/drawing/2014/main" id="{B3ED9B74-CA29-41AF-B071-78A8AF5600CB}"/>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7381724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 Druck">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749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Agenda Bildschirm">
    <p:bg>
      <p:bgPr>
        <a:solidFill>
          <a:schemeClr val="accent2"/>
        </a:solid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767408" y="-166621"/>
            <a:ext cx="9889099" cy="144000"/>
            <a:chOff x="575556" y="-124966"/>
            <a:chExt cx="7416824" cy="108000"/>
          </a:xfrm>
        </p:grpSpPr>
        <p:sp>
          <p:nvSpPr>
            <p:cNvPr id="25" name="Freihandform 24"/>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6" name="Freihandform 25"/>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7" name="Freihandform 26"/>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8" name="Freihandform 27"/>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29" name="Gruppieren 28"/>
          <p:cNvGrpSpPr/>
          <p:nvPr userDrawn="1"/>
        </p:nvGrpSpPr>
        <p:grpSpPr>
          <a:xfrm>
            <a:off x="767408" y="6880621"/>
            <a:ext cx="9889099" cy="144000"/>
            <a:chOff x="575556" y="5160466"/>
            <a:chExt cx="7416824" cy="108000"/>
          </a:xfrm>
        </p:grpSpPr>
        <p:sp>
          <p:nvSpPr>
            <p:cNvPr id="30" name="Freihandform 29"/>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1" name="Freihandform 30"/>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2" name="Freihandform 31"/>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3" name="Freihandform 32"/>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4" name="Gruppieren 33"/>
          <p:cNvGrpSpPr/>
          <p:nvPr userDrawn="1"/>
        </p:nvGrpSpPr>
        <p:grpSpPr>
          <a:xfrm>
            <a:off x="-221271" y="1930675"/>
            <a:ext cx="192000" cy="4234640"/>
            <a:chOff x="-165953" y="1448006"/>
            <a:chExt cx="144000" cy="3175980"/>
          </a:xfrm>
        </p:grpSpPr>
        <p:sp>
          <p:nvSpPr>
            <p:cNvPr id="35" name="Freihandform 34"/>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6" name="Freihandform 35"/>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7" name="Gruppieren 36"/>
          <p:cNvGrpSpPr/>
          <p:nvPr userDrawn="1"/>
        </p:nvGrpSpPr>
        <p:grpSpPr>
          <a:xfrm>
            <a:off x="12221656" y="1940836"/>
            <a:ext cx="192000" cy="4229040"/>
            <a:chOff x="9166242" y="1455627"/>
            <a:chExt cx="144000" cy="3171780"/>
          </a:xfrm>
        </p:grpSpPr>
        <p:sp>
          <p:nvSpPr>
            <p:cNvPr id="38" name="Freihandform 37"/>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9" name="Freihandform 38"/>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0" name="Grafik 19">
            <a:extLst>
              <a:ext uri="{FF2B5EF4-FFF2-40B4-BE49-F238E27FC236}">
                <a16:creationId xmlns:a16="http://schemas.microsoft.com/office/drawing/2014/main" id="{16A1D19D-783E-487C-AC22-90958F3768D6}"/>
              </a:ext>
            </a:extLst>
          </p:cNvPr>
          <p:cNvPicPr>
            <a:picLocks noChangeAspect="1"/>
          </p:cNvPicPr>
          <p:nvPr userDrawn="1"/>
        </p:nvPicPr>
        <p:blipFill>
          <a:blip r:embed="rId2"/>
          <a:stretch>
            <a:fillRect/>
          </a:stretch>
        </p:blipFill>
        <p:spPr bwMode="black">
          <a:xfrm>
            <a:off x="10780800" y="364590"/>
            <a:ext cx="1147200" cy="200903"/>
          </a:xfrm>
          <a:prstGeom prst="rect">
            <a:avLst/>
          </a:prstGeom>
        </p:spPr>
      </p:pic>
      <p:pic>
        <p:nvPicPr>
          <p:cNvPr id="21" name="Grafik 20">
            <a:extLst>
              <a:ext uri="{FF2B5EF4-FFF2-40B4-BE49-F238E27FC236}">
                <a16:creationId xmlns:a16="http://schemas.microsoft.com/office/drawing/2014/main" id="{116F5688-64D6-4270-871E-C395B83F6071}"/>
              </a:ext>
            </a:extLst>
          </p:cNvPr>
          <p:cNvPicPr>
            <a:picLocks noChangeAspect="1"/>
          </p:cNvPicPr>
          <p:nvPr userDrawn="1"/>
        </p:nvPicPr>
        <p:blipFill>
          <a:blip r:embed="rId3"/>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37170236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rennchart Druck">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365EF8B5-AEF8-468F-AD7D-1AB905AE7CAF}"/>
              </a:ext>
            </a:extLst>
          </p:cNvPr>
          <p:cNvGraphicFramePr>
            <a:graphicFrameLocks noChangeAspect="1"/>
          </p:cNvGraphicFramePr>
          <p:nvPr userDrawn="1">
            <p:custDataLst>
              <p:tags r:id="rId1"/>
            </p:custDataLst>
            <p:extLst>
              <p:ext uri="{D42A27DB-BD31-4B8C-83A1-F6EECF244321}">
                <p14:modId xmlns:p14="http://schemas.microsoft.com/office/powerpoint/2010/main" val="1529354559"/>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3" name="Objekt 2" hidden="1">
                        <a:extLst>
                          <a:ext uri="{FF2B5EF4-FFF2-40B4-BE49-F238E27FC236}">
                            <a16:creationId xmlns:a16="http://schemas.microsoft.com/office/drawing/2014/main" id="{365EF8B5-AEF8-468F-AD7D-1AB905AE7CAF}"/>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el 1"/>
          <p:cNvSpPr>
            <a:spLocks noGrp="1"/>
          </p:cNvSpPr>
          <p:nvPr>
            <p:ph type="title" hasCustomPrompt="1"/>
          </p:nvPr>
        </p:nvSpPr>
        <p:spPr bwMode="black">
          <a:xfrm>
            <a:off x="4037953" y="2503382"/>
            <a:ext cx="6619465" cy="886396"/>
          </a:xfrm>
        </p:spPr>
        <p:txBody>
          <a:bodyPr anchor="b"/>
          <a:lstStyle>
            <a:lvl1pPr>
              <a:defRPr sz="6400" b="0" cap="all" baseline="0">
                <a:solidFill>
                  <a:srgbClr val="E60055"/>
                </a:solidFill>
              </a:defRPr>
            </a:lvl1pPr>
          </a:lstStyle>
          <a:p>
            <a:r>
              <a:rPr lang="de-DE" noProof="0" dirty="0" err="1"/>
              <a:t>trennfolie</a:t>
            </a:r>
            <a:endParaRPr lang="de-DE" noProof="0" dirty="0"/>
          </a:p>
        </p:txBody>
      </p:sp>
      <p:sp>
        <p:nvSpPr>
          <p:cNvPr id="10" name="Textplatzhalter 9"/>
          <p:cNvSpPr>
            <a:spLocks noGrp="1"/>
          </p:cNvSpPr>
          <p:nvPr>
            <p:ph type="body" sz="quarter" idx="10"/>
          </p:nvPr>
        </p:nvSpPr>
        <p:spPr>
          <a:xfrm>
            <a:off x="4037289" y="3424735"/>
            <a:ext cx="6617673" cy="574453"/>
          </a:xfrm>
        </p:spPr>
        <p:txBody>
          <a:bodyPr vert="horz" wrap="square" lIns="0" tIns="0" rIns="0" bIns="0" rtlCol="0" anchor="t" anchorCtr="0">
            <a:spAutoFit/>
          </a:bodyPr>
          <a:lstStyle>
            <a:lvl1pPr marL="0" indent="0">
              <a:buNone/>
              <a:defRPr lang="de-DE" sz="3733" b="0" cap="none" baseline="0" smtClean="0">
                <a:latin typeface="+mj-lt"/>
                <a:ea typeface="+mj-ea"/>
                <a:cs typeface="+mj-cs"/>
              </a:defRPr>
            </a:lvl1pPr>
            <a:lvl2pPr>
              <a:defRPr lang="de-DE" sz="2400" smtClean="0"/>
            </a:lvl2pPr>
            <a:lvl3pPr>
              <a:defRPr lang="de-DE" sz="2400" smtClean="0"/>
            </a:lvl3pPr>
            <a:lvl4pPr>
              <a:defRPr lang="de-DE" sz="2400" smtClean="0"/>
            </a:lvl4pPr>
            <a:lvl5pPr>
              <a:defRPr lang="de-DE" sz="2400"/>
            </a:lvl5pPr>
          </a:lstStyle>
          <a:p>
            <a:pPr lvl="0"/>
            <a:r>
              <a:rPr lang="de-DE" sz="3733" cap="none" baseline="0" noProof="0">
                <a:solidFill>
                  <a:schemeClr val="tx1"/>
                </a:solidFill>
              </a:rPr>
              <a:t>Mastertextformat bearbeiten</a:t>
            </a:r>
          </a:p>
        </p:txBody>
      </p:sp>
    </p:spTree>
    <p:extLst>
      <p:ext uri="{BB962C8B-B14F-4D97-AF65-F5344CB8AC3E}">
        <p14:creationId xmlns:p14="http://schemas.microsoft.com/office/powerpoint/2010/main" val="26999795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rennchart Bildschirm">
    <p:bg>
      <p:bgPr>
        <a:solidFill>
          <a:srgbClr val="005F69"/>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black">
          <a:xfrm>
            <a:off x="4037953" y="2503382"/>
            <a:ext cx="6619465" cy="886396"/>
          </a:xfrm>
        </p:spPr>
        <p:txBody>
          <a:bodyPr anchor="b"/>
          <a:lstStyle>
            <a:lvl1pPr>
              <a:defRPr sz="6400" b="0" cap="all" baseline="0">
                <a:solidFill>
                  <a:srgbClr val="E60055"/>
                </a:solidFill>
              </a:defRPr>
            </a:lvl1pPr>
          </a:lstStyle>
          <a:p>
            <a:r>
              <a:rPr lang="de-DE" noProof="0" dirty="0"/>
              <a:t>Trennfolie</a:t>
            </a:r>
          </a:p>
        </p:txBody>
      </p:sp>
      <p:sp>
        <p:nvSpPr>
          <p:cNvPr id="10" name="Textplatzhalter 9"/>
          <p:cNvSpPr>
            <a:spLocks noGrp="1"/>
          </p:cNvSpPr>
          <p:nvPr>
            <p:ph type="body" sz="quarter" idx="10"/>
          </p:nvPr>
        </p:nvSpPr>
        <p:spPr>
          <a:xfrm>
            <a:off x="4037289" y="3424735"/>
            <a:ext cx="6617673" cy="574453"/>
          </a:xfrm>
        </p:spPr>
        <p:txBody>
          <a:bodyPr vert="horz" wrap="square" lIns="0" tIns="0" rIns="0" bIns="0" rtlCol="0" anchor="t" anchorCtr="0">
            <a:spAutoFit/>
          </a:bodyPr>
          <a:lstStyle>
            <a:lvl1pPr marL="0" indent="0">
              <a:buNone/>
              <a:defRPr lang="de-DE" sz="3733" b="0" cap="none" baseline="0" smtClean="0">
                <a:latin typeface="+mj-lt"/>
                <a:ea typeface="+mj-ea"/>
                <a:cs typeface="+mj-cs"/>
              </a:defRPr>
            </a:lvl1pPr>
            <a:lvl2pPr>
              <a:defRPr lang="de-DE" sz="2400" smtClean="0"/>
            </a:lvl2pPr>
            <a:lvl3pPr>
              <a:defRPr lang="de-DE" sz="2400" smtClean="0"/>
            </a:lvl3pPr>
            <a:lvl4pPr>
              <a:defRPr lang="de-DE" sz="2400" smtClean="0"/>
            </a:lvl4pPr>
            <a:lvl5pPr>
              <a:defRPr lang="de-DE" sz="2400"/>
            </a:lvl5pPr>
          </a:lstStyle>
          <a:p>
            <a:pPr lvl="0"/>
            <a:r>
              <a:rPr lang="de-DE" sz="3733" cap="none" baseline="0" noProof="0">
                <a:solidFill>
                  <a:schemeClr val="tx1"/>
                </a:solidFill>
              </a:rPr>
              <a:t>Mastertextformat bearbeiten</a:t>
            </a:r>
          </a:p>
        </p:txBody>
      </p:sp>
      <p:grpSp>
        <p:nvGrpSpPr>
          <p:cNvPr id="28" name="Gruppieren 27"/>
          <p:cNvGrpSpPr/>
          <p:nvPr userDrawn="1"/>
        </p:nvGrpSpPr>
        <p:grpSpPr>
          <a:xfrm>
            <a:off x="767408" y="-166621"/>
            <a:ext cx="9889099" cy="144000"/>
            <a:chOff x="575556" y="-124966"/>
            <a:chExt cx="7416824" cy="108000"/>
          </a:xfrm>
        </p:grpSpPr>
        <p:sp>
          <p:nvSpPr>
            <p:cNvPr id="29" name="Freihandform 28"/>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0" name="Freihandform 29"/>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1" name="Freihandform 30"/>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2" name="Freihandform 31"/>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33" name="Gruppieren 32"/>
          <p:cNvGrpSpPr/>
          <p:nvPr userDrawn="1"/>
        </p:nvGrpSpPr>
        <p:grpSpPr>
          <a:xfrm>
            <a:off x="767408" y="6880621"/>
            <a:ext cx="9889099" cy="144000"/>
            <a:chOff x="575556" y="5160466"/>
            <a:chExt cx="7416824" cy="108000"/>
          </a:xfrm>
        </p:grpSpPr>
        <p:sp>
          <p:nvSpPr>
            <p:cNvPr id="34" name="Freihandform 33"/>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5" name="Freihandform 34"/>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6" name="Freihandform 35"/>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7" name="Freihandform 36"/>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8" name="Gruppieren 37"/>
          <p:cNvGrpSpPr/>
          <p:nvPr userDrawn="1"/>
        </p:nvGrpSpPr>
        <p:grpSpPr>
          <a:xfrm>
            <a:off x="-221271" y="1930675"/>
            <a:ext cx="192000" cy="4234640"/>
            <a:chOff x="-165953" y="1448006"/>
            <a:chExt cx="144000" cy="3175980"/>
          </a:xfrm>
        </p:grpSpPr>
        <p:sp>
          <p:nvSpPr>
            <p:cNvPr id="39" name="Freihandform 38"/>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0" name="Freihandform 39"/>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1" name="Gruppieren 40"/>
          <p:cNvGrpSpPr/>
          <p:nvPr userDrawn="1"/>
        </p:nvGrpSpPr>
        <p:grpSpPr>
          <a:xfrm>
            <a:off x="12221656" y="1940836"/>
            <a:ext cx="192000" cy="4229040"/>
            <a:chOff x="9166242" y="1455627"/>
            <a:chExt cx="144000" cy="3171780"/>
          </a:xfrm>
        </p:grpSpPr>
        <p:sp>
          <p:nvSpPr>
            <p:cNvPr id="42" name="Freihandform 41"/>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2" name="Grafik 21">
            <a:extLst>
              <a:ext uri="{FF2B5EF4-FFF2-40B4-BE49-F238E27FC236}">
                <a16:creationId xmlns:a16="http://schemas.microsoft.com/office/drawing/2014/main" id="{F53463B1-F665-4466-9B2A-C859B565C885}"/>
              </a:ext>
            </a:extLst>
          </p:cNvPr>
          <p:cNvPicPr>
            <a:picLocks noChangeAspect="1"/>
          </p:cNvPicPr>
          <p:nvPr userDrawn="1"/>
        </p:nvPicPr>
        <p:blipFill>
          <a:blip r:embed="rId2"/>
          <a:stretch>
            <a:fillRect/>
          </a:stretch>
        </p:blipFill>
        <p:spPr bwMode="black">
          <a:xfrm>
            <a:off x="10780800" y="364590"/>
            <a:ext cx="1147200" cy="200903"/>
          </a:xfrm>
          <a:prstGeom prst="rect">
            <a:avLst/>
          </a:prstGeom>
        </p:spPr>
      </p:pic>
      <p:pic>
        <p:nvPicPr>
          <p:cNvPr id="23" name="Grafik 22">
            <a:extLst>
              <a:ext uri="{FF2B5EF4-FFF2-40B4-BE49-F238E27FC236}">
                <a16:creationId xmlns:a16="http://schemas.microsoft.com/office/drawing/2014/main" id="{024F050C-ADB9-48C7-81E4-D6F411525426}"/>
              </a:ext>
            </a:extLst>
          </p:cNvPr>
          <p:cNvPicPr>
            <a:picLocks noChangeAspect="1"/>
          </p:cNvPicPr>
          <p:nvPr userDrawn="1"/>
        </p:nvPicPr>
        <p:blipFill>
          <a:blip r:embed="rId3"/>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26068988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DB20AECB-6C66-4FA9-A95E-2611405C4B93}"/>
              </a:ext>
            </a:extLst>
          </p:cNvPr>
          <p:cNvGraphicFramePr>
            <a:graphicFrameLocks noChangeAspect="1"/>
          </p:cNvGraphicFramePr>
          <p:nvPr userDrawn="1">
            <p:custDataLst>
              <p:tags r:id="rId1"/>
            </p:custDataLst>
            <p:extLst>
              <p:ext uri="{D42A27DB-BD31-4B8C-83A1-F6EECF244321}">
                <p14:modId xmlns:p14="http://schemas.microsoft.com/office/powerpoint/2010/main" val="236370873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7" name="Objekt 6" hidden="1">
                        <a:extLst>
                          <a:ext uri="{FF2B5EF4-FFF2-40B4-BE49-F238E27FC236}">
                            <a16:creationId xmlns:a16="http://schemas.microsoft.com/office/drawing/2014/main" id="{DB20AECB-6C66-4FA9-A95E-2611405C4B93}"/>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3F8E83C3-C999-4914-94BA-C50E0EDCF59B}"/>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6" name="Textplatzhalter 5"/>
          <p:cNvSpPr>
            <a:spLocks noGrp="1"/>
          </p:cNvSpPr>
          <p:nvPr>
            <p:ph type="body" sz="quarter" idx="15" hasCustomPrompt="1"/>
          </p:nvPr>
        </p:nvSpPr>
        <p:spPr>
          <a:xfrm>
            <a:off x="768351" y="1872000"/>
            <a:ext cx="9889067" cy="4293851"/>
          </a:xfrm>
        </p:spPr>
        <p:txBody>
          <a:bodyPr/>
          <a:lstStyle>
            <a:lvl1pPr>
              <a:defRPr/>
            </a:lvl1pPr>
            <a:lvl2pPr>
              <a:defRPr/>
            </a:lvl2pPr>
            <a:lvl3pPr>
              <a:defRPr/>
            </a:lvl3pPr>
            <a:lvl4pPr>
              <a:defRPr/>
            </a:lvl4pPr>
            <a:lvl5pPr>
              <a:defRPr/>
            </a:lvl5p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Tree>
    <p:extLst>
      <p:ext uri="{BB962C8B-B14F-4D97-AF65-F5344CB8AC3E}">
        <p14:creationId xmlns:p14="http://schemas.microsoft.com/office/powerpoint/2010/main" val="33569584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0D0A2B70-5DDD-46C0-B676-B52EA2E722A8}"/>
              </a:ext>
            </a:extLst>
          </p:cNvPr>
          <p:cNvGraphicFramePr>
            <a:graphicFrameLocks noChangeAspect="1"/>
          </p:cNvGraphicFramePr>
          <p:nvPr userDrawn="1">
            <p:custDataLst>
              <p:tags r:id="rId1"/>
            </p:custDataLst>
            <p:extLst>
              <p:ext uri="{D42A27DB-BD31-4B8C-83A1-F6EECF244321}">
                <p14:modId xmlns:p14="http://schemas.microsoft.com/office/powerpoint/2010/main" val="3569667111"/>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0D0A2B70-5DDD-46C0-B676-B52EA2E722A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878923E8-D18F-493D-BAF7-4177C8507649}"/>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Tree>
    <p:extLst>
      <p:ext uri="{BB962C8B-B14F-4D97-AF65-F5344CB8AC3E}">
        <p14:creationId xmlns:p14="http://schemas.microsoft.com/office/powerpoint/2010/main" val="29086503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el, Bild links, Text rechts">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4C54A1DB-7F27-46FA-9306-37D13DBCEA9A}"/>
              </a:ext>
            </a:extLst>
          </p:cNvPr>
          <p:cNvGraphicFramePr>
            <a:graphicFrameLocks noChangeAspect="1"/>
          </p:cNvGraphicFramePr>
          <p:nvPr userDrawn="1">
            <p:custDataLst>
              <p:tags r:id="rId1"/>
            </p:custDataLst>
            <p:extLst>
              <p:ext uri="{D42A27DB-BD31-4B8C-83A1-F6EECF244321}">
                <p14:modId xmlns:p14="http://schemas.microsoft.com/office/powerpoint/2010/main" val="78406831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4C54A1DB-7F27-46FA-9306-37D13DBCEA9A}"/>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3F4FDF2C-5DBA-4006-92B2-482E75F1DD46}"/>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1" y="1940984"/>
            <a:ext cx="4751916"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9" y="5966987"/>
            <a:ext cx="4754033"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14" name="Textplatzhalter 13"/>
          <p:cNvSpPr>
            <a:spLocks noGrp="1"/>
          </p:cNvSpPr>
          <p:nvPr>
            <p:ph type="body" sz="quarter" idx="15" hasCustomPrompt="1"/>
          </p:nvPr>
        </p:nvSpPr>
        <p:spPr>
          <a:xfrm>
            <a:off x="5903385" y="1872000"/>
            <a:ext cx="4754033" cy="4293851"/>
          </a:xfrm>
        </p:spPr>
        <p:txBody>
          <a:bodyPr/>
          <a:lstStyle>
            <a:lvl1pPr>
              <a:defRPr/>
            </a:lvl1pPr>
            <a:lvl2pPr>
              <a:defRPr/>
            </a:lvl2pPr>
            <a:lvl3pPr>
              <a:defRPr/>
            </a:lvl3pPr>
            <a:lvl4pPr>
              <a:defRPr/>
            </a:lvl4pPr>
            <a:lvl5pPr>
              <a:defRPr/>
            </a:lvl5p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Tree>
    <p:extLst>
      <p:ext uri="{BB962C8B-B14F-4D97-AF65-F5344CB8AC3E}">
        <p14:creationId xmlns:p14="http://schemas.microsoft.com/office/powerpoint/2010/main" val="11034926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el, 2/3 Bild und 1/3 Text">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65C404D7-E007-4334-A0E0-B33D1FFEBC55}"/>
              </a:ext>
            </a:extLst>
          </p:cNvPr>
          <p:cNvGraphicFramePr>
            <a:graphicFrameLocks noChangeAspect="1"/>
          </p:cNvGraphicFramePr>
          <p:nvPr userDrawn="1">
            <p:custDataLst>
              <p:tags r:id="rId1"/>
            </p:custDataLst>
            <p:extLst>
              <p:ext uri="{D42A27DB-BD31-4B8C-83A1-F6EECF244321}">
                <p14:modId xmlns:p14="http://schemas.microsoft.com/office/powerpoint/2010/main" val="806425273"/>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65C404D7-E007-4334-A0E0-B33D1FFEBC55}"/>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7A9924E8-1AD4-4298-8609-F13EB107A2C0}"/>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2" y="1940984"/>
            <a:ext cx="6335761"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7" y="5966987"/>
            <a:ext cx="6336000"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14" name="Textplatzhalter 13"/>
          <p:cNvSpPr>
            <a:spLocks noGrp="1"/>
          </p:cNvSpPr>
          <p:nvPr>
            <p:ph type="body" sz="quarter" idx="15" hasCustomPrompt="1"/>
          </p:nvPr>
        </p:nvSpPr>
        <p:spPr>
          <a:xfrm>
            <a:off x="7488155" y="1872000"/>
            <a:ext cx="3169263" cy="4293851"/>
          </a:xfrm>
        </p:spPr>
        <p:txBody>
          <a:bodyPr/>
          <a:lstStyle>
            <a:lvl1pPr>
              <a:defRPr/>
            </a:lvl1pPr>
            <a:lvl2pPr>
              <a:defRPr/>
            </a:lvl2pPr>
            <a:lvl3pPr>
              <a:defRPr/>
            </a:lvl3pPr>
            <a:lvl4pPr>
              <a:defRPr/>
            </a:lvl4pPr>
            <a:lvl5pPr>
              <a:defRPr/>
            </a:lvl5p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Tree>
    <p:extLst>
      <p:ext uri="{BB962C8B-B14F-4D97-AF65-F5344CB8AC3E}">
        <p14:creationId xmlns:p14="http://schemas.microsoft.com/office/powerpoint/2010/main" val="14766358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FD83A4F3-4D74-46C9-9FFD-369708F3D69C}"/>
              </a:ext>
            </a:extLst>
          </p:cNvPr>
          <p:cNvGraphicFramePr>
            <a:graphicFrameLocks noChangeAspect="1"/>
          </p:cNvGraphicFramePr>
          <p:nvPr userDrawn="1">
            <p:custDataLst>
              <p:tags r:id="rId1"/>
            </p:custDataLst>
            <p:extLst>
              <p:ext uri="{D42A27DB-BD31-4B8C-83A1-F6EECF244321}">
                <p14:modId xmlns:p14="http://schemas.microsoft.com/office/powerpoint/2010/main" val="55993523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FD83A4F3-4D74-46C9-9FFD-369708F3D69C}"/>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0182E95A-2D87-4C56-9166-14A394C57A02}"/>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1" y="1940984"/>
            <a:ext cx="9889067"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7" y="5966987"/>
            <a:ext cx="9888000"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Tree>
    <p:extLst>
      <p:ext uri="{BB962C8B-B14F-4D97-AF65-F5344CB8AC3E}">
        <p14:creationId xmlns:p14="http://schemas.microsoft.com/office/powerpoint/2010/main" val="38995258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el und 2 Bilder">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3394BB13-371F-4715-8E40-FC0CDDFBCDE8}"/>
              </a:ext>
            </a:extLst>
          </p:cNvPr>
          <p:cNvGraphicFramePr>
            <a:graphicFrameLocks noChangeAspect="1"/>
          </p:cNvGraphicFramePr>
          <p:nvPr userDrawn="1">
            <p:custDataLst>
              <p:tags r:id="rId1"/>
            </p:custDataLst>
            <p:extLst>
              <p:ext uri="{D42A27DB-BD31-4B8C-83A1-F6EECF244321}">
                <p14:modId xmlns:p14="http://schemas.microsoft.com/office/powerpoint/2010/main" val="194887374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6" name="Objekt 5" hidden="1">
                        <a:extLst>
                          <a:ext uri="{FF2B5EF4-FFF2-40B4-BE49-F238E27FC236}">
                            <a16:creationId xmlns:a16="http://schemas.microsoft.com/office/drawing/2014/main" id="{3394BB13-371F-4715-8E40-FC0CDDFBCDE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5" name="Rechteck 4" hidden="1">
            <a:extLst>
              <a:ext uri="{FF2B5EF4-FFF2-40B4-BE49-F238E27FC236}">
                <a16:creationId xmlns:a16="http://schemas.microsoft.com/office/drawing/2014/main" id="{029AAA88-0EDB-4B32-8B38-813B5C6234FF}"/>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9" name="Bildplatzhalter 8"/>
          <p:cNvSpPr>
            <a:spLocks noGrp="1"/>
          </p:cNvSpPr>
          <p:nvPr>
            <p:ph type="pic" sz="quarter" idx="12"/>
          </p:nvPr>
        </p:nvSpPr>
        <p:spPr>
          <a:xfrm>
            <a:off x="768351" y="1940984"/>
            <a:ext cx="4751916"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2" name="Textplatzhalter 2"/>
          <p:cNvSpPr>
            <a:spLocks noGrp="1"/>
          </p:cNvSpPr>
          <p:nvPr>
            <p:ph idx="13" hasCustomPrompt="1"/>
          </p:nvPr>
        </p:nvSpPr>
        <p:spPr bwMode="gray">
          <a:xfrm>
            <a:off x="767409" y="5966987"/>
            <a:ext cx="4754033"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
        <p:nvSpPr>
          <p:cNvPr id="13"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11" name="Bildplatzhalter 8"/>
          <p:cNvSpPr>
            <a:spLocks noGrp="1"/>
          </p:cNvSpPr>
          <p:nvPr>
            <p:ph type="pic" sz="quarter" idx="15"/>
          </p:nvPr>
        </p:nvSpPr>
        <p:spPr>
          <a:xfrm>
            <a:off x="5904443" y="1940984"/>
            <a:ext cx="4751916" cy="3936000"/>
          </a:xfrm>
          <a:blipFill>
            <a:blip r:embed="rId6"/>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5" name="Textplatzhalter 2"/>
          <p:cNvSpPr>
            <a:spLocks noGrp="1"/>
          </p:cNvSpPr>
          <p:nvPr>
            <p:ph idx="16" hasCustomPrompt="1"/>
          </p:nvPr>
        </p:nvSpPr>
        <p:spPr bwMode="gray">
          <a:xfrm>
            <a:off x="5904444" y="5966987"/>
            <a:ext cx="4754033" cy="246221"/>
          </a:xfrm>
          <a:prstGeom prst="rect">
            <a:avLst/>
          </a:prstGeom>
        </p:spPr>
        <p:txBody>
          <a:bodyPr vert="horz" wrap="square" lIns="0" tIns="0" rIns="0" bIns="0" rtlCol="0">
            <a:spAutoFit/>
          </a:bodyPr>
          <a:lstStyle>
            <a:lvl1pPr marL="0" indent="0">
              <a:buNone/>
              <a:defRPr sz="1600"/>
            </a:lvl1pPr>
          </a:lstStyle>
          <a:p>
            <a:pPr lvl="0"/>
            <a:r>
              <a:rPr lang="de-DE" noProof="0" dirty="0"/>
              <a:t>Optionale Bildunterschrift in Schwarz oder in Farbe</a:t>
            </a:r>
          </a:p>
        </p:txBody>
      </p:sp>
    </p:spTree>
    <p:extLst>
      <p:ext uri="{BB962C8B-B14F-4D97-AF65-F5344CB8AC3E}">
        <p14:creationId xmlns:p14="http://schemas.microsoft.com/office/powerpoint/2010/main" val="15075880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Vollbild hell">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0" y="0"/>
            <a:ext cx="12192000" cy="6858000"/>
          </a:xfrm>
          <a:blipFill>
            <a:blip r:embed="rId2"/>
            <a:stretch>
              <a:fillRect/>
            </a:stretch>
          </a:blipFill>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8" name="Titel 1"/>
          <p:cNvSpPr>
            <a:spLocks noGrp="1"/>
          </p:cNvSpPr>
          <p:nvPr>
            <p:ph type="ctrTitle"/>
          </p:nvPr>
        </p:nvSpPr>
        <p:spPr bwMode="blackWhite">
          <a:xfrm>
            <a:off x="768349" y="3429000"/>
            <a:ext cx="4608000" cy="1920000"/>
          </a:xfrm>
          <a:solidFill>
            <a:srgbClr val="64B42D"/>
          </a:solidFill>
        </p:spPr>
        <p:txBody>
          <a:bodyPr lIns="216000" tIns="201600" rIns="180000" bIns="230400">
            <a:noAutofit/>
          </a:bodyPr>
          <a:lstStyle>
            <a:lvl1pPr>
              <a:defRPr sz="2667" b="0">
                <a:solidFill>
                  <a:schemeClr val="bg1"/>
                </a:solidFill>
              </a:defRPr>
            </a:lvl1pPr>
          </a:lstStyle>
          <a:p>
            <a:r>
              <a:rPr lang="de-DE" noProof="0"/>
              <a:t>Mastertitelformat bearbeiten</a:t>
            </a:r>
            <a:endParaRPr lang="de-DE" noProof="0" dirty="0"/>
          </a:p>
        </p:txBody>
      </p:sp>
    </p:spTree>
    <p:extLst>
      <p:ext uri="{BB962C8B-B14F-4D97-AF65-F5344CB8AC3E}">
        <p14:creationId xmlns:p14="http://schemas.microsoft.com/office/powerpoint/2010/main" val="6952165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ollbild dunkel">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0" y="0"/>
            <a:ext cx="12192000" cy="6858000"/>
          </a:xfrm>
          <a:blipFill>
            <a:blip r:embed="rId2"/>
            <a:stretch>
              <a:fillRect/>
            </a:stretch>
          </a:blipFill>
        </p:spPr>
        <p:txBody>
          <a:bodyPr vert="horz" wrap="square" lIns="0" tIns="0" rIns="0" bIns="0" rtlCol="0">
            <a:noAutofit/>
          </a:bodyPr>
          <a:lstStyle>
            <a:lvl1pPr marL="228594" indent="-228594" algn="ctr">
              <a:buFont typeface="Arial" panose="020B0604020202020204" pitchFamily="34" charset="0"/>
              <a:buNone/>
              <a:defRPr lang="de-DE" sz="1333"/>
            </a:lvl1pPr>
          </a:lstStyle>
          <a:p>
            <a:r>
              <a:rPr lang="de-DE"/>
              <a:t>Bild durch Klicken auf Symbol hinzufügen</a:t>
            </a:r>
            <a:endParaRPr lang="de-DE" dirty="0"/>
          </a:p>
        </p:txBody>
      </p:sp>
      <p:sp>
        <p:nvSpPr>
          <p:cNvPr id="8" name="Titel 1"/>
          <p:cNvSpPr>
            <a:spLocks noGrp="1"/>
          </p:cNvSpPr>
          <p:nvPr>
            <p:ph type="ctrTitle"/>
          </p:nvPr>
        </p:nvSpPr>
        <p:spPr bwMode="blackWhite">
          <a:xfrm>
            <a:off x="1506539" y="1115219"/>
            <a:ext cx="3456000" cy="1920000"/>
          </a:xfrm>
          <a:solidFill>
            <a:srgbClr val="E60055"/>
          </a:solidFill>
        </p:spPr>
        <p:txBody>
          <a:bodyPr lIns="216000" tIns="201600" rIns="180000" bIns="230400">
            <a:noAutofit/>
          </a:bodyPr>
          <a:lstStyle>
            <a:lvl1pPr>
              <a:defRPr sz="2267" b="0">
                <a:solidFill>
                  <a:schemeClr val="bg1"/>
                </a:solidFill>
              </a:defRPr>
            </a:lvl1pPr>
          </a:lstStyle>
          <a:p>
            <a:r>
              <a:rPr lang="de-DE" noProof="0"/>
              <a:t>Mastertitelformat bearbeiten</a:t>
            </a:r>
            <a:endParaRPr lang="de-DE" noProof="0" dirty="0"/>
          </a:p>
        </p:txBody>
      </p:sp>
    </p:spTree>
    <p:extLst>
      <p:ext uri="{BB962C8B-B14F-4D97-AF65-F5344CB8AC3E}">
        <p14:creationId xmlns:p14="http://schemas.microsoft.com/office/powerpoint/2010/main" val="12666060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 Bilder mit 3 Textboxen">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6581" y="0"/>
            <a:ext cx="4080000" cy="6859200"/>
          </a:xfrm>
          <a:blipFill>
            <a:blip r:embed="rId2"/>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6" name="Bildplatzhalter 8"/>
          <p:cNvSpPr>
            <a:spLocks noGrp="1"/>
          </p:cNvSpPr>
          <p:nvPr>
            <p:ph type="pic" sz="quarter" idx="13"/>
          </p:nvPr>
        </p:nvSpPr>
        <p:spPr>
          <a:xfrm>
            <a:off x="4056000" y="0"/>
            <a:ext cx="4080000" cy="6859200"/>
          </a:xfrm>
          <a:blipFill>
            <a:blip r:embed="rId2"/>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7" name="Bildplatzhalter 8"/>
          <p:cNvSpPr>
            <a:spLocks noGrp="1"/>
          </p:cNvSpPr>
          <p:nvPr>
            <p:ph type="pic" sz="quarter" idx="14"/>
          </p:nvPr>
        </p:nvSpPr>
        <p:spPr>
          <a:xfrm>
            <a:off x="8112000" y="0"/>
            <a:ext cx="4080000" cy="6859200"/>
          </a:xfrm>
          <a:blipFill>
            <a:blip r:embed="rId2"/>
            <a:stretch>
              <a:fillRect/>
            </a:stretch>
          </a:blipFill>
        </p:spPr>
        <p:txBody>
          <a:bodyPr vert="horz" wrap="square" lIns="0" tIns="0" rIns="0" bIns="0" rtlCol="0">
            <a:noAutofit/>
          </a:bodyPr>
          <a:lstStyle>
            <a:lvl1pPr marL="0" indent="0" algn="ctr">
              <a:buNone/>
              <a:defRPr lang="de-DE" sz="1333"/>
            </a:lvl1pPr>
          </a:lstStyle>
          <a:p>
            <a:r>
              <a:rPr lang="de-DE"/>
              <a:t>Bild durch Klicken auf Symbol hinzufügen</a:t>
            </a:r>
            <a:endParaRPr lang="de-DE" dirty="0"/>
          </a:p>
        </p:txBody>
      </p:sp>
      <p:sp>
        <p:nvSpPr>
          <p:cNvPr id="10" name="Textplatzhalter 5"/>
          <p:cNvSpPr>
            <a:spLocks noGrp="1"/>
          </p:cNvSpPr>
          <p:nvPr>
            <p:ph type="body" sz="quarter" idx="15"/>
          </p:nvPr>
        </p:nvSpPr>
        <p:spPr bwMode="blackWhite">
          <a:xfrm>
            <a:off x="503675" y="4625747"/>
            <a:ext cx="3072000" cy="1536000"/>
          </a:xfrm>
          <a:solidFill>
            <a:schemeClr val="accent1"/>
          </a:solidFill>
        </p:spPr>
        <p:txBody>
          <a:bodyPr lIns="216000" tIns="144000" rIns="180000" bIns="230400">
            <a:noAutofit/>
          </a:bodyPr>
          <a:lstStyle>
            <a:lvl1pPr>
              <a:defRPr sz="1600" b="0">
                <a:solidFill>
                  <a:schemeClr val="bg1"/>
                </a:solidFill>
              </a:defRPr>
            </a:lvl1pPr>
            <a:lvl4pPr>
              <a:defRPr>
                <a:solidFill>
                  <a:schemeClr val="bg1"/>
                </a:solidFill>
              </a:defRPr>
            </a:lvl4pPr>
          </a:lstStyle>
          <a:p>
            <a:pPr lvl="0"/>
            <a:r>
              <a:rPr lang="de-DE" noProof="0"/>
              <a:t>Mastertextformat bearbeiten</a:t>
            </a:r>
          </a:p>
        </p:txBody>
      </p:sp>
      <p:sp>
        <p:nvSpPr>
          <p:cNvPr id="13" name="Textplatzhalter 5"/>
          <p:cNvSpPr>
            <a:spLocks noGrp="1"/>
          </p:cNvSpPr>
          <p:nvPr>
            <p:ph type="body" sz="quarter" idx="17"/>
          </p:nvPr>
        </p:nvSpPr>
        <p:spPr bwMode="blackWhite">
          <a:xfrm>
            <a:off x="4560000" y="4625747"/>
            <a:ext cx="3072000" cy="1536000"/>
          </a:xfrm>
          <a:solidFill>
            <a:schemeClr val="accent6"/>
          </a:solidFill>
        </p:spPr>
        <p:txBody>
          <a:bodyPr lIns="216000" tIns="144000" rIns="180000" bIns="230400">
            <a:noAutofit/>
          </a:bodyPr>
          <a:lstStyle>
            <a:lvl1pPr>
              <a:defRPr sz="1600" b="0">
                <a:solidFill>
                  <a:schemeClr val="bg1"/>
                </a:solidFill>
              </a:defRPr>
            </a:lvl1pPr>
            <a:lvl4pPr>
              <a:defRPr>
                <a:solidFill>
                  <a:schemeClr val="bg1"/>
                </a:solidFill>
              </a:defRPr>
            </a:lvl4pPr>
          </a:lstStyle>
          <a:p>
            <a:pPr lvl="0"/>
            <a:r>
              <a:rPr lang="de-DE" noProof="0"/>
              <a:t>Mastertextformat bearbeiten</a:t>
            </a:r>
          </a:p>
        </p:txBody>
      </p:sp>
      <p:sp>
        <p:nvSpPr>
          <p:cNvPr id="15" name="Textplatzhalter 5"/>
          <p:cNvSpPr>
            <a:spLocks noGrp="1"/>
          </p:cNvSpPr>
          <p:nvPr>
            <p:ph type="body" sz="quarter" idx="18"/>
          </p:nvPr>
        </p:nvSpPr>
        <p:spPr bwMode="blackWhite">
          <a:xfrm>
            <a:off x="8616000" y="4625747"/>
            <a:ext cx="3072000" cy="1536000"/>
          </a:xfrm>
          <a:solidFill>
            <a:srgbClr val="64B42D"/>
          </a:solidFill>
        </p:spPr>
        <p:txBody>
          <a:bodyPr lIns="216000" tIns="144000" rIns="180000" bIns="230400">
            <a:noAutofit/>
          </a:bodyPr>
          <a:lstStyle>
            <a:lvl1pPr>
              <a:defRPr sz="1600" b="0">
                <a:solidFill>
                  <a:schemeClr val="bg1"/>
                </a:solidFill>
              </a:defRPr>
            </a:lvl1pPr>
            <a:lvl4pPr>
              <a:defRPr>
                <a:solidFill>
                  <a:schemeClr val="bg1"/>
                </a:solidFill>
              </a:defRPr>
            </a:lvl4pPr>
          </a:lstStyle>
          <a:p>
            <a:pPr lvl="0"/>
            <a:r>
              <a:rPr lang="de-DE" noProof="0"/>
              <a:t>Mastertextformat bearbeiten</a:t>
            </a:r>
          </a:p>
        </p:txBody>
      </p:sp>
    </p:spTree>
    <p:extLst>
      <p:ext uri="{BB962C8B-B14F-4D97-AF65-F5344CB8AC3E}">
        <p14:creationId xmlns:p14="http://schemas.microsoft.com/office/powerpoint/2010/main" val="5185992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Zusammenfassung Druck">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6" name="Textplatzhalter 5"/>
          <p:cNvSpPr>
            <a:spLocks noGrp="1"/>
          </p:cNvSpPr>
          <p:nvPr>
            <p:ph type="body" sz="quarter" idx="12"/>
          </p:nvPr>
        </p:nvSpPr>
        <p:spPr bwMode="blackWhite">
          <a:xfrm>
            <a:off x="1666556" y="1316765"/>
            <a:ext cx="3840000" cy="1920000"/>
          </a:xfrm>
          <a:solidFill>
            <a:schemeClr val="accent1"/>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1" name="Textplatzhalter 5"/>
          <p:cNvSpPr>
            <a:spLocks noGrp="1"/>
          </p:cNvSpPr>
          <p:nvPr>
            <p:ph type="body" sz="quarter" idx="13"/>
          </p:nvPr>
        </p:nvSpPr>
        <p:spPr bwMode="blackWhite">
          <a:xfrm>
            <a:off x="514556" y="3573016"/>
            <a:ext cx="4992000" cy="1920000"/>
          </a:xfrm>
          <a:solidFill>
            <a:schemeClr val="accent3"/>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2" name="Textplatzhalter 5"/>
          <p:cNvSpPr>
            <a:spLocks noGrp="1"/>
          </p:cNvSpPr>
          <p:nvPr>
            <p:ph type="body" sz="quarter" idx="14"/>
          </p:nvPr>
        </p:nvSpPr>
        <p:spPr bwMode="blackWhite">
          <a:xfrm>
            <a:off x="5902649" y="1943951"/>
            <a:ext cx="3840000" cy="1920000"/>
          </a:xfrm>
          <a:solidFill>
            <a:schemeClr val="accent5"/>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3" name="Textplatzhalter 5"/>
          <p:cNvSpPr>
            <a:spLocks noGrp="1"/>
          </p:cNvSpPr>
          <p:nvPr>
            <p:ph type="body" sz="quarter" idx="15"/>
          </p:nvPr>
        </p:nvSpPr>
        <p:spPr bwMode="blackWhite">
          <a:xfrm>
            <a:off x="5902649" y="4232136"/>
            <a:ext cx="4992000" cy="1920000"/>
          </a:xfrm>
          <a:solidFill>
            <a:srgbClr val="64B42D"/>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Tree>
    <p:extLst>
      <p:ext uri="{BB962C8B-B14F-4D97-AF65-F5344CB8AC3E}">
        <p14:creationId xmlns:p14="http://schemas.microsoft.com/office/powerpoint/2010/main" val="540451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Zusammenfassung Bildschirm">
    <p:bg>
      <p:bgPr>
        <a:solidFill>
          <a:schemeClr val="tx2"/>
        </a:solidFill>
        <a:effectLst/>
      </p:bgPr>
    </p:bg>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bwMode="blackWhite"/>
        <p:txBody>
          <a:bodyPr/>
          <a:lstStyle>
            <a:lvl1pPr>
              <a:defRPr>
                <a:solidFill>
                  <a:schemeClr val="bg1"/>
                </a:solidFill>
              </a:defRPr>
            </a:lvl1pPr>
          </a:lstStyle>
          <a:p>
            <a:r>
              <a:rPr lang="de-DE" noProof="0" dirty="0"/>
              <a:t>Westnetz GmbH · Name · TT Monat JJJJ</a:t>
            </a:r>
          </a:p>
        </p:txBody>
      </p:sp>
      <p:sp>
        <p:nvSpPr>
          <p:cNvPr id="4" name="Foliennummernplatzhalter 3"/>
          <p:cNvSpPr>
            <a:spLocks noGrp="1"/>
          </p:cNvSpPr>
          <p:nvPr>
            <p:ph type="sldNum" sz="quarter" idx="11"/>
          </p:nvPr>
        </p:nvSpPr>
        <p:spPr bwMode="blackWhite"/>
        <p:txBody>
          <a:bodyPr/>
          <a:lstStyle>
            <a:lvl1pPr>
              <a:defRPr>
                <a:solidFill>
                  <a:schemeClr val="bg1"/>
                </a:solidFill>
              </a:defRPr>
            </a:lvl1pPr>
          </a:lstStyle>
          <a:p>
            <a:fld id="{F05F51B1-EF07-4A0A-8ED6-43388CBBB34F}" type="slidenum">
              <a:rPr lang="de-DE" noProof="0" smtClean="0"/>
              <a:pPr/>
              <a:t>‹Nr.›</a:t>
            </a:fld>
            <a:endParaRPr lang="de-DE" noProof="0" dirty="0"/>
          </a:p>
        </p:txBody>
      </p:sp>
      <p:sp>
        <p:nvSpPr>
          <p:cNvPr id="10" name="Textplatzhalter 5"/>
          <p:cNvSpPr>
            <a:spLocks noGrp="1"/>
          </p:cNvSpPr>
          <p:nvPr>
            <p:ph type="body" sz="quarter" idx="12"/>
          </p:nvPr>
        </p:nvSpPr>
        <p:spPr bwMode="blackWhite">
          <a:xfrm>
            <a:off x="1666556" y="1316765"/>
            <a:ext cx="3840000" cy="1920000"/>
          </a:xfrm>
          <a:solidFill>
            <a:schemeClr val="accent1"/>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4" name="Textplatzhalter 5"/>
          <p:cNvSpPr>
            <a:spLocks noGrp="1"/>
          </p:cNvSpPr>
          <p:nvPr>
            <p:ph type="body" sz="quarter" idx="13"/>
          </p:nvPr>
        </p:nvSpPr>
        <p:spPr bwMode="blackWhite">
          <a:xfrm>
            <a:off x="514556" y="3573016"/>
            <a:ext cx="4992000" cy="1920000"/>
          </a:xfrm>
          <a:solidFill>
            <a:schemeClr val="accent3"/>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5" name="Textplatzhalter 5"/>
          <p:cNvSpPr>
            <a:spLocks noGrp="1"/>
          </p:cNvSpPr>
          <p:nvPr>
            <p:ph type="body" sz="quarter" idx="14"/>
          </p:nvPr>
        </p:nvSpPr>
        <p:spPr bwMode="blackWhite">
          <a:xfrm>
            <a:off x="5902649" y="1943951"/>
            <a:ext cx="3840000" cy="1920000"/>
          </a:xfrm>
          <a:solidFill>
            <a:schemeClr val="accent5"/>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sp>
        <p:nvSpPr>
          <p:cNvPr id="16" name="Textplatzhalter 5"/>
          <p:cNvSpPr>
            <a:spLocks noGrp="1"/>
          </p:cNvSpPr>
          <p:nvPr>
            <p:ph type="body" sz="quarter" idx="15"/>
          </p:nvPr>
        </p:nvSpPr>
        <p:spPr bwMode="blackWhite">
          <a:xfrm>
            <a:off x="5902649" y="4232136"/>
            <a:ext cx="4992000" cy="1920000"/>
          </a:xfrm>
          <a:solidFill>
            <a:srgbClr val="64B42D"/>
          </a:solidFill>
        </p:spPr>
        <p:txBody>
          <a:bodyPr lIns="216000" tIns="201600" rIns="180000" bIns="230400">
            <a:noAutofit/>
          </a:bodyPr>
          <a:lstStyle>
            <a:lvl1pPr>
              <a:defRPr>
                <a:solidFill>
                  <a:schemeClr val="bg1"/>
                </a:solidFill>
              </a:defRPr>
            </a:lvl1pPr>
            <a:lvl4pPr>
              <a:defRPr>
                <a:solidFill>
                  <a:schemeClr val="bg1"/>
                </a:solidFill>
              </a:defRPr>
            </a:lvl4pPr>
          </a:lstStyle>
          <a:p>
            <a:pPr lvl="0"/>
            <a:r>
              <a:rPr lang="de-DE" noProof="0"/>
              <a:t>Mastertextformat bearbeiten</a:t>
            </a:r>
          </a:p>
        </p:txBody>
      </p:sp>
      <p:grpSp>
        <p:nvGrpSpPr>
          <p:cNvPr id="34" name="Gruppieren 33"/>
          <p:cNvGrpSpPr/>
          <p:nvPr userDrawn="1"/>
        </p:nvGrpSpPr>
        <p:grpSpPr>
          <a:xfrm>
            <a:off x="767408" y="-166621"/>
            <a:ext cx="9889099" cy="144000"/>
            <a:chOff x="575556" y="-124966"/>
            <a:chExt cx="7416824" cy="108000"/>
          </a:xfrm>
        </p:grpSpPr>
        <p:sp>
          <p:nvSpPr>
            <p:cNvPr id="35" name="Freihandform 34"/>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6" name="Freihandform 35"/>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7" name="Freihandform 36"/>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8" name="Freihandform 37"/>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39" name="Gruppieren 38"/>
          <p:cNvGrpSpPr/>
          <p:nvPr userDrawn="1"/>
        </p:nvGrpSpPr>
        <p:grpSpPr>
          <a:xfrm>
            <a:off x="767408" y="6880621"/>
            <a:ext cx="9889099" cy="144000"/>
            <a:chOff x="575556" y="5160466"/>
            <a:chExt cx="7416824" cy="108000"/>
          </a:xfrm>
        </p:grpSpPr>
        <p:sp>
          <p:nvSpPr>
            <p:cNvPr id="40" name="Freihandform 39"/>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1" name="Freihandform 40"/>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2" name="Freihandform 41"/>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4" name="Gruppieren 43"/>
          <p:cNvGrpSpPr/>
          <p:nvPr userDrawn="1"/>
        </p:nvGrpSpPr>
        <p:grpSpPr bwMode="blackWhite">
          <a:xfrm>
            <a:off x="-221271" y="1930675"/>
            <a:ext cx="192000" cy="4234640"/>
            <a:chOff x="-165953" y="1448006"/>
            <a:chExt cx="144000" cy="3175980"/>
          </a:xfrm>
        </p:grpSpPr>
        <p:sp>
          <p:nvSpPr>
            <p:cNvPr id="45" name="Freihandform 44"/>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6" name="Freihandform 45"/>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7" name="Gruppieren 46"/>
          <p:cNvGrpSpPr/>
          <p:nvPr userDrawn="1"/>
        </p:nvGrpSpPr>
        <p:grpSpPr>
          <a:xfrm>
            <a:off x="12221656" y="1940836"/>
            <a:ext cx="192000" cy="4229040"/>
            <a:chOff x="9166242" y="1455627"/>
            <a:chExt cx="144000" cy="3171780"/>
          </a:xfrm>
        </p:grpSpPr>
        <p:sp>
          <p:nvSpPr>
            <p:cNvPr id="48" name="Freihandform 47"/>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6" name="Grafik 25">
            <a:extLst>
              <a:ext uri="{FF2B5EF4-FFF2-40B4-BE49-F238E27FC236}">
                <a16:creationId xmlns:a16="http://schemas.microsoft.com/office/drawing/2014/main" id="{57091C12-D512-4D31-BF5C-FAB6387B135C}"/>
              </a:ext>
            </a:extLst>
          </p:cNvPr>
          <p:cNvPicPr>
            <a:picLocks noChangeAspect="1"/>
          </p:cNvPicPr>
          <p:nvPr userDrawn="1"/>
        </p:nvPicPr>
        <p:blipFill>
          <a:blip r:embed="rId2"/>
          <a:stretch>
            <a:fillRect/>
          </a:stretch>
        </p:blipFill>
        <p:spPr bwMode="black">
          <a:xfrm>
            <a:off x="10780800" y="364590"/>
            <a:ext cx="1147200" cy="200903"/>
          </a:xfrm>
          <a:prstGeom prst="rect">
            <a:avLst/>
          </a:prstGeom>
        </p:spPr>
      </p:pic>
      <p:pic>
        <p:nvPicPr>
          <p:cNvPr id="27" name="Grafik 26">
            <a:extLst>
              <a:ext uri="{FF2B5EF4-FFF2-40B4-BE49-F238E27FC236}">
                <a16:creationId xmlns:a16="http://schemas.microsoft.com/office/drawing/2014/main" id="{69EBB871-412E-4D52-A473-3B2E72739F3F}"/>
              </a:ext>
            </a:extLst>
          </p:cNvPr>
          <p:cNvPicPr>
            <a:picLocks noChangeAspect="1"/>
          </p:cNvPicPr>
          <p:nvPr userDrawn="1"/>
        </p:nvPicPr>
        <p:blipFill>
          <a:blip r:embed="rId3"/>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42006098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80B13D5C-5FA9-452E-94F5-DA1D0D802E8E}"/>
              </a:ext>
            </a:extLst>
          </p:cNvPr>
          <p:cNvGraphicFramePr>
            <a:graphicFrameLocks noChangeAspect="1"/>
          </p:cNvGraphicFramePr>
          <p:nvPr userDrawn="1">
            <p:custDataLst>
              <p:tags r:id="rId1"/>
            </p:custDataLst>
            <p:extLst>
              <p:ext uri="{D42A27DB-BD31-4B8C-83A1-F6EECF244321}">
                <p14:modId xmlns:p14="http://schemas.microsoft.com/office/powerpoint/2010/main" val="409099232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7" name="Objekt 6" hidden="1">
                        <a:extLst>
                          <a:ext uri="{FF2B5EF4-FFF2-40B4-BE49-F238E27FC236}">
                            <a16:creationId xmlns:a16="http://schemas.microsoft.com/office/drawing/2014/main" id="{80B13D5C-5FA9-452E-94F5-DA1D0D802E8E}"/>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6" name="Rechteck 5" hidden="1">
            <a:extLst>
              <a:ext uri="{FF2B5EF4-FFF2-40B4-BE49-F238E27FC236}">
                <a16:creationId xmlns:a16="http://schemas.microsoft.com/office/drawing/2014/main" id="{B4F6D46A-358A-462E-8ED8-8C586107351C}"/>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a:xfrm>
            <a:off x="767408" y="708639"/>
            <a:ext cx="9120000" cy="480132"/>
          </a:xfrm>
        </p:spPr>
        <p:txBody>
          <a:bodyPr/>
          <a:lstStyle/>
          <a:p>
            <a:r>
              <a:rPr lang="de-DE" noProof="0"/>
              <a:t>Mastertitelformat bearbeiten</a:t>
            </a:r>
            <a:endParaRPr lang="de-DE" noProof="0" dirty="0"/>
          </a:p>
        </p:txBody>
      </p:sp>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
        <p:nvSpPr>
          <p:cNvPr id="5" name="Textplatzhalter 8"/>
          <p:cNvSpPr>
            <a:spLocks noGrp="1"/>
          </p:cNvSpPr>
          <p:nvPr>
            <p:ph type="body" sz="quarter" idx="14" hasCustomPrompt="1"/>
          </p:nvPr>
        </p:nvSpPr>
        <p:spPr>
          <a:xfrm>
            <a:off x="767999" y="336000"/>
            <a:ext cx="9120000" cy="287259"/>
          </a:xfrm>
        </p:spPr>
        <p:txBody>
          <a:bodyPr anchor="ctr" anchorCtr="0"/>
          <a:lstStyle>
            <a:lvl1pPr marL="0" indent="0">
              <a:spcBef>
                <a:spcPts val="0"/>
              </a:spcBef>
              <a:buNone/>
              <a:defRPr sz="1867">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Kapitelname</a:t>
            </a:r>
          </a:p>
        </p:txBody>
      </p:sp>
      <p:sp>
        <p:nvSpPr>
          <p:cNvPr id="8" name="Textplatzhalter 5"/>
          <p:cNvSpPr>
            <a:spLocks noGrp="1"/>
          </p:cNvSpPr>
          <p:nvPr>
            <p:ph type="body" sz="quarter" idx="13"/>
          </p:nvPr>
        </p:nvSpPr>
        <p:spPr bwMode="blackWhite">
          <a:xfrm>
            <a:off x="765268" y="1939195"/>
            <a:ext cx="6144000" cy="805551"/>
          </a:xfrm>
          <a:solidFill>
            <a:schemeClr val="accent3"/>
          </a:solidFill>
        </p:spPr>
        <p:txBody>
          <a:bodyPr lIns="216000" tIns="201600" rIns="180000" bIns="230400">
            <a:spAutoFit/>
          </a:bodyPr>
          <a:lstStyle>
            <a:lvl1pPr marL="0" indent="0">
              <a:buNone/>
              <a:defRPr sz="2400">
                <a:solidFill>
                  <a:schemeClr val="bg1"/>
                </a:solidFill>
              </a:defRPr>
            </a:lvl1pPr>
            <a:lvl4pPr>
              <a:defRPr>
                <a:solidFill>
                  <a:schemeClr val="bg1"/>
                </a:solidFill>
              </a:defRPr>
            </a:lvl4pPr>
          </a:lstStyle>
          <a:p>
            <a:pPr lvl="0"/>
            <a:r>
              <a:rPr lang="de-DE" noProof="0"/>
              <a:t>Mastertextformat bearbeiten</a:t>
            </a:r>
          </a:p>
        </p:txBody>
      </p:sp>
    </p:spTree>
    <p:extLst>
      <p:ext uri="{BB962C8B-B14F-4D97-AF65-F5344CB8AC3E}">
        <p14:creationId xmlns:p14="http://schemas.microsoft.com/office/powerpoint/2010/main" val="6118976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eer">
    <p:bg bwMode="gray">
      <p:bgRef idx="1001">
        <a:schemeClr val="bg1"/>
      </p:bgRef>
    </p:bg>
    <p:spTree>
      <p:nvGrpSpPr>
        <p:cNvPr id="1" name=""/>
        <p:cNvGrpSpPr/>
        <p:nvPr/>
      </p:nvGrpSpPr>
      <p:grpSpPr>
        <a:xfrm>
          <a:off x="0" y="0"/>
          <a:ext cx="0" cy="0"/>
          <a:chOff x="0" y="0"/>
          <a:chExt cx="0" cy="0"/>
        </a:xfrm>
      </p:grpSpPr>
      <p:sp>
        <p:nvSpPr>
          <p:cNvPr id="3" name="Fußzeilenplatzhalter 2"/>
          <p:cNvSpPr>
            <a:spLocks noGrp="1"/>
          </p:cNvSpPr>
          <p:nvPr>
            <p:ph type="ftr" sz="quarter" idx="10"/>
          </p:nvPr>
        </p:nvSpPr>
        <p:spPr/>
        <p:txBody>
          <a:bodyPr/>
          <a:lstStyle/>
          <a:p>
            <a:r>
              <a:rPr lang="de-DE" noProof="0" dirty="0"/>
              <a:t>Westnetz GmbH · Name · TT Monat JJJJ</a:t>
            </a:r>
          </a:p>
        </p:txBody>
      </p:sp>
      <p:sp>
        <p:nvSpPr>
          <p:cNvPr id="4" name="Foliennummernplatzhalter 3"/>
          <p:cNvSpPr>
            <a:spLocks noGrp="1"/>
          </p:cNvSpPr>
          <p:nvPr>
            <p:ph type="sldNum" sz="quarter" idx="11"/>
          </p:nvPr>
        </p:nvSpPr>
        <p:spPr/>
        <p:txBody>
          <a:bodyPr/>
          <a:lstStyle/>
          <a:p>
            <a:fld id="{F05F51B1-EF07-4A0A-8ED6-43388CBBB34F}" type="slidenum">
              <a:rPr lang="de-DE" noProof="0" smtClean="0"/>
              <a:pPr/>
              <a:t>‹Nr.›</a:t>
            </a:fld>
            <a:endParaRPr lang="de-DE" noProof="0" dirty="0"/>
          </a:p>
        </p:txBody>
      </p:sp>
    </p:spTree>
    <p:extLst>
      <p:ext uri="{BB962C8B-B14F-4D97-AF65-F5344CB8AC3E}">
        <p14:creationId xmlns:p14="http://schemas.microsoft.com/office/powerpoint/2010/main" val="3970923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chlagwort Druck">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6502C428-00E1-4787-A39D-08AF6A1D9E97}"/>
              </a:ext>
            </a:extLst>
          </p:cNvPr>
          <p:cNvGraphicFramePr>
            <a:graphicFrameLocks noChangeAspect="1"/>
          </p:cNvGraphicFramePr>
          <p:nvPr userDrawn="1">
            <p:custDataLst>
              <p:tags r:id="rId1"/>
            </p:custDataLst>
            <p:extLst>
              <p:ext uri="{D42A27DB-BD31-4B8C-83A1-F6EECF244321}">
                <p14:modId xmlns:p14="http://schemas.microsoft.com/office/powerpoint/2010/main" val="153803258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3" name="Objekt 2" hidden="1">
                        <a:extLst>
                          <a:ext uri="{FF2B5EF4-FFF2-40B4-BE49-F238E27FC236}">
                            <a16:creationId xmlns:a16="http://schemas.microsoft.com/office/drawing/2014/main" id="{6502C428-00E1-4787-A39D-08AF6A1D9E97}"/>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el 1"/>
          <p:cNvSpPr>
            <a:spLocks noGrp="1"/>
          </p:cNvSpPr>
          <p:nvPr>
            <p:ph type="title" hasCustomPrompt="1"/>
          </p:nvPr>
        </p:nvSpPr>
        <p:spPr bwMode="black">
          <a:xfrm>
            <a:off x="1534585" y="2364499"/>
            <a:ext cx="9122833" cy="1588127"/>
          </a:xfrm>
        </p:spPr>
        <p:txBody>
          <a:bodyPr vert="horz" wrap="square" lIns="0" tIns="0" rIns="0" bIns="0" rtlCol="0" anchor="t" anchorCtr="0">
            <a:spAutoFit/>
          </a:bodyPr>
          <a:lstStyle>
            <a:lvl1pPr algn="ctr">
              <a:defRPr lang="de-DE" sz="11466" b="0" cap="all" spc="400" baseline="0" dirty="0">
                <a:solidFill>
                  <a:srgbClr val="C81E82"/>
                </a:solidFill>
              </a:defRPr>
            </a:lvl1pPr>
          </a:lstStyle>
          <a:p>
            <a:pPr lvl="0" algn="ctr"/>
            <a:r>
              <a:rPr lang="de-DE" noProof="0" dirty="0"/>
              <a:t>Schlagwort</a:t>
            </a:r>
          </a:p>
        </p:txBody>
      </p:sp>
    </p:spTree>
    <p:extLst>
      <p:ext uri="{BB962C8B-B14F-4D97-AF65-F5344CB8AC3E}">
        <p14:creationId xmlns:p14="http://schemas.microsoft.com/office/powerpoint/2010/main" val="36158023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chlagwort Bildschirm">
    <p:bg>
      <p:bgPr>
        <a:solidFill>
          <a:schemeClr val="accent4"/>
        </a:solidFill>
        <a:effectLst/>
      </p:bgPr>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94504158-525D-482E-9607-7E29CE4DF41A}"/>
              </a:ext>
            </a:extLst>
          </p:cNvPr>
          <p:cNvGraphicFramePr>
            <a:graphicFrameLocks noChangeAspect="1"/>
          </p:cNvGraphicFramePr>
          <p:nvPr userDrawn="1">
            <p:custDataLst>
              <p:tags r:id="rId1"/>
            </p:custDataLst>
            <p:extLst>
              <p:ext uri="{D42A27DB-BD31-4B8C-83A1-F6EECF244321}">
                <p14:modId xmlns:p14="http://schemas.microsoft.com/office/powerpoint/2010/main" val="15023212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 imgW="344" imgH="345" progId="TCLayout.ActiveDocument.1">
                  <p:embed/>
                </p:oleObj>
              </mc:Choice>
              <mc:Fallback>
                <p:oleObj name="think-cell Folie" r:id="rId3" imgW="344" imgH="345" progId="TCLayout.ActiveDocument.1">
                  <p:embed/>
                  <p:pic>
                    <p:nvPicPr>
                      <p:cNvPr id="3" name="Objekt 2" hidden="1">
                        <a:extLst>
                          <a:ext uri="{FF2B5EF4-FFF2-40B4-BE49-F238E27FC236}">
                            <a16:creationId xmlns:a16="http://schemas.microsoft.com/office/drawing/2014/main" id="{94504158-525D-482E-9607-7E29CE4DF41A}"/>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2" name="Titel 1"/>
          <p:cNvSpPr>
            <a:spLocks noGrp="1"/>
          </p:cNvSpPr>
          <p:nvPr>
            <p:ph type="title" hasCustomPrompt="1"/>
          </p:nvPr>
        </p:nvSpPr>
        <p:spPr bwMode="black">
          <a:xfrm>
            <a:off x="1534585" y="2364499"/>
            <a:ext cx="9122833" cy="1588127"/>
          </a:xfrm>
        </p:spPr>
        <p:txBody>
          <a:bodyPr/>
          <a:lstStyle>
            <a:lvl1pPr algn="ctr">
              <a:defRPr sz="11466" b="0" cap="all" spc="400" baseline="0">
                <a:solidFill>
                  <a:schemeClr val="bg1"/>
                </a:solidFill>
              </a:defRPr>
            </a:lvl1pPr>
          </a:lstStyle>
          <a:p>
            <a:r>
              <a:rPr lang="de-DE" noProof="0" dirty="0"/>
              <a:t>Schlagwort</a:t>
            </a:r>
          </a:p>
        </p:txBody>
      </p:sp>
      <p:grpSp>
        <p:nvGrpSpPr>
          <p:cNvPr id="26" name="Gruppieren 25"/>
          <p:cNvGrpSpPr/>
          <p:nvPr userDrawn="1"/>
        </p:nvGrpSpPr>
        <p:grpSpPr>
          <a:xfrm>
            <a:off x="767408" y="-166621"/>
            <a:ext cx="9889099" cy="144000"/>
            <a:chOff x="575556" y="-124966"/>
            <a:chExt cx="7416824" cy="108000"/>
          </a:xfrm>
        </p:grpSpPr>
        <p:sp>
          <p:nvSpPr>
            <p:cNvPr id="27" name="Freihandform 26"/>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8" name="Freihandform 27"/>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29" name="Freihandform 28"/>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30" name="Freihandform 29"/>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31" name="Gruppieren 30"/>
          <p:cNvGrpSpPr/>
          <p:nvPr userDrawn="1"/>
        </p:nvGrpSpPr>
        <p:grpSpPr>
          <a:xfrm>
            <a:off x="767408" y="6880621"/>
            <a:ext cx="9889099" cy="144000"/>
            <a:chOff x="575556" y="5160466"/>
            <a:chExt cx="7416824" cy="108000"/>
          </a:xfrm>
        </p:grpSpPr>
        <p:sp>
          <p:nvSpPr>
            <p:cNvPr id="32" name="Freihandform 31"/>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3" name="Freihandform 32"/>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4" name="Freihandform 33"/>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5" name="Freihandform 34"/>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6" name="Gruppieren 35"/>
          <p:cNvGrpSpPr/>
          <p:nvPr userDrawn="1"/>
        </p:nvGrpSpPr>
        <p:grpSpPr>
          <a:xfrm>
            <a:off x="-221271" y="1930675"/>
            <a:ext cx="192000" cy="4234640"/>
            <a:chOff x="-165953" y="1448006"/>
            <a:chExt cx="144000" cy="3175980"/>
          </a:xfrm>
        </p:grpSpPr>
        <p:sp>
          <p:nvSpPr>
            <p:cNvPr id="37" name="Freihandform 36"/>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38" name="Freihandform 37"/>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39" name="Gruppieren 38"/>
          <p:cNvGrpSpPr/>
          <p:nvPr userDrawn="1"/>
        </p:nvGrpSpPr>
        <p:grpSpPr>
          <a:xfrm>
            <a:off x="12221656" y="1940836"/>
            <a:ext cx="192000" cy="4229040"/>
            <a:chOff x="9166242" y="1455627"/>
            <a:chExt cx="144000" cy="3171780"/>
          </a:xfrm>
        </p:grpSpPr>
        <p:sp>
          <p:nvSpPr>
            <p:cNvPr id="40" name="Freihandform 39"/>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1" name="Freihandform 40"/>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4" name="Grafik 23">
            <a:extLst>
              <a:ext uri="{FF2B5EF4-FFF2-40B4-BE49-F238E27FC236}">
                <a16:creationId xmlns:a16="http://schemas.microsoft.com/office/drawing/2014/main" id="{26329762-5928-4C0F-8311-48E56311E3B2}"/>
              </a:ext>
            </a:extLst>
          </p:cNvPr>
          <p:cNvPicPr>
            <a:picLocks noChangeAspect="1"/>
          </p:cNvPicPr>
          <p:nvPr userDrawn="1"/>
        </p:nvPicPr>
        <p:blipFill>
          <a:blip r:embed="rId5"/>
          <a:stretch>
            <a:fillRect/>
          </a:stretch>
        </p:blipFill>
        <p:spPr bwMode="black">
          <a:xfrm>
            <a:off x="10780800" y="364590"/>
            <a:ext cx="1147200" cy="200903"/>
          </a:xfrm>
          <a:prstGeom prst="rect">
            <a:avLst/>
          </a:prstGeom>
        </p:spPr>
      </p:pic>
      <p:pic>
        <p:nvPicPr>
          <p:cNvPr id="22" name="Grafik 21">
            <a:extLst>
              <a:ext uri="{FF2B5EF4-FFF2-40B4-BE49-F238E27FC236}">
                <a16:creationId xmlns:a16="http://schemas.microsoft.com/office/drawing/2014/main" id="{4A589DF0-2D67-4331-81EF-3E46E537CD68}"/>
              </a:ext>
            </a:extLst>
          </p:cNvPr>
          <p:cNvPicPr>
            <a:picLocks noChangeAspect="1"/>
          </p:cNvPicPr>
          <p:nvPr userDrawn="1"/>
        </p:nvPicPr>
        <p:blipFill>
          <a:blip r:embed="rId6"/>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17671266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chlussfolie">
    <p:bg bwMode="gray">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p:nvPr>
        </p:nvSpPr>
        <p:spPr bwMode="blackWhite">
          <a:xfrm>
            <a:off x="758191" y="3176792"/>
            <a:ext cx="4608000" cy="2304000"/>
          </a:xfrm>
          <a:solidFill>
            <a:schemeClr val="accent3"/>
          </a:solidFill>
        </p:spPr>
        <p:txBody>
          <a:bodyPr lIns="396000" tIns="396000" rIns="396000" bIns="432000">
            <a:noAutofit/>
          </a:bodyPr>
          <a:lstStyle>
            <a:lvl1pPr>
              <a:defRPr sz="3333" b="0">
                <a:solidFill>
                  <a:schemeClr val="bg1"/>
                </a:solidFill>
              </a:defRPr>
            </a:lvl1pPr>
          </a:lstStyle>
          <a:p>
            <a:r>
              <a:rPr lang="de-DE" noProof="0"/>
              <a:t>Mastertitelformat bearbeiten</a:t>
            </a:r>
            <a:endParaRPr lang="de-DE" noProof="0" dirty="0"/>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1" name="Gruppieren 50"/>
          <p:cNvGrpSpPr/>
          <p:nvPr userDrawn="1"/>
        </p:nvGrpSpPr>
        <p:grpSpPr>
          <a:xfrm>
            <a:off x="-221271" y="1930675"/>
            <a:ext cx="192000" cy="4234640"/>
            <a:chOff x="-165953" y="1448006"/>
            <a:chExt cx="144000" cy="3175980"/>
          </a:xfrm>
        </p:grpSpPr>
        <p:sp>
          <p:nvSpPr>
            <p:cNvPr id="52" name="Freihandform 51"/>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pic>
        <p:nvPicPr>
          <p:cNvPr id="25" name="Grafik 24">
            <a:extLst>
              <a:ext uri="{FF2B5EF4-FFF2-40B4-BE49-F238E27FC236}">
                <a16:creationId xmlns:a16="http://schemas.microsoft.com/office/drawing/2014/main" id="{B3463DD9-AA5C-407F-8B5B-0DD8886DC60D}"/>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3" name="Grafik 22">
            <a:extLst>
              <a:ext uri="{FF2B5EF4-FFF2-40B4-BE49-F238E27FC236}">
                <a16:creationId xmlns:a16="http://schemas.microsoft.com/office/drawing/2014/main" id="{9825F513-2116-47C9-8AF9-EF390D6B126D}"/>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30981739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Ansprechpartner Druck">
    <p:bg bwMode="gray">
      <p:bgRef idx="1001">
        <a:schemeClr val="bg1"/>
      </p:bgRef>
    </p:bg>
    <p:spTree>
      <p:nvGrpSpPr>
        <p:cNvPr id="1" name=""/>
        <p:cNvGrpSpPr/>
        <p:nvPr/>
      </p:nvGrpSpPr>
      <p:grpSpPr>
        <a:xfrm>
          <a:off x="0" y="0"/>
          <a:ext cx="0" cy="0"/>
          <a:chOff x="0" y="0"/>
          <a:chExt cx="0" cy="0"/>
        </a:xfrm>
      </p:grpSpPr>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1" name="Gruppieren 50"/>
          <p:cNvGrpSpPr/>
          <p:nvPr userDrawn="1"/>
        </p:nvGrpSpPr>
        <p:grpSpPr bwMode="blackWhite">
          <a:xfrm>
            <a:off x="-221271" y="1930675"/>
            <a:ext cx="192000" cy="4234640"/>
            <a:chOff x="-165953" y="1448006"/>
            <a:chExt cx="144000" cy="3175980"/>
          </a:xfrm>
        </p:grpSpPr>
        <p:sp>
          <p:nvSpPr>
            <p:cNvPr id="52" name="Freihandform 51"/>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23" name="Titel 1"/>
          <p:cNvSpPr>
            <a:spLocks noGrp="1"/>
          </p:cNvSpPr>
          <p:nvPr>
            <p:ph type="ctrTitle" hasCustomPrompt="1"/>
          </p:nvPr>
        </p:nvSpPr>
        <p:spPr bwMode="blackWhite">
          <a:xfrm>
            <a:off x="758789" y="1909557"/>
            <a:ext cx="4608000" cy="4224000"/>
          </a:xfrm>
          <a:solidFill>
            <a:schemeClr val="accent3"/>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24" name="Textplatzhalter 8"/>
          <p:cNvSpPr>
            <a:spLocks noGrp="1"/>
          </p:cNvSpPr>
          <p:nvPr>
            <p:ph type="body" sz="quarter" idx="13" hasCustomPrompt="1"/>
          </p:nvPr>
        </p:nvSpPr>
        <p:spPr bwMode="blackWhite">
          <a:xfrm>
            <a:off x="758789" y="3055118"/>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5" name="Textplatzhalter 8"/>
          <p:cNvSpPr>
            <a:spLocks noGrp="1"/>
          </p:cNvSpPr>
          <p:nvPr>
            <p:ph type="body" sz="quarter" idx="14" hasCustomPrompt="1"/>
          </p:nvPr>
        </p:nvSpPr>
        <p:spPr bwMode="blackWhite">
          <a:xfrm>
            <a:off x="758789" y="4215971"/>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6" name="Textplatzhalter 8"/>
          <p:cNvSpPr>
            <a:spLocks noGrp="1"/>
          </p:cNvSpPr>
          <p:nvPr>
            <p:ph type="body" sz="quarter" idx="15" hasCustomPrompt="1"/>
          </p:nvPr>
        </p:nvSpPr>
        <p:spPr bwMode="blackWhite">
          <a:xfrm>
            <a:off x="758789" y="3318788"/>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7" name="Textplatzhalter 8"/>
          <p:cNvSpPr>
            <a:spLocks noGrp="1"/>
          </p:cNvSpPr>
          <p:nvPr>
            <p:ph type="body" sz="quarter" idx="16" hasCustomPrompt="1"/>
          </p:nvPr>
        </p:nvSpPr>
        <p:spPr bwMode="blackWhite">
          <a:xfrm>
            <a:off x="758789" y="3582459"/>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8" name="Textplatzhalter 8"/>
          <p:cNvSpPr>
            <a:spLocks noGrp="1"/>
          </p:cNvSpPr>
          <p:nvPr>
            <p:ph type="body" sz="quarter" idx="17" hasCustomPrompt="1"/>
          </p:nvPr>
        </p:nvSpPr>
        <p:spPr bwMode="blackWhite">
          <a:xfrm>
            <a:off x="758789" y="3846130"/>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29" name="Textplatzhalter 8"/>
          <p:cNvSpPr>
            <a:spLocks noGrp="1"/>
          </p:cNvSpPr>
          <p:nvPr>
            <p:ph type="body" sz="quarter" idx="18" hasCustomPrompt="1"/>
          </p:nvPr>
        </p:nvSpPr>
        <p:spPr bwMode="blackWhite">
          <a:xfrm>
            <a:off x="758789" y="447964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30" name="Textplatzhalter 8"/>
          <p:cNvSpPr>
            <a:spLocks noGrp="1"/>
          </p:cNvSpPr>
          <p:nvPr>
            <p:ph type="body" sz="quarter" idx="19" hasCustomPrompt="1"/>
          </p:nvPr>
        </p:nvSpPr>
        <p:spPr bwMode="blackWhite">
          <a:xfrm>
            <a:off x="758789" y="474331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31" name="Textplatzhalter 8"/>
          <p:cNvSpPr>
            <a:spLocks noGrp="1"/>
          </p:cNvSpPr>
          <p:nvPr>
            <p:ph type="body" sz="quarter" idx="20" hasCustomPrompt="1"/>
          </p:nvPr>
        </p:nvSpPr>
        <p:spPr bwMode="blackWhite">
          <a:xfrm>
            <a:off x="758789" y="500698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pic>
        <p:nvPicPr>
          <p:cNvPr id="35" name="Grafik 34">
            <a:extLst>
              <a:ext uri="{FF2B5EF4-FFF2-40B4-BE49-F238E27FC236}">
                <a16:creationId xmlns:a16="http://schemas.microsoft.com/office/drawing/2014/main" id="{62C33251-DF7C-431F-BB8E-A79F5D0C1FBA}"/>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32" name="Grafik 31">
            <a:extLst>
              <a:ext uri="{FF2B5EF4-FFF2-40B4-BE49-F238E27FC236}">
                <a16:creationId xmlns:a16="http://schemas.microsoft.com/office/drawing/2014/main" id="{052E9553-3D94-49CF-87CF-EEA839906EED}"/>
              </a:ext>
            </a:extLst>
          </p:cNvPr>
          <p:cNvPicPr>
            <a:picLocks noChangeAspect="1"/>
          </p:cNvPicPr>
          <p:nvPr userDrawn="1"/>
        </p:nvPicPr>
        <p:blipFill>
          <a:blip r:embed="rId3"/>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30992219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Schlussfolie Bildschirm">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bwMode="blackWhite">
          <a:xfrm>
            <a:off x="758191" y="3176792"/>
            <a:ext cx="4608000" cy="2304000"/>
          </a:xfrm>
          <a:solidFill>
            <a:srgbClr val="E60055"/>
          </a:solidFill>
        </p:spPr>
        <p:txBody>
          <a:bodyPr lIns="396000" tIns="396000" rIns="396000" bIns="432000">
            <a:noAutofit/>
          </a:bodyPr>
          <a:lstStyle>
            <a:lvl1pPr>
              <a:defRPr sz="3200" b="0">
                <a:solidFill>
                  <a:schemeClr val="bg1"/>
                </a:solidFill>
              </a:defRPr>
            </a:lvl1pPr>
          </a:lstStyle>
          <a:p>
            <a:r>
              <a:rPr lang="de-DE" noProof="0"/>
              <a:t>Mastertitelformat bearbeiten</a:t>
            </a:r>
            <a:endParaRPr lang="de-DE" noProof="0" dirty="0"/>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1" name="Gruppieren 50"/>
          <p:cNvGrpSpPr/>
          <p:nvPr userDrawn="1"/>
        </p:nvGrpSpPr>
        <p:grpSpPr bwMode="blackWhite">
          <a:xfrm>
            <a:off x="-221271" y="1930675"/>
            <a:ext cx="192000" cy="4234640"/>
            <a:chOff x="-165953" y="1448006"/>
            <a:chExt cx="144000" cy="3175980"/>
          </a:xfrm>
        </p:grpSpPr>
        <p:sp>
          <p:nvSpPr>
            <p:cNvPr id="52" name="Freihandform 51"/>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pic>
        <p:nvPicPr>
          <p:cNvPr id="24" name="Grafik 23">
            <a:extLst>
              <a:ext uri="{FF2B5EF4-FFF2-40B4-BE49-F238E27FC236}">
                <a16:creationId xmlns:a16="http://schemas.microsoft.com/office/drawing/2014/main" id="{658EA6B6-7EA9-4F20-AFF7-383CB1FEA008}"/>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22" name="Grafik 21">
            <a:extLst>
              <a:ext uri="{FF2B5EF4-FFF2-40B4-BE49-F238E27FC236}">
                <a16:creationId xmlns:a16="http://schemas.microsoft.com/office/drawing/2014/main" id="{3045587D-526A-41A5-8E90-AD7500C6AA05}"/>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3526765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Ansprechpartner Bildschirm">
    <p:bg>
      <p:bgPr>
        <a:solidFill>
          <a:schemeClr val="accent4"/>
        </a:solidFill>
        <a:effectLst/>
      </p:bgPr>
    </p:bg>
    <p:spTree>
      <p:nvGrpSpPr>
        <p:cNvPr id="1" name=""/>
        <p:cNvGrpSpPr/>
        <p:nvPr/>
      </p:nvGrpSpPr>
      <p:grpSpPr>
        <a:xfrm>
          <a:off x="0" y="0"/>
          <a:ext cx="0" cy="0"/>
          <a:chOff x="0" y="0"/>
          <a:chExt cx="0" cy="0"/>
        </a:xfrm>
      </p:grpSpPr>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1" name="Gruppieren 50"/>
          <p:cNvGrpSpPr/>
          <p:nvPr userDrawn="1"/>
        </p:nvGrpSpPr>
        <p:grpSpPr bwMode="blackWhite">
          <a:xfrm>
            <a:off x="-221271" y="1930675"/>
            <a:ext cx="192000" cy="4234640"/>
            <a:chOff x="-165953" y="1448006"/>
            <a:chExt cx="144000" cy="3175980"/>
          </a:xfrm>
        </p:grpSpPr>
        <p:sp>
          <p:nvSpPr>
            <p:cNvPr id="52" name="Freihandform 51"/>
            <p:cNvSpPr/>
            <p:nvPr/>
          </p:nvSpPr>
          <p:spPr bwMode="blackWhite">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blackWhite">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sp>
        <p:nvSpPr>
          <p:cNvPr id="23" name="Titel 1"/>
          <p:cNvSpPr>
            <a:spLocks noGrp="1"/>
          </p:cNvSpPr>
          <p:nvPr>
            <p:ph type="ctrTitle" hasCustomPrompt="1"/>
          </p:nvPr>
        </p:nvSpPr>
        <p:spPr bwMode="blackWhite">
          <a:xfrm>
            <a:off x="758789" y="1909557"/>
            <a:ext cx="4608000" cy="4224000"/>
          </a:xfrm>
          <a:solidFill>
            <a:srgbClr val="E60055"/>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24" name="Textplatzhalter 8"/>
          <p:cNvSpPr>
            <a:spLocks noGrp="1"/>
          </p:cNvSpPr>
          <p:nvPr>
            <p:ph type="body" sz="quarter" idx="13" hasCustomPrompt="1"/>
          </p:nvPr>
        </p:nvSpPr>
        <p:spPr bwMode="blackWhite">
          <a:xfrm>
            <a:off x="758789" y="3055118"/>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5" name="Textplatzhalter 8"/>
          <p:cNvSpPr>
            <a:spLocks noGrp="1"/>
          </p:cNvSpPr>
          <p:nvPr>
            <p:ph type="body" sz="quarter" idx="14" hasCustomPrompt="1"/>
          </p:nvPr>
        </p:nvSpPr>
        <p:spPr bwMode="blackWhite">
          <a:xfrm>
            <a:off x="758789" y="4215971"/>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6" name="Textplatzhalter 8"/>
          <p:cNvSpPr>
            <a:spLocks noGrp="1"/>
          </p:cNvSpPr>
          <p:nvPr>
            <p:ph type="body" sz="quarter" idx="15" hasCustomPrompt="1"/>
          </p:nvPr>
        </p:nvSpPr>
        <p:spPr bwMode="blackWhite">
          <a:xfrm>
            <a:off x="758789" y="3318788"/>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7" name="Textplatzhalter 8"/>
          <p:cNvSpPr>
            <a:spLocks noGrp="1"/>
          </p:cNvSpPr>
          <p:nvPr>
            <p:ph type="body" sz="quarter" idx="16" hasCustomPrompt="1"/>
          </p:nvPr>
        </p:nvSpPr>
        <p:spPr bwMode="blackWhite">
          <a:xfrm>
            <a:off x="758789" y="3582459"/>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8" name="Textplatzhalter 8"/>
          <p:cNvSpPr>
            <a:spLocks noGrp="1"/>
          </p:cNvSpPr>
          <p:nvPr>
            <p:ph type="body" sz="quarter" idx="17" hasCustomPrompt="1"/>
          </p:nvPr>
        </p:nvSpPr>
        <p:spPr bwMode="blackWhite">
          <a:xfrm>
            <a:off x="758789" y="3846130"/>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29" name="Textplatzhalter 8"/>
          <p:cNvSpPr>
            <a:spLocks noGrp="1"/>
          </p:cNvSpPr>
          <p:nvPr>
            <p:ph type="body" sz="quarter" idx="18" hasCustomPrompt="1"/>
          </p:nvPr>
        </p:nvSpPr>
        <p:spPr bwMode="blackWhite">
          <a:xfrm>
            <a:off x="758789" y="447964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30" name="Textplatzhalter 8"/>
          <p:cNvSpPr>
            <a:spLocks noGrp="1"/>
          </p:cNvSpPr>
          <p:nvPr>
            <p:ph type="body" sz="quarter" idx="19" hasCustomPrompt="1"/>
          </p:nvPr>
        </p:nvSpPr>
        <p:spPr bwMode="blackWhite">
          <a:xfrm>
            <a:off x="758789" y="474331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31" name="Textplatzhalter 8"/>
          <p:cNvSpPr>
            <a:spLocks noGrp="1"/>
          </p:cNvSpPr>
          <p:nvPr>
            <p:ph type="body" sz="quarter" idx="20" hasCustomPrompt="1"/>
          </p:nvPr>
        </p:nvSpPr>
        <p:spPr bwMode="blackWhite">
          <a:xfrm>
            <a:off x="758789" y="5006982"/>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pic>
        <p:nvPicPr>
          <p:cNvPr id="34" name="Grafik 33">
            <a:extLst>
              <a:ext uri="{FF2B5EF4-FFF2-40B4-BE49-F238E27FC236}">
                <a16:creationId xmlns:a16="http://schemas.microsoft.com/office/drawing/2014/main" id="{83935FDC-A30C-41FC-A6F1-36663112CCB7}"/>
              </a:ext>
            </a:extLst>
          </p:cNvPr>
          <p:cNvPicPr>
            <a:picLocks noChangeAspect="1"/>
          </p:cNvPicPr>
          <p:nvPr userDrawn="1"/>
        </p:nvPicPr>
        <p:blipFill>
          <a:blip r:embed="rId2"/>
          <a:stretch>
            <a:fillRect/>
          </a:stretch>
        </p:blipFill>
        <p:spPr bwMode="black">
          <a:xfrm>
            <a:off x="8642004" y="1950508"/>
            <a:ext cx="2540001" cy="444816"/>
          </a:xfrm>
          <a:prstGeom prst="rect">
            <a:avLst/>
          </a:prstGeom>
        </p:spPr>
      </p:pic>
      <p:pic>
        <p:nvPicPr>
          <p:cNvPr id="32" name="Grafik 31">
            <a:extLst>
              <a:ext uri="{FF2B5EF4-FFF2-40B4-BE49-F238E27FC236}">
                <a16:creationId xmlns:a16="http://schemas.microsoft.com/office/drawing/2014/main" id="{CB1C11E4-00F7-4ECD-BDF2-883EF162D30E}"/>
              </a:ext>
            </a:extLst>
          </p:cNvPr>
          <p:cNvPicPr>
            <a:picLocks noChangeAspect="1"/>
          </p:cNvPicPr>
          <p:nvPr userDrawn="1"/>
        </p:nvPicPr>
        <p:blipFill>
          <a:blip r:embed="rId3"/>
          <a:stretch>
            <a:fillRect/>
          </a:stretch>
        </p:blipFill>
        <p:spPr bwMode="black">
          <a:xfrm>
            <a:off x="440214" y="287999"/>
            <a:ext cx="2539972" cy="469207"/>
          </a:xfrm>
          <a:prstGeom prst="rect">
            <a:avLst/>
          </a:prstGeom>
        </p:spPr>
      </p:pic>
    </p:spTree>
    <p:extLst>
      <p:ext uri="{BB962C8B-B14F-4D97-AF65-F5344CB8AC3E}">
        <p14:creationId xmlns:p14="http://schemas.microsoft.com/office/powerpoint/2010/main" val="103857450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chlussfolie mit Bild">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76867BC6-D6F4-4215-B307-CC99816FEBAF}"/>
              </a:ext>
            </a:extLst>
          </p:cNvPr>
          <p:cNvGraphicFramePr>
            <a:graphicFrameLocks noChangeAspect="1"/>
          </p:cNvGraphicFramePr>
          <p:nvPr userDrawn="1">
            <p:custDataLst>
              <p:tags r:id="rId1"/>
            </p:custDataLst>
            <p:extLst>
              <p:ext uri="{D42A27DB-BD31-4B8C-83A1-F6EECF244321}">
                <p14:modId xmlns:p14="http://schemas.microsoft.com/office/powerpoint/2010/main" val="233009224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4" name="Objekt 3" hidden="1">
                        <a:extLst>
                          <a:ext uri="{FF2B5EF4-FFF2-40B4-BE49-F238E27FC236}">
                            <a16:creationId xmlns:a16="http://schemas.microsoft.com/office/drawing/2014/main" id="{76867BC6-D6F4-4215-B307-CC99816FEBAF}"/>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hteck 1" hidden="1">
            <a:extLst>
              <a:ext uri="{FF2B5EF4-FFF2-40B4-BE49-F238E27FC236}">
                <a16:creationId xmlns:a16="http://schemas.microsoft.com/office/drawing/2014/main" id="{2D86A7AE-DE1C-4633-A0B1-A62E35D6103D}"/>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200"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5" name="Bildplatzhalter 8"/>
          <p:cNvSpPr>
            <a:spLocks noGrp="1"/>
          </p:cNvSpPr>
          <p:nvPr>
            <p:ph type="pic" sz="quarter" idx="12"/>
          </p:nvPr>
        </p:nvSpPr>
        <p:spPr>
          <a:xfrm>
            <a:off x="0" y="0"/>
            <a:ext cx="12192000" cy="6858000"/>
          </a:xfrm>
          <a:blipFill>
            <a:blip r:embed="rId6"/>
            <a:stretch>
              <a:fillRect/>
            </a:stretch>
          </a:blipFill>
        </p:spPr>
        <p:txBody>
          <a:bodyPr vert="horz" wrap="square" lIns="0" tIns="0" rIns="0" bIns="0" rtlCol="0" anchor="t">
            <a:noAutofit/>
          </a:bodyPr>
          <a:lstStyle>
            <a:lvl1pPr marL="228594" indent="-228594" algn="ctr">
              <a:buFont typeface="Arial" panose="020B0604020202020204" pitchFamily="34" charset="0"/>
              <a:buNone/>
              <a:defRPr lang="de-DE" sz="1333"/>
            </a:lvl1pPr>
          </a:lstStyle>
          <a:p>
            <a:r>
              <a:rPr lang="de-DE"/>
              <a:t>Bild durch Klicken auf Symbol hinzufügen</a:t>
            </a:r>
            <a:endParaRPr lang="de-DE" dirty="0"/>
          </a:p>
        </p:txBody>
      </p:sp>
      <p:sp>
        <p:nvSpPr>
          <p:cNvPr id="9" name="Titel 1"/>
          <p:cNvSpPr>
            <a:spLocks noGrp="1"/>
          </p:cNvSpPr>
          <p:nvPr>
            <p:ph type="ctrTitle"/>
          </p:nvPr>
        </p:nvSpPr>
        <p:spPr bwMode="blackWhite">
          <a:xfrm>
            <a:off x="758789" y="1909557"/>
            <a:ext cx="4608000" cy="2304000"/>
          </a:xfrm>
          <a:solidFill>
            <a:srgbClr val="64B42D"/>
          </a:solidFill>
        </p:spPr>
        <p:txBody>
          <a:bodyPr lIns="396000" tIns="396000" rIns="396000" bIns="432000">
            <a:noAutofit/>
          </a:bodyPr>
          <a:lstStyle>
            <a:lvl1pPr>
              <a:defRPr sz="3200" b="0">
                <a:solidFill>
                  <a:schemeClr val="bg1"/>
                </a:solidFill>
              </a:defRPr>
            </a:lvl1pPr>
          </a:lstStyle>
          <a:p>
            <a:r>
              <a:rPr lang="de-DE" noProof="0"/>
              <a:t>Mastertitelformat bearbeiten</a:t>
            </a:r>
            <a:endParaRPr lang="de-DE" noProof="0" dirty="0"/>
          </a:p>
        </p:txBody>
      </p:sp>
    </p:spTree>
    <p:extLst>
      <p:ext uri="{BB962C8B-B14F-4D97-AF65-F5344CB8AC3E}">
        <p14:creationId xmlns:p14="http://schemas.microsoft.com/office/powerpoint/2010/main" val="9865481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nsprechpartner mit Vollbild">
    <p:spTree>
      <p:nvGrpSpPr>
        <p:cNvPr id="1" name=""/>
        <p:cNvGrpSpPr/>
        <p:nvPr/>
      </p:nvGrpSpPr>
      <p:grpSpPr>
        <a:xfrm>
          <a:off x="0" y="0"/>
          <a:ext cx="0" cy="0"/>
          <a:chOff x="0" y="0"/>
          <a:chExt cx="0" cy="0"/>
        </a:xfrm>
      </p:grpSpPr>
      <p:sp>
        <p:nvSpPr>
          <p:cNvPr id="5" name="Bildplatzhalter 8"/>
          <p:cNvSpPr>
            <a:spLocks noGrp="1"/>
          </p:cNvSpPr>
          <p:nvPr>
            <p:ph type="pic" sz="quarter" idx="12"/>
          </p:nvPr>
        </p:nvSpPr>
        <p:spPr>
          <a:xfrm>
            <a:off x="0" y="0"/>
            <a:ext cx="12192000" cy="6858000"/>
          </a:xfrm>
          <a:blipFill>
            <a:blip r:embed="rId2"/>
            <a:stretch>
              <a:fillRect/>
            </a:stretch>
          </a:blipFill>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13" name="Titel 1"/>
          <p:cNvSpPr>
            <a:spLocks noGrp="1"/>
          </p:cNvSpPr>
          <p:nvPr>
            <p:ph type="ctrTitle" hasCustomPrompt="1"/>
          </p:nvPr>
        </p:nvSpPr>
        <p:spPr bwMode="blackWhite">
          <a:xfrm>
            <a:off x="758789" y="1909557"/>
            <a:ext cx="4608000" cy="4224000"/>
          </a:xfrm>
          <a:solidFill>
            <a:srgbClr val="64B42D"/>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14" name="Textplatzhalter 8"/>
          <p:cNvSpPr>
            <a:spLocks noGrp="1"/>
          </p:cNvSpPr>
          <p:nvPr>
            <p:ph type="body" sz="quarter" idx="13" hasCustomPrompt="1"/>
          </p:nvPr>
        </p:nvSpPr>
        <p:spPr bwMode="blackWhite">
          <a:xfrm>
            <a:off x="758789" y="3055118"/>
            <a:ext cx="4560000" cy="246221"/>
          </a:xfrm>
          <a:noFill/>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5" name="Textplatzhalter 8"/>
          <p:cNvSpPr>
            <a:spLocks noGrp="1"/>
          </p:cNvSpPr>
          <p:nvPr>
            <p:ph type="body" sz="quarter" idx="14" hasCustomPrompt="1"/>
          </p:nvPr>
        </p:nvSpPr>
        <p:spPr bwMode="blackWhite">
          <a:xfrm>
            <a:off x="758789" y="4215971"/>
            <a:ext cx="4560000" cy="246221"/>
          </a:xfrm>
          <a:noFill/>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6" name="Textplatzhalter 8"/>
          <p:cNvSpPr>
            <a:spLocks noGrp="1"/>
          </p:cNvSpPr>
          <p:nvPr>
            <p:ph type="body" sz="quarter" idx="15" hasCustomPrompt="1"/>
          </p:nvPr>
        </p:nvSpPr>
        <p:spPr bwMode="blackWhite">
          <a:xfrm>
            <a:off x="758789" y="3318788"/>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17" name="Textplatzhalter 8"/>
          <p:cNvSpPr>
            <a:spLocks noGrp="1"/>
          </p:cNvSpPr>
          <p:nvPr>
            <p:ph type="body" sz="quarter" idx="16" hasCustomPrompt="1"/>
          </p:nvPr>
        </p:nvSpPr>
        <p:spPr bwMode="blackWhite">
          <a:xfrm>
            <a:off x="758789" y="3582459"/>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18" name="Textplatzhalter 8"/>
          <p:cNvSpPr>
            <a:spLocks noGrp="1"/>
          </p:cNvSpPr>
          <p:nvPr>
            <p:ph type="body" sz="quarter" idx="17" hasCustomPrompt="1"/>
          </p:nvPr>
        </p:nvSpPr>
        <p:spPr bwMode="blackWhite">
          <a:xfrm>
            <a:off x="758789" y="3846130"/>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19" name="Textplatzhalter 8"/>
          <p:cNvSpPr>
            <a:spLocks noGrp="1"/>
          </p:cNvSpPr>
          <p:nvPr>
            <p:ph type="body" sz="quarter" idx="18" hasCustomPrompt="1"/>
          </p:nvPr>
        </p:nvSpPr>
        <p:spPr bwMode="blackWhite">
          <a:xfrm>
            <a:off x="758789" y="4479642"/>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0" name="Textplatzhalter 8"/>
          <p:cNvSpPr>
            <a:spLocks noGrp="1"/>
          </p:cNvSpPr>
          <p:nvPr>
            <p:ph type="body" sz="quarter" idx="19" hasCustomPrompt="1"/>
          </p:nvPr>
        </p:nvSpPr>
        <p:spPr bwMode="blackWhite">
          <a:xfrm>
            <a:off x="758789" y="4743312"/>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1" name="Textplatzhalter 8"/>
          <p:cNvSpPr>
            <a:spLocks noGrp="1"/>
          </p:cNvSpPr>
          <p:nvPr>
            <p:ph type="body" sz="quarter" idx="20" hasCustomPrompt="1"/>
          </p:nvPr>
        </p:nvSpPr>
        <p:spPr bwMode="blackWhite">
          <a:xfrm>
            <a:off x="758789" y="5006982"/>
            <a:ext cx="4560000" cy="246221"/>
          </a:xfrm>
          <a:noFill/>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Tree>
    <p:extLst>
      <p:ext uri="{BB962C8B-B14F-4D97-AF65-F5344CB8AC3E}">
        <p14:creationId xmlns:p14="http://schemas.microsoft.com/office/powerpoint/2010/main" val="42589154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nsprechpartner mit Bild">
    <p:spTree>
      <p:nvGrpSpPr>
        <p:cNvPr id="1" name=""/>
        <p:cNvGrpSpPr/>
        <p:nvPr/>
      </p:nvGrpSpPr>
      <p:grpSpPr>
        <a:xfrm>
          <a:off x="0" y="0"/>
          <a:ext cx="0" cy="0"/>
          <a:chOff x="0" y="0"/>
          <a:chExt cx="0" cy="0"/>
        </a:xfrm>
      </p:grpSpPr>
      <p:sp>
        <p:nvSpPr>
          <p:cNvPr id="32" name="Bildplatzhalter 8"/>
          <p:cNvSpPr>
            <a:spLocks noGrp="1"/>
          </p:cNvSpPr>
          <p:nvPr>
            <p:ph type="pic" sz="quarter" idx="12"/>
          </p:nvPr>
        </p:nvSpPr>
        <p:spPr>
          <a:xfrm>
            <a:off x="771979" y="1938784"/>
            <a:ext cx="4608000" cy="3792000"/>
          </a:xfrm>
          <a:blipFill>
            <a:blip r:embed="rId2"/>
            <a:stretch>
              <a:fillRect/>
            </a:stretch>
          </a:blipFill>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grpSp>
        <p:nvGrpSpPr>
          <p:cNvPr id="41" name="Gruppieren 40"/>
          <p:cNvGrpSpPr/>
          <p:nvPr userDrawn="1"/>
        </p:nvGrpSpPr>
        <p:grpSpPr>
          <a:xfrm>
            <a:off x="767408" y="-166621"/>
            <a:ext cx="9889099" cy="144000"/>
            <a:chOff x="575556" y="-124966"/>
            <a:chExt cx="7416824" cy="108000"/>
          </a:xfrm>
        </p:grpSpPr>
        <p:sp>
          <p:nvSpPr>
            <p:cNvPr id="42" name="Freihandform 41"/>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3" name="Freihandform 42"/>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4" name="Freihandform 43"/>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sp>
          <p:nvSpPr>
            <p:cNvPr id="45" name="Freihandform 44"/>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a:p>
          </p:txBody>
        </p:sp>
      </p:grpSp>
      <p:grpSp>
        <p:nvGrpSpPr>
          <p:cNvPr id="46" name="Gruppieren 45"/>
          <p:cNvGrpSpPr/>
          <p:nvPr userDrawn="1"/>
        </p:nvGrpSpPr>
        <p:grpSpPr>
          <a:xfrm>
            <a:off x="767408" y="6880621"/>
            <a:ext cx="9889099" cy="144000"/>
            <a:chOff x="575556" y="5160466"/>
            <a:chExt cx="7416824" cy="108000"/>
          </a:xfrm>
        </p:grpSpPr>
        <p:sp>
          <p:nvSpPr>
            <p:cNvPr id="47" name="Freihandform 46"/>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8" name="Freihandform 47"/>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49" name="Freihandform 48"/>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0" name="Freihandform 49"/>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grpSp>
        <p:nvGrpSpPr>
          <p:cNvPr id="51" name="Gruppieren 50"/>
          <p:cNvGrpSpPr/>
          <p:nvPr userDrawn="1"/>
        </p:nvGrpSpPr>
        <p:grpSpPr>
          <a:xfrm>
            <a:off x="-221271" y="1930675"/>
            <a:ext cx="192000" cy="4234640"/>
            <a:chOff x="-165953" y="1448006"/>
            <a:chExt cx="144000" cy="3175980"/>
          </a:xfrm>
        </p:grpSpPr>
        <p:sp>
          <p:nvSpPr>
            <p:cNvPr id="52" name="Freihandform 51"/>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53" name="Freihandform 52"/>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54" name="Gruppieren 53"/>
          <p:cNvGrpSpPr/>
          <p:nvPr userDrawn="1"/>
        </p:nvGrpSpPr>
        <p:grpSpPr>
          <a:xfrm>
            <a:off x="12221656" y="1940836"/>
            <a:ext cx="192000" cy="4229040"/>
            <a:chOff x="9166242" y="1455627"/>
            <a:chExt cx="144000" cy="3171780"/>
          </a:xfrm>
        </p:grpSpPr>
        <p:sp>
          <p:nvSpPr>
            <p:cNvPr id="55" name="Freihandform 54"/>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sp>
          <p:nvSpPr>
            <p:cNvPr id="56" name="Freihandform 55"/>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dirty="0"/>
            </a:p>
          </p:txBody>
        </p:sp>
      </p:grpSp>
      <p:sp>
        <p:nvSpPr>
          <p:cNvPr id="23" name="Titel 1"/>
          <p:cNvSpPr>
            <a:spLocks noGrp="1"/>
          </p:cNvSpPr>
          <p:nvPr>
            <p:ph type="ctrTitle" hasCustomPrompt="1"/>
          </p:nvPr>
        </p:nvSpPr>
        <p:spPr bwMode="blackWhite">
          <a:xfrm>
            <a:off x="4271797" y="3103120"/>
            <a:ext cx="4608000" cy="3072000"/>
          </a:xfrm>
          <a:solidFill>
            <a:srgbClr val="64B42D"/>
          </a:solidFill>
        </p:spPr>
        <p:txBody>
          <a:bodyPr lIns="360000" tIns="360000" rIns="270000" bIns="270000">
            <a:noAutofit/>
          </a:bodyPr>
          <a:lstStyle>
            <a:lvl1pPr>
              <a:defRPr sz="3200">
                <a:solidFill>
                  <a:schemeClr val="bg1"/>
                </a:solidFill>
              </a:defRPr>
            </a:lvl1pPr>
          </a:lstStyle>
          <a:p>
            <a:r>
              <a:rPr lang="de-DE" noProof="0" dirty="0"/>
              <a:t>Ansprechpartner</a:t>
            </a:r>
          </a:p>
        </p:txBody>
      </p:sp>
      <p:sp>
        <p:nvSpPr>
          <p:cNvPr id="24" name="Textplatzhalter 8"/>
          <p:cNvSpPr>
            <a:spLocks noGrp="1"/>
          </p:cNvSpPr>
          <p:nvPr>
            <p:ph type="body" sz="quarter" idx="13" hasCustomPrompt="1"/>
          </p:nvPr>
        </p:nvSpPr>
        <p:spPr bwMode="blackWhite">
          <a:xfrm>
            <a:off x="4271797" y="4248683"/>
            <a:ext cx="4560000" cy="246221"/>
          </a:xfrm>
        </p:spPr>
        <p:txBody>
          <a:bodyPr lIns="360000" rIns="270000" anchor="ctr" anchorCtr="0"/>
          <a:lstStyle>
            <a:lvl1pPr marL="0" indent="0">
              <a:spcBef>
                <a:spcPts val="0"/>
              </a:spcBef>
              <a:buNone/>
              <a:defRPr sz="1600" b="1">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26" name="Textplatzhalter 8"/>
          <p:cNvSpPr>
            <a:spLocks noGrp="1"/>
          </p:cNvSpPr>
          <p:nvPr>
            <p:ph type="body" sz="quarter" idx="15" hasCustomPrompt="1"/>
          </p:nvPr>
        </p:nvSpPr>
        <p:spPr bwMode="blackWhite">
          <a:xfrm>
            <a:off x="4271797" y="4512354"/>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27" name="Textplatzhalter 8"/>
          <p:cNvSpPr>
            <a:spLocks noGrp="1"/>
          </p:cNvSpPr>
          <p:nvPr>
            <p:ph type="body" sz="quarter" idx="16" hasCustomPrompt="1"/>
          </p:nvPr>
        </p:nvSpPr>
        <p:spPr bwMode="blackWhite">
          <a:xfrm>
            <a:off x="4271797" y="4776024"/>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28" name="Textplatzhalter 8"/>
          <p:cNvSpPr>
            <a:spLocks noGrp="1"/>
          </p:cNvSpPr>
          <p:nvPr>
            <p:ph type="body" sz="quarter" idx="17" hasCustomPrompt="1"/>
          </p:nvPr>
        </p:nvSpPr>
        <p:spPr bwMode="blackWhite">
          <a:xfrm>
            <a:off x="4271797" y="5039695"/>
            <a:ext cx="4560000" cy="246221"/>
          </a:xfrm>
        </p:spPr>
        <p:txBody>
          <a:bodyPr lIns="360000" rIns="270000" anchor="ctr" anchorCtr="0"/>
          <a:lstStyle>
            <a:lvl1pPr marL="0" indent="0">
              <a:spcBef>
                <a:spcPts val="0"/>
              </a:spcBef>
              <a:buNone/>
              <a:defRPr sz="1600" b="0">
                <a:solidFill>
                  <a:schemeClr val="bg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pic>
        <p:nvPicPr>
          <p:cNvPr id="33" name="Grafik 32">
            <a:extLst>
              <a:ext uri="{FF2B5EF4-FFF2-40B4-BE49-F238E27FC236}">
                <a16:creationId xmlns:a16="http://schemas.microsoft.com/office/drawing/2014/main" id="{638DEA76-0328-4BD5-A8A1-B8940514F53F}"/>
              </a:ext>
            </a:extLst>
          </p:cNvPr>
          <p:cNvPicPr>
            <a:picLocks noChangeAspect="1"/>
          </p:cNvPicPr>
          <p:nvPr userDrawn="1"/>
        </p:nvPicPr>
        <p:blipFill>
          <a:blip r:embed="rId3"/>
          <a:stretch>
            <a:fillRect/>
          </a:stretch>
        </p:blipFill>
        <p:spPr bwMode="black">
          <a:xfrm>
            <a:off x="8642004" y="1950508"/>
            <a:ext cx="2540001" cy="444816"/>
          </a:xfrm>
          <a:prstGeom prst="rect">
            <a:avLst/>
          </a:prstGeom>
        </p:spPr>
      </p:pic>
      <p:pic>
        <p:nvPicPr>
          <p:cNvPr id="29" name="Grafik 28">
            <a:extLst>
              <a:ext uri="{FF2B5EF4-FFF2-40B4-BE49-F238E27FC236}">
                <a16:creationId xmlns:a16="http://schemas.microsoft.com/office/drawing/2014/main" id="{A9F9595F-4DC2-409E-9AED-86300E0DDC93}"/>
              </a:ext>
            </a:extLst>
          </p:cNvPr>
          <p:cNvPicPr>
            <a:picLocks noChangeAspect="1"/>
          </p:cNvPicPr>
          <p:nvPr userDrawn="1"/>
        </p:nvPicPr>
        <p:blipFill>
          <a:blip r:embed="rId4"/>
          <a:stretch>
            <a:fillRect/>
          </a:stretch>
        </p:blipFill>
        <p:spPr bwMode="black">
          <a:xfrm>
            <a:off x="440214" y="287999"/>
            <a:ext cx="2539977" cy="469208"/>
          </a:xfrm>
          <a:prstGeom prst="rect">
            <a:avLst/>
          </a:prstGeom>
        </p:spPr>
      </p:pic>
    </p:spTree>
    <p:extLst>
      <p:ext uri="{BB962C8B-B14F-4D97-AF65-F5344CB8AC3E}">
        <p14:creationId xmlns:p14="http://schemas.microsoft.com/office/powerpoint/2010/main" val="19058102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 Ansprechpartner mit Bildern">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08E073C1-7380-4C89-99B7-B54793C6B776}"/>
              </a:ext>
            </a:extLst>
          </p:cNvPr>
          <p:cNvGraphicFramePr>
            <a:graphicFrameLocks noChangeAspect="1"/>
          </p:cNvGraphicFramePr>
          <p:nvPr userDrawn="1">
            <p:custDataLst>
              <p:tags r:id="rId1"/>
            </p:custDataLst>
            <p:extLst>
              <p:ext uri="{D42A27DB-BD31-4B8C-83A1-F6EECF244321}">
                <p14:modId xmlns:p14="http://schemas.microsoft.com/office/powerpoint/2010/main" val="2556146910"/>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5" name="Objekt 4" hidden="1">
                        <a:extLst>
                          <a:ext uri="{FF2B5EF4-FFF2-40B4-BE49-F238E27FC236}">
                            <a16:creationId xmlns:a16="http://schemas.microsoft.com/office/drawing/2014/main" id="{08E073C1-7380-4C89-99B7-B54793C6B776}"/>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EE462C7B-B36B-46D9-A448-94A4E6A6C9F1}"/>
              </a:ext>
            </a:extLst>
          </p:cNvPr>
          <p:cNvSpPr/>
          <p:nvPr userDrawn="1">
            <p:custDataLst>
              <p:tags r:id="rId2"/>
            </p:custDataLst>
          </p:nvPr>
        </p:nvSpPr>
        <p:spPr bwMode="gray">
          <a:xfrm>
            <a:off x="0" y="0"/>
            <a:ext cx="211667" cy="211667"/>
          </a:xfrm>
          <a:prstGeom prst="rect">
            <a:avLst/>
          </a:prstGeom>
          <a:solidFill>
            <a:srgbClr val="64B42D"/>
          </a:solidFill>
          <a:ln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t" anchorCtr="0" forceAA="0" compatLnSpc="1">
            <a:prstTxWarp prst="textNoShape">
              <a:avLst/>
            </a:prstTxWarp>
            <a:noAutofit/>
          </a:bodyPr>
          <a:lstStyle/>
          <a:p>
            <a:pPr marL="0" lvl="0" indent="0" algn="l">
              <a:spcBef>
                <a:spcPts val="800"/>
              </a:spcBef>
              <a:buFont typeface="Arial" panose="020B0604020202020204" pitchFamily="34" charset="0"/>
              <a:buNone/>
            </a:pPr>
            <a:endParaRPr lang="de-DE" sz="3467" b="0" i="0" baseline="0" dirty="0" err="1">
              <a:solidFill>
                <a:schemeClr val="bg1"/>
              </a:solidFill>
              <a:latin typeface="Calibri" panose="020F0502020204030204" pitchFamily="34" charset="0"/>
              <a:ea typeface="+mj-ea"/>
              <a:cs typeface="+mj-cs"/>
              <a:sym typeface="Calibri" panose="020F0502020204030204" pitchFamily="34" charset="0"/>
            </a:endParaRPr>
          </a:p>
        </p:txBody>
      </p:sp>
      <p:sp>
        <p:nvSpPr>
          <p:cNvPr id="2" name="Titel 1"/>
          <p:cNvSpPr>
            <a:spLocks noGrp="1"/>
          </p:cNvSpPr>
          <p:nvPr>
            <p:ph type="title"/>
          </p:nvPr>
        </p:nvSpPr>
        <p:spPr/>
        <p:txBody>
          <a:bodyPr/>
          <a:lstStyle/>
          <a:p>
            <a:r>
              <a:rPr lang="de-DE" noProof="0"/>
              <a:t>Mastertitelformat bearbeiten</a:t>
            </a:r>
            <a:endParaRPr lang="de-DE" noProof="0" dirty="0"/>
          </a:p>
        </p:txBody>
      </p:sp>
      <p:sp>
        <p:nvSpPr>
          <p:cNvPr id="9" name="Bildplatzhalter 8"/>
          <p:cNvSpPr>
            <a:spLocks noGrp="1" noChangeAspect="1"/>
          </p:cNvSpPr>
          <p:nvPr>
            <p:ph type="pic" sz="quarter" idx="12"/>
          </p:nvPr>
        </p:nvSpPr>
        <p:spPr>
          <a:xfrm>
            <a:off x="775792" y="3619200"/>
            <a:ext cx="2016000" cy="2016000"/>
          </a:xfrm>
          <a:prstGeom prst="ellipse">
            <a:avLst/>
          </a:prstGeom>
          <a:blipFill>
            <a:blip r:embed="rId6"/>
            <a:stretch>
              <a:fillRect/>
            </a:stretch>
          </a:blipFill>
          <a:ln w="76200">
            <a:solidFill>
              <a:srgbClr val="E60055"/>
            </a:solidFill>
          </a:ln>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10" name="Bildplatzhalter 8"/>
          <p:cNvSpPr>
            <a:spLocks noGrp="1" noChangeAspect="1"/>
          </p:cNvSpPr>
          <p:nvPr>
            <p:ph type="pic" sz="quarter" idx="13"/>
          </p:nvPr>
        </p:nvSpPr>
        <p:spPr>
          <a:xfrm>
            <a:off x="4560000" y="1940984"/>
            <a:ext cx="2016000" cy="2016000"/>
          </a:xfrm>
          <a:prstGeom prst="ellipse">
            <a:avLst/>
          </a:prstGeom>
          <a:blipFill>
            <a:blip r:embed="rId6"/>
            <a:stretch>
              <a:fillRect/>
            </a:stretch>
          </a:blipFill>
          <a:ln w="76200">
            <a:solidFill>
              <a:schemeClr val="accent3"/>
            </a:solidFill>
          </a:ln>
        </p:spPr>
        <p:txBody>
          <a:bodyPr vert="horz" wrap="square" lIns="0" tIns="0" rIns="0" bIns="0" rtlCol="0">
            <a:noAutofit/>
          </a:bodyPr>
          <a:lstStyle>
            <a:lvl1pPr marL="0" indent="0" algn="ctr">
              <a:buFont typeface="Arial" panose="020B0604020202020204" pitchFamily="34" charset="0"/>
              <a:buNone/>
              <a:defRPr lang="de-DE" sz="1333"/>
            </a:lvl1pPr>
          </a:lstStyle>
          <a:p>
            <a:r>
              <a:rPr lang="de-DE"/>
              <a:t>Bild durch Klicken auf Symbol hinzufügen</a:t>
            </a:r>
            <a:endParaRPr lang="de-DE" dirty="0"/>
          </a:p>
        </p:txBody>
      </p:sp>
      <p:sp>
        <p:nvSpPr>
          <p:cNvPr id="11" name="Textplatzhalter 8"/>
          <p:cNvSpPr>
            <a:spLocks noGrp="1"/>
          </p:cNvSpPr>
          <p:nvPr>
            <p:ph type="body" sz="quarter" idx="14" hasCustomPrompt="1"/>
          </p:nvPr>
        </p:nvSpPr>
        <p:spPr bwMode="gray">
          <a:xfrm>
            <a:off x="3073980" y="4204800"/>
            <a:ext cx="3840000" cy="246221"/>
          </a:xfrm>
        </p:spPr>
        <p:txBody>
          <a:bodyPr lIns="0" rIns="0" anchor="ctr" anchorCtr="0"/>
          <a:lstStyle>
            <a:lvl1pPr marL="0" indent="0">
              <a:spcBef>
                <a:spcPts val="0"/>
              </a:spcBef>
              <a:buNone/>
              <a:defRPr sz="1600" b="1">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2" name="Textplatzhalter 8"/>
          <p:cNvSpPr>
            <a:spLocks noGrp="1"/>
          </p:cNvSpPr>
          <p:nvPr>
            <p:ph type="body" sz="quarter" idx="15" hasCustomPrompt="1"/>
          </p:nvPr>
        </p:nvSpPr>
        <p:spPr bwMode="gray">
          <a:xfrm>
            <a:off x="3073980" y="45072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13" name="Textplatzhalter 8"/>
          <p:cNvSpPr>
            <a:spLocks noGrp="1"/>
          </p:cNvSpPr>
          <p:nvPr>
            <p:ph type="body" sz="quarter" idx="16" hasCustomPrompt="1"/>
          </p:nvPr>
        </p:nvSpPr>
        <p:spPr bwMode="gray">
          <a:xfrm>
            <a:off x="3073980" y="47136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14" name="Textplatzhalter 8"/>
          <p:cNvSpPr>
            <a:spLocks noGrp="1"/>
          </p:cNvSpPr>
          <p:nvPr>
            <p:ph type="body" sz="quarter" idx="17" hasCustomPrompt="1"/>
          </p:nvPr>
        </p:nvSpPr>
        <p:spPr bwMode="gray">
          <a:xfrm>
            <a:off x="3073980" y="49152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
        <p:nvSpPr>
          <p:cNvPr id="15" name="Textplatzhalter 8"/>
          <p:cNvSpPr>
            <a:spLocks noGrp="1"/>
          </p:cNvSpPr>
          <p:nvPr>
            <p:ph type="body" sz="quarter" idx="18" hasCustomPrompt="1"/>
          </p:nvPr>
        </p:nvSpPr>
        <p:spPr bwMode="gray">
          <a:xfrm>
            <a:off x="6817981" y="2515200"/>
            <a:ext cx="3840000" cy="246221"/>
          </a:xfrm>
        </p:spPr>
        <p:txBody>
          <a:bodyPr lIns="0" rIns="0" anchor="ctr" anchorCtr="0"/>
          <a:lstStyle>
            <a:lvl1pPr marL="0" indent="0">
              <a:spcBef>
                <a:spcPts val="0"/>
              </a:spcBef>
              <a:buNone/>
              <a:defRPr sz="1600" b="1">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 Nachname </a:t>
            </a:r>
          </a:p>
        </p:txBody>
      </p:sp>
      <p:sp>
        <p:nvSpPr>
          <p:cNvPr id="16" name="Textplatzhalter 8"/>
          <p:cNvSpPr>
            <a:spLocks noGrp="1"/>
          </p:cNvSpPr>
          <p:nvPr>
            <p:ph type="body" sz="quarter" idx="19" hasCustomPrompt="1"/>
          </p:nvPr>
        </p:nvSpPr>
        <p:spPr bwMode="gray">
          <a:xfrm>
            <a:off x="6817981" y="28224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Funktion</a:t>
            </a:r>
          </a:p>
        </p:txBody>
      </p:sp>
      <p:sp>
        <p:nvSpPr>
          <p:cNvPr id="17" name="Textplatzhalter 8"/>
          <p:cNvSpPr>
            <a:spLocks noGrp="1"/>
          </p:cNvSpPr>
          <p:nvPr>
            <p:ph type="body" sz="quarter" idx="20" hasCustomPrompt="1"/>
          </p:nvPr>
        </p:nvSpPr>
        <p:spPr bwMode="gray">
          <a:xfrm>
            <a:off x="6817981" y="30288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T +49 00 000 000-000</a:t>
            </a:r>
          </a:p>
        </p:txBody>
      </p:sp>
      <p:sp>
        <p:nvSpPr>
          <p:cNvPr id="18" name="Textplatzhalter 8"/>
          <p:cNvSpPr>
            <a:spLocks noGrp="1"/>
          </p:cNvSpPr>
          <p:nvPr>
            <p:ph type="body" sz="quarter" idx="21" hasCustomPrompt="1"/>
          </p:nvPr>
        </p:nvSpPr>
        <p:spPr bwMode="gray">
          <a:xfrm>
            <a:off x="6817981" y="3230400"/>
            <a:ext cx="3840000" cy="246221"/>
          </a:xfrm>
        </p:spPr>
        <p:txBody>
          <a:bodyPr lIns="0" rIns="0" anchor="ctr" anchorCtr="0"/>
          <a:lstStyle>
            <a:lvl1pPr marL="0" indent="0">
              <a:spcBef>
                <a:spcPts val="0"/>
              </a:spcBef>
              <a:buNone/>
              <a:defRPr sz="1600" b="0">
                <a:solidFill>
                  <a:schemeClr val="tx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de-DE" noProof="0" dirty="0"/>
              <a:t>vorname.nachname@westnetz.de</a:t>
            </a:r>
          </a:p>
        </p:txBody>
      </p:sp>
    </p:spTree>
    <p:extLst>
      <p:ext uri="{BB962C8B-B14F-4D97-AF65-F5344CB8AC3E}">
        <p14:creationId xmlns:p14="http://schemas.microsoft.com/office/powerpoint/2010/main" val="335417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image" Target="../media/image7.emf"/><Relationship Id="rId21" Type="http://schemas.openxmlformats.org/officeDocument/2006/relationships/slideLayout" Target="../slideLayouts/slideLayout57.xml"/><Relationship Id="rId34" Type="http://schemas.openxmlformats.org/officeDocument/2006/relationships/theme" Target="../theme/theme3.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image" Target="../media/image6.emf"/><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image" Target="../media/image5.emf"/><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oleObject" Target="../embeddings/oleObject2.bin"/><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tags" Target="../tags/tag3.xml"/><Relationship Id="rId8" Type="http://schemas.openxmlformats.org/officeDocument/2006/relationships/slideLayout" Target="../slideLayouts/slideLayout44.xml"/><Relationship Id="rId3"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41C46107-C662-443E-AC88-CD7DE6121E56}"/>
              </a:ext>
            </a:extLst>
          </p:cNvPr>
          <p:cNvGraphicFramePr>
            <a:graphicFrameLocks noChangeAspect="1"/>
          </p:cNvGraphicFramePr>
          <p:nvPr userDrawn="1">
            <p:custDataLst>
              <p:tags r:id="rId27"/>
            </p:custDataLst>
            <p:extLst>
              <p:ext uri="{D42A27DB-BD31-4B8C-83A1-F6EECF244321}">
                <p14:modId xmlns:p14="http://schemas.microsoft.com/office/powerpoint/2010/main" val="366395475"/>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29" imgW="624" imgH="623" progId="TCLayout.ActiveDocument.1">
                  <p:embed/>
                </p:oleObj>
              </mc:Choice>
              <mc:Fallback>
                <p:oleObj name="think-cell Folie" r:id="rId29" imgW="624" imgH="623" progId="TCLayout.ActiveDocument.1">
                  <p:embed/>
                  <p:pic>
                    <p:nvPicPr>
                      <p:cNvPr id="8" name="Objekt 7" hidden="1">
                        <a:extLst>
                          <a:ext uri="{FF2B5EF4-FFF2-40B4-BE49-F238E27FC236}">
                            <a16:creationId xmlns:a16="http://schemas.microsoft.com/office/drawing/2014/main" id="{41C46107-C662-443E-AC88-CD7DE6121E56}"/>
                          </a:ext>
                        </a:extLst>
                      </p:cNvPr>
                      <p:cNvPicPr/>
                      <p:nvPr/>
                    </p:nvPicPr>
                    <p:blipFill>
                      <a:blip r:embed="rId30"/>
                      <a:stretch>
                        <a:fillRect/>
                      </a:stretch>
                    </p:blipFill>
                    <p:spPr>
                      <a:xfrm>
                        <a:off x="2118" y="2118"/>
                        <a:ext cx="2117" cy="2117"/>
                      </a:xfrm>
                      <a:prstGeom prst="rect">
                        <a:avLst/>
                      </a:prstGeom>
                    </p:spPr>
                  </p:pic>
                </p:oleObj>
              </mc:Fallback>
            </mc:AlternateContent>
          </a:graphicData>
        </a:graphic>
      </p:graphicFrame>
      <p:sp>
        <p:nvSpPr>
          <p:cNvPr id="7" name="Rechteck 6" hidden="1">
            <a:extLst>
              <a:ext uri="{FF2B5EF4-FFF2-40B4-BE49-F238E27FC236}">
                <a16:creationId xmlns:a16="http://schemas.microsoft.com/office/drawing/2014/main" id="{CE1091E9-EE26-4A4A-B78D-0F61189D084B}"/>
              </a:ext>
            </a:extLst>
          </p:cNvPr>
          <p:cNvSpPr/>
          <p:nvPr userDrawn="1">
            <p:custDataLst>
              <p:tags r:id="rId28"/>
            </p:custDataLst>
          </p:nvPr>
        </p:nvSpPr>
        <p:spPr>
          <a:xfrm>
            <a:off x="0" y="0"/>
            <a:ext cx="211667" cy="2116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de-DE" sz="3200" b="0" i="0" baseline="0">
              <a:latin typeface="EON Brix Sans Black" panose="020B0A00000000000000" pitchFamily="34" charset="0"/>
              <a:ea typeface="+mj-ea"/>
              <a:cs typeface="+mj-cs"/>
              <a:sym typeface="EON Brix Sans Black" panose="020B0A00000000000000" pitchFamily="34" charset="0"/>
            </a:endParaRPr>
          </a:p>
        </p:txBody>
      </p:sp>
      <p:sp>
        <p:nvSpPr>
          <p:cNvPr id="2" name="Titelplatzhalter 1"/>
          <p:cNvSpPr>
            <a:spLocks noGrp="1"/>
          </p:cNvSpPr>
          <p:nvPr>
            <p:ph type="title"/>
          </p:nvPr>
        </p:nvSpPr>
        <p:spPr>
          <a:xfrm>
            <a:off x="504000" y="504000"/>
            <a:ext cx="7344000" cy="960000"/>
          </a:xfrm>
          <a:prstGeom prst="rect">
            <a:avLst/>
          </a:prstGeom>
        </p:spPr>
        <p:txBody>
          <a:bodyPr vert="horz" lIns="0" tIns="0" rIns="0" bIns="0" rtlCol="0" anchor="t" anchorCtr="0">
            <a:noAutofit/>
          </a:bodyPr>
          <a:lstStyle/>
          <a:p>
            <a:r>
              <a:rPr lang="de-DE"/>
              <a:t>Titelmasterformat durch Klicken bearbeiten</a:t>
            </a:r>
          </a:p>
        </p:txBody>
      </p:sp>
      <p:sp>
        <p:nvSpPr>
          <p:cNvPr id="3" name="Textplatzhalter 2"/>
          <p:cNvSpPr>
            <a:spLocks noGrp="1"/>
          </p:cNvSpPr>
          <p:nvPr>
            <p:ph type="body" idx="1"/>
          </p:nvPr>
        </p:nvSpPr>
        <p:spPr>
          <a:xfrm>
            <a:off x="504000" y="1828800"/>
            <a:ext cx="9264000" cy="4531200"/>
          </a:xfrm>
          <a:prstGeom prst="rect">
            <a:avLst/>
          </a:prstGeom>
        </p:spPr>
        <p:txBody>
          <a:bodyPr vert="horz" lIns="0" tIns="0" rIns="0" bIns="0" rtlCol="0">
            <a:no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10315200" y="6216000"/>
            <a:ext cx="1008000" cy="192000"/>
          </a:xfrm>
          <a:prstGeom prst="rect">
            <a:avLst/>
          </a:prstGeom>
        </p:spPr>
        <p:txBody>
          <a:bodyPr vert="horz" lIns="0" tIns="0" rIns="0" bIns="0" rtlCol="0" anchor="t" anchorCtr="0">
            <a:noAutofit/>
          </a:bodyPr>
          <a:lstStyle>
            <a:lvl1pPr algn="r">
              <a:lnSpc>
                <a:spcPts val="1500"/>
              </a:lnSpc>
              <a:defRPr sz="1200">
                <a:solidFill>
                  <a:srgbClr val="000000"/>
                </a:solidFill>
              </a:defRPr>
            </a:lvl1pPr>
          </a:lstStyle>
          <a:p>
            <a:r>
              <a:rPr lang="de-DE"/>
              <a:t>20.03.2017</a:t>
            </a:r>
          </a:p>
        </p:txBody>
      </p:sp>
      <p:sp>
        <p:nvSpPr>
          <p:cNvPr id="5" name="Fußzeilenplatzhalter 4"/>
          <p:cNvSpPr>
            <a:spLocks noGrp="1"/>
          </p:cNvSpPr>
          <p:nvPr>
            <p:ph type="ftr" sz="quarter" idx="3"/>
          </p:nvPr>
        </p:nvSpPr>
        <p:spPr>
          <a:xfrm>
            <a:off x="9360000" y="691200"/>
            <a:ext cx="2328000" cy="408000"/>
          </a:xfrm>
          <a:prstGeom prst="rect">
            <a:avLst/>
          </a:prstGeom>
        </p:spPr>
        <p:txBody>
          <a:bodyPr vert="horz" lIns="0" tIns="0" rIns="0" bIns="0" rtlCol="0" anchor="t" anchorCtr="0">
            <a:noAutofit/>
          </a:bodyPr>
          <a:lstStyle>
            <a:lvl1pPr algn="r">
              <a:lnSpc>
                <a:spcPts val="1500"/>
              </a:lnSpc>
              <a:defRPr sz="1200">
                <a:solidFill>
                  <a:srgbClr val="000000"/>
                </a:solidFill>
                <a:latin typeface="+mj-lt"/>
              </a:defRPr>
            </a:lvl1pPr>
          </a:lstStyle>
          <a:p>
            <a:endParaRPr lang="de-DE"/>
          </a:p>
        </p:txBody>
      </p:sp>
      <p:sp>
        <p:nvSpPr>
          <p:cNvPr id="6" name="Foliennummernplatzhalter 5"/>
          <p:cNvSpPr>
            <a:spLocks noGrp="1"/>
          </p:cNvSpPr>
          <p:nvPr>
            <p:ph type="sldNum" sz="quarter" idx="4"/>
          </p:nvPr>
        </p:nvSpPr>
        <p:spPr>
          <a:xfrm>
            <a:off x="11323200" y="6216000"/>
            <a:ext cx="364800" cy="192000"/>
          </a:xfrm>
          <a:prstGeom prst="rect">
            <a:avLst/>
          </a:prstGeom>
        </p:spPr>
        <p:txBody>
          <a:bodyPr vert="horz" lIns="0" tIns="0" rIns="0" bIns="0" rtlCol="0" anchor="t" anchorCtr="0">
            <a:noAutofit/>
          </a:bodyPr>
          <a:lstStyle>
            <a:lvl1pPr algn="r">
              <a:lnSpc>
                <a:spcPts val="1500"/>
              </a:lnSpc>
              <a:defRPr sz="1200">
                <a:solidFill>
                  <a:srgbClr val="000000"/>
                </a:solidFill>
                <a:latin typeface="+mn-lt"/>
              </a:defRPr>
            </a:lvl1pPr>
          </a:lstStyle>
          <a:p>
            <a:fld id="{93C795C4-4A26-412B-AA90-98E97FF83D41}" type="slidenum">
              <a:rPr lang="de-DE" smtClean="0"/>
              <a:pPr/>
              <a:t>‹Nr.›</a:t>
            </a:fld>
            <a:endParaRPr lang="de-DE"/>
          </a:p>
        </p:txBody>
      </p:sp>
      <p:grpSp>
        <p:nvGrpSpPr>
          <p:cNvPr id="41" name="Gruppieren 20">
            <a:extLst>
              <a:ext uri="{FF2B5EF4-FFF2-40B4-BE49-F238E27FC236}">
                <a16:creationId xmlns:a16="http://schemas.microsoft.com/office/drawing/2014/main" id="{3F43E66C-02D3-4618-9883-61C2BF58CFB6}"/>
              </a:ext>
            </a:extLst>
          </p:cNvPr>
          <p:cNvGrpSpPr/>
          <p:nvPr userDrawn="1"/>
        </p:nvGrpSpPr>
        <p:grpSpPr>
          <a:xfrm>
            <a:off x="4378283" y="98592"/>
            <a:ext cx="3435435" cy="290029"/>
            <a:chOff x="8128000" y="1369259"/>
            <a:chExt cx="682646" cy="266700"/>
          </a:xfrm>
        </p:grpSpPr>
        <p:sp>
          <p:nvSpPr>
            <p:cNvPr id="42" name="Rechteck 21">
              <a:extLst>
                <a:ext uri="{FF2B5EF4-FFF2-40B4-BE49-F238E27FC236}">
                  <a16:creationId xmlns:a16="http://schemas.microsoft.com/office/drawing/2014/main" id="{5B0A0009-BEA7-491B-8DB3-16A62026207C}"/>
                </a:ext>
              </a:extLst>
            </p:cNvPr>
            <p:cNvSpPr/>
            <p:nvPr/>
          </p:nvSpPr>
          <p:spPr>
            <a:xfrm>
              <a:off x="8128000" y="1369259"/>
              <a:ext cx="682646" cy="2667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18000" rtlCol="0" anchor="ctr"/>
            <a:lstStyle/>
            <a:p>
              <a:pPr algn="ctr"/>
              <a:r>
                <a:rPr lang="de-DE" sz="1467" b="1">
                  <a:solidFill>
                    <a:schemeClr val="bg1">
                      <a:lumMod val="65000"/>
                    </a:schemeClr>
                  </a:solidFill>
                  <a:latin typeface="EON Brix Sans" panose="020B0500000000000000" pitchFamily="34" charset="0"/>
                </a:rPr>
                <a:t>Vertraulich – nur zur internen Verwendung</a:t>
              </a:r>
            </a:p>
          </p:txBody>
        </p:sp>
        <p:cxnSp>
          <p:nvCxnSpPr>
            <p:cNvPr id="43" name="Gerader Verbinder 23">
              <a:extLst>
                <a:ext uri="{FF2B5EF4-FFF2-40B4-BE49-F238E27FC236}">
                  <a16:creationId xmlns:a16="http://schemas.microsoft.com/office/drawing/2014/main" id="{EF932C8E-3D2C-43E9-BFD5-E12D1ED37DC7}"/>
                </a:ext>
              </a:extLst>
            </p:cNvPr>
            <p:cNvCxnSpPr>
              <a:cxnSpLocks/>
            </p:cNvCxnSpPr>
            <p:nvPr/>
          </p:nvCxnSpPr>
          <p:spPr>
            <a:xfrm>
              <a:off x="8128000" y="1369259"/>
              <a:ext cx="6826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4" name="Gerader Verbinder 26">
              <a:extLst>
                <a:ext uri="{FF2B5EF4-FFF2-40B4-BE49-F238E27FC236}">
                  <a16:creationId xmlns:a16="http://schemas.microsoft.com/office/drawing/2014/main" id="{2E4CE39D-CB99-4251-AE13-C47387446406}"/>
                </a:ext>
              </a:extLst>
            </p:cNvPr>
            <p:cNvCxnSpPr>
              <a:cxnSpLocks/>
            </p:cNvCxnSpPr>
            <p:nvPr/>
          </p:nvCxnSpPr>
          <p:spPr>
            <a:xfrm>
              <a:off x="8128000" y="1620918"/>
              <a:ext cx="6826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699671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726" r:id="rId5"/>
    <p:sldLayoutId id="2147483727"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Lst>
  <p:hf hdr="0" ftr="0"/>
  <p:txStyles>
    <p:titleStyle>
      <a:lvl1pPr algn="l" defTabSz="1219170" rtl="0" eaLnBrk="1" latinLnBrk="0" hangingPunct="1">
        <a:lnSpc>
          <a:spcPts val="3333"/>
        </a:lnSpc>
        <a:spcBef>
          <a:spcPct val="0"/>
        </a:spcBef>
        <a:buNone/>
        <a:defRPr sz="3200" kern="100" baseline="0">
          <a:solidFill>
            <a:srgbClr val="EA1C0A"/>
          </a:solidFill>
          <a:latin typeface="+mj-lt"/>
          <a:ea typeface="+mj-ea"/>
          <a:cs typeface="+mj-cs"/>
        </a:defRPr>
      </a:lvl1pPr>
    </p:titleStyle>
    <p:bodyStyle>
      <a:lvl1pPr marL="0" indent="0" algn="l" defTabSz="1219170" rtl="0" eaLnBrk="1" latinLnBrk="0" hangingPunct="1">
        <a:lnSpc>
          <a:spcPts val="2333"/>
        </a:lnSpc>
        <a:spcBef>
          <a:spcPts val="0"/>
        </a:spcBef>
        <a:spcAft>
          <a:spcPts val="800"/>
        </a:spcAft>
        <a:buFont typeface="Arial" panose="020B0604020202020204" pitchFamily="34" charset="0"/>
        <a:buNone/>
        <a:defRPr sz="1867" kern="100" baseline="0">
          <a:solidFill>
            <a:schemeClr val="tx1"/>
          </a:solidFill>
          <a:latin typeface="+mn-lt"/>
          <a:ea typeface="+mn-ea"/>
          <a:cs typeface="+mn-cs"/>
        </a:defRPr>
      </a:lvl1pPr>
      <a:lvl2pPr marL="239178" indent="-239177" algn="l" defTabSz="1219170" rtl="0" eaLnBrk="1" latinLnBrk="0" hangingPunct="1">
        <a:lnSpc>
          <a:spcPts val="2333"/>
        </a:lnSpc>
        <a:spcBef>
          <a:spcPts val="0"/>
        </a:spcBef>
        <a:spcAft>
          <a:spcPts val="800"/>
        </a:spcAft>
        <a:buClr>
          <a:srgbClr val="EA1C0A"/>
        </a:buClr>
        <a:buFont typeface="EON Brix Sans" panose="020B0500000000000000" pitchFamily="34" charset="0"/>
        <a:buChar char="•"/>
        <a:defRPr sz="1867" kern="100" baseline="0">
          <a:solidFill>
            <a:schemeClr val="tx1"/>
          </a:solidFill>
          <a:latin typeface="+mn-lt"/>
          <a:ea typeface="+mn-ea"/>
          <a:cs typeface="+mn-cs"/>
        </a:defRPr>
      </a:lvl2pPr>
      <a:lvl3pPr marL="478355" indent="-239178" algn="l" defTabSz="1219170" rtl="0" eaLnBrk="1" latinLnBrk="0" hangingPunct="1">
        <a:lnSpc>
          <a:spcPts val="2333"/>
        </a:lnSpc>
        <a:spcBef>
          <a:spcPts val="0"/>
        </a:spcBef>
        <a:spcAft>
          <a:spcPts val="800"/>
        </a:spcAft>
        <a:buFont typeface="Arial" panose="020B0604020202020204" pitchFamily="34" charset="0"/>
        <a:buChar char="•"/>
        <a:defRPr sz="1867" kern="100" baseline="0">
          <a:solidFill>
            <a:schemeClr val="tx1"/>
          </a:solidFill>
          <a:latin typeface="+mn-lt"/>
          <a:ea typeface="+mn-ea"/>
          <a:cs typeface="+mn-cs"/>
        </a:defRPr>
      </a:lvl3pPr>
      <a:lvl4pPr marL="717533" indent="-239177" algn="l" defTabSz="1219170" rtl="0" eaLnBrk="1" latinLnBrk="0" hangingPunct="1">
        <a:lnSpc>
          <a:spcPts val="2333"/>
        </a:lnSpc>
        <a:spcBef>
          <a:spcPts val="0"/>
        </a:spcBef>
        <a:spcAft>
          <a:spcPts val="800"/>
        </a:spcAft>
        <a:buFont typeface="Arial" panose="020B0604020202020204" pitchFamily="34" charset="0"/>
        <a:buChar char="–"/>
        <a:defRPr sz="1867" kern="100" baseline="0">
          <a:solidFill>
            <a:schemeClr val="tx1"/>
          </a:solidFill>
          <a:latin typeface="+mn-lt"/>
          <a:ea typeface="+mn-ea"/>
          <a:cs typeface="+mn-cs"/>
        </a:defRPr>
      </a:lvl4pPr>
      <a:lvl5pPr marL="956709" indent="-239178" algn="l" defTabSz="1219170" rtl="0" eaLnBrk="1" latinLnBrk="0" hangingPunct="1">
        <a:lnSpc>
          <a:spcPts val="2333"/>
        </a:lnSpc>
        <a:spcBef>
          <a:spcPts val="0"/>
        </a:spcBef>
        <a:spcAft>
          <a:spcPts val="800"/>
        </a:spcAft>
        <a:buFont typeface="Symbol" panose="05050102010706020507" pitchFamily="18" charset="2"/>
        <a:buChar char="-"/>
        <a:defRPr sz="1867" kern="100" baseline="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1867" kern="1200">
          <a:solidFill>
            <a:schemeClr val="tx1"/>
          </a:solidFill>
          <a:latin typeface="+mn-lt"/>
          <a:ea typeface="+mn-ea"/>
          <a:cs typeface="+mn-cs"/>
        </a:defRPr>
      </a:lvl1pPr>
      <a:lvl2pPr marL="609585" algn="l" defTabSz="1219170" rtl="0" eaLnBrk="1" latinLnBrk="0" hangingPunct="1">
        <a:defRPr sz="1867" kern="1200">
          <a:solidFill>
            <a:schemeClr val="tx1"/>
          </a:solidFill>
          <a:latin typeface="+mn-lt"/>
          <a:ea typeface="+mn-ea"/>
          <a:cs typeface="+mn-cs"/>
        </a:defRPr>
      </a:lvl2pPr>
      <a:lvl3pPr marL="1219170" algn="l" defTabSz="1219170" rtl="0" eaLnBrk="1" latinLnBrk="0" hangingPunct="1">
        <a:defRPr sz="1867" kern="1200">
          <a:solidFill>
            <a:schemeClr val="tx1"/>
          </a:solidFill>
          <a:latin typeface="+mn-lt"/>
          <a:ea typeface="+mn-ea"/>
          <a:cs typeface="+mn-cs"/>
        </a:defRPr>
      </a:lvl3pPr>
      <a:lvl4pPr marL="1828754" algn="l" defTabSz="1219170" rtl="0" eaLnBrk="1" latinLnBrk="0" hangingPunct="1">
        <a:defRPr sz="1867" kern="1200">
          <a:solidFill>
            <a:schemeClr val="tx1"/>
          </a:solidFill>
          <a:latin typeface="+mn-lt"/>
          <a:ea typeface="+mn-ea"/>
          <a:cs typeface="+mn-cs"/>
        </a:defRPr>
      </a:lvl4pPr>
      <a:lvl5pPr marL="2438339" algn="l" defTabSz="1219170" rtl="0" eaLnBrk="1" latinLnBrk="0" hangingPunct="1">
        <a:defRPr sz="1867" kern="1200">
          <a:solidFill>
            <a:schemeClr val="tx1"/>
          </a:solidFill>
          <a:latin typeface="+mn-lt"/>
          <a:ea typeface="+mn-ea"/>
          <a:cs typeface="+mn-cs"/>
        </a:defRPr>
      </a:lvl5pPr>
      <a:lvl6pPr marL="3047924" algn="l" defTabSz="1219170" rtl="0" eaLnBrk="1" latinLnBrk="0" hangingPunct="1">
        <a:defRPr sz="1867" kern="1200">
          <a:solidFill>
            <a:schemeClr val="tx1"/>
          </a:solidFill>
          <a:latin typeface="+mn-lt"/>
          <a:ea typeface="+mn-ea"/>
          <a:cs typeface="+mn-cs"/>
        </a:defRPr>
      </a:lvl6pPr>
      <a:lvl7pPr marL="3657509" algn="l" defTabSz="1219170" rtl="0" eaLnBrk="1" latinLnBrk="0" hangingPunct="1">
        <a:defRPr sz="1867" kern="1200">
          <a:solidFill>
            <a:schemeClr val="tx1"/>
          </a:solidFill>
          <a:latin typeface="+mn-lt"/>
          <a:ea typeface="+mn-ea"/>
          <a:cs typeface="+mn-cs"/>
        </a:defRPr>
      </a:lvl7pPr>
      <a:lvl8pPr marL="4267093" algn="l" defTabSz="1219170" rtl="0" eaLnBrk="1" latinLnBrk="0" hangingPunct="1">
        <a:defRPr sz="1867" kern="1200">
          <a:solidFill>
            <a:schemeClr val="tx1"/>
          </a:solidFill>
          <a:latin typeface="+mn-lt"/>
          <a:ea typeface="+mn-ea"/>
          <a:cs typeface="+mn-cs"/>
        </a:defRPr>
      </a:lvl8pPr>
      <a:lvl9pPr marL="4876678" algn="l" defTabSz="1219170" rtl="0" eaLnBrk="1" latinLnBrk="0" hangingPunct="1">
        <a:defRPr sz="186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CE6AEC0-F21D-593A-F0AD-46DE3BFC6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platzhalter 2">
            <a:extLst>
              <a:ext uri="{FF2B5EF4-FFF2-40B4-BE49-F238E27FC236}">
                <a16:creationId xmlns:a16="http://schemas.microsoft.com/office/drawing/2014/main" id="{3D5991AA-7608-0D42-280C-D4FD94CDA1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CBEA5059-FF50-CE37-0D7D-3BBE6E802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6F06B5-FD65-46B9-9D3A-99231A382F68}" type="datetimeFigureOut">
              <a:rPr lang="en-US" smtClean="0"/>
              <a:t>6/25/2026</a:t>
            </a:fld>
            <a:endParaRPr lang="en-US"/>
          </a:p>
        </p:txBody>
      </p:sp>
      <p:sp>
        <p:nvSpPr>
          <p:cNvPr id="5" name="Fußzeilenplatzhalter 4">
            <a:extLst>
              <a:ext uri="{FF2B5EF4-FFF2-40B4-BE49-F238E27FC236}">
                <a16:creationId xmlns:a16="http://schemas.microsoft.com/office/drawing/2014/main" id="{7FACC92C-DFEF-E612-428E-323DBDBFE1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a:extLst>
              <a:ext uri="{FF2B5EF4-FFF2-40B4-BE49-F238E27FC236}">
                <a16:creationId xmlns:a16="http://schemas.microsoft.com/office/drawing/2014/main" id="{2204DB0C-6CDC-DA25-F538-F6C5AEF31A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8B82BA-E438-4EB8-BDDD-511404FD82EC}" type="slidenum">
              <a:rPr lang="en-US" smtClean="0"/>
              <a:t>‹Nr.›</a:t>
            </a:fld>
            <a:endParaRPr lang="en-US"/>
          </a:p>
        </p:txBody>
      </p:sp>
    </p:spTree>
    <p:extLst>
      <p:ext uri="{BB962C8B-B14F-4D97-AF65-F5344CB8AC3E}">
        <p14:creationId xmlns:p14="http://schemas.microsoft.com/office/powerpoint/2010/main" val="547735300"/>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A1BC040B-4DAC-43A7-A0EE-CF5DF4146B9B}"/>
              </a:ext>
            </a:extLst>
          </p:cNvPr>
          <p:cNvGraphicFramePr>
            <a:graphicFrameLocks noChangeAspect="1"/>
          </p:cNvGraphicFramePr>
          <p:nvPr userDrawn="1">
            <p:custDataLst>
              <p:tags r:id="rId35"/>
            </p:custDataLst>
            <p:extLst>
              <p:ext uri="{D42A27DB-BD31-4B8C-83A1-F6EECF244321}">
                <p14:modId xmlns:p14="http://schemas.microsoft.com/office/powerpoint/2010/main" val="1782167754"/>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36" imgW="344" imgH="345" progId="TCLayout.ActiveDocument.1">
                  <p:embed/>
                </p:oleObj>
              </mc:Choice>
              <mc:Fallback>
                <p:oleObj name="think-cell Folie" r:id="rId36" imgW="344" imgH="345" progId="TCLayout.ActiveDocument.1">
                  <p:embed/>
                  <p:pic>
                    <p:nvPicPr>
                      <p:cNvPr id="7" name="Objekt 6" hidden="1">
                        <a:extLst>
                          <a:ext uri="{FF2B5EF4-FFF2-40B4-BE49-F238E27FC236}">
                            <a16:creationId xmlns:a16="http://schemas.microsoft.com/office/drawing/2014/main" id="{A1BC040B-4DAC-43A7-A0EE-CF5DF4146B9B}"/>
                          </a:ext>
                        </a:extLst>
                      </p:cNvPr>
                      <p:cNvPicPr/>
                      <p:nvPr/>
                    </p:nvPicPr>
                    <p:blipFill>
                      <a:blip r:embed="rId37"/>
                      <a:stretch>
                        <a:fillRect/>
                      </a:stretch>
                    </p:blipFill>
                    <p:spPr>
                      <a:xfrm>
                        <a:off x="2118" y="2118"/>
                        <a:ext cx="2117" cy="2117"/>
                      </a:xfrm>
                      <a:prstGeom prst="rect">
                        <a:avLst/>
                      </a:prstGeom>
                    </p:spPr>
                  </p:pic>
                </p:oleObj>
              </mc:Fallback>
            </mc:AlternateContent>
          </a:graphicData>
        </a:graphic>
      </p:graphicFrame>
      <p:sp>
        <p:nvSpPr>
          <p:cNvPr id="2" name="Titelplatzhalter 1"/>
          <p:cNvSpPr>
            <a:spLocks noGrp="1"/>
          </p:cNvSpPr>
          <p:nvPr>
            <p:ph type="title"/>
          </p:nvPr>
        </p:nvSpPr>
        <p:spPr bwMode="gray">
          <a:xfrm>
            <a:off x="767408" y="708639"/>
            <a:ext cx="9120000" cy="480132"/>
          </a:xfrm>
          <a:prstGeom prst="rect">
            <a:avLst/>
          </a:prstGeom>
        </p:spPr>
        <p:txBody>
          <a:bodyPr vert="horz" wrap="square" lIns="0" tIns="0" rIns="0" bIns="0" rtlCol="0" anchor="t" anchorCtr="0">
            <a:spAutoFit/>
          </a:bodyPr>
          <a:lstStyle/>
          <a:p>
            <a:endParaRPr lang="de-DE" noProof="0" dirty="0"/>
          </a:p>
        </p:txBody>
      </p:sp>
      <p:sp>
        <p:nvSpPr>
          <p:cNvPr id="3" name="Textplatzhalter 2"/>
          <p:cNvSpPr>
            <a:spLocks noGrp="1"/>
          </p:cNvSpPr>
          <p:nvPr>
            <p:ph type="body" idx="1"/>
          </p:nvPr>
        </p:nvSpPr>
        <p:spPr bwMode="gray">
          <a:xfrm>
            <a:off x="767409" y="1871349"/>
            <a:ext cx="9890009" cy="4293967"/>
          </a:xfrm>
          <a:prstGeom prst="rect">
            <a:avLst/>
          </a:prstGeom>
        </p:spPr>
        <p:txBody>
          <a:bodyPr vert="horz" wrap="square" lIns="0" tIns="0" rIns="0" bIns="0" rtlCol="0">
            <a:noAutofit/>
          </a:bodyPr>
          <a:lstStyle/>
          <a:p>
            <a:pPr lvl="0"/>
            <a:r>
              <a:rPr lang="de-DE" noProof="0" dirty="0"/>
              <a:t>Text durch klicken bearbeiten</a:t>
            </a:r>
          </a:p>
          <a:p>
            <a:pPr lvl="1"/>
            <a:r>
              <a:rPr lang="de-DE" noProof="0" dirty="0"/>
              <a:t>Vierte Ebene</a:t>
            </a:r>
          </a:p>
          <a:p>
            <a:pPr lvl="2"/>
            <a:r>
              <a:rPr lang="de-DE" noProof="0" dirty="0"/>
              <a:t>Fünfte Ebene</a:t>
            </a:r>
          </a:p>
          <a:p>
            <a:pPr lvl="3"/>
            <a:r>
              <a:rPr lang="de-DE" noProof="0" dirty="0"/>
              <a:t>Erste Ebene</a:t>
            </a:r>
          </a:p>
          <a:p>
            <a:pPr lvl="4"/>
            <a:r>
              <a:rPr lang="de-DE" noProof="0" dirty="0"/>
              <a:t>Zweite Ebene</a:t>
            </a:r>
          </a:p>
        </p:txBody>
      </p:sp>
      <p:sp>
        <p:nvSpPr>
          <p:cNvPr id="5" name="Fußzeilenplatzhalter 4"/>
          <p:cNvSpPr>
            <a:spLocks noGrp="1"/>
          </p:cNvSpPr>
          <p:nvPr>
            <p:ph type="ftr" sz="quarter" idx="3"/>
          </p:nvPr>
        </p:nvSpPr>
        <p:spPr bwMode="gray">
          <a:xfrm>
            <a:off x="767408" y="6324058"/>
            <a:ext cx="8640000" cy="164148"/>
          </a:xfrm>
          <a:prstGeom prst="rect">
            <a:avLst/>
          </a:prstGeom>
        </p:spPr>
        <p:txBody>
          <a:bodyPr vert="horz" lIns="0" tIns="0" rIns="0" bIns="0" rtlCol="0" anchor="ctr">
            <a:spAutoFit/>
          </a:bodyPr>
          <a:lstStyle>
            <a:lvl1pPr algn="l">
              <a:defRPr sz="1067" b="0">
                <a:solidFill>
                  <a:schemeClr val="tx1"/>
                </a:solidFill>
              </a:defRPr>
            </a:lvl1pPr>
          </a:lstStyle>
          <a:p>
            <a:r>
              <a:rPr lang="de-DE" noProof="0" dirty="0"/>
              <a:t>Westnetz GmbH · Name · TT Monat JJJJ</a:t>
            </a:r>
          </a:p>
        </p:txBody>
      </p:sp>
      <p:sp>
        <p:nvSpPr>
          <p:cNvPr id="6" name="Foliennummernplatzhalter 5"/>
          <p:cNvSpPr>
            <a:spLocks noGrp="1"/>
          </p:cNvSpPr>
          <p:nvPr>
            <p:ph type="sldNum" sz="quarter" idx="4"/>
          </p:nvPr>
        </p:nvSpPr>
        <p:spPr bwMode="gray">
          <a:xfrm>
            <a:off x="9776354" y="6324058"/>
            <a:ext cx="785047" cy="164148"/>
          </a:xfrm>
          <a:prstGeom prst="rect">
            <a:avLst/>
          </a:prstGeom>
        </p:spPr>
        <p:txBody>
          <a:bodyPr vert="horz" wrap="square" lIns="0" tIns="0" rIns="0" bIns="0" rtlCol="0" anchor="ctr">
            <a:spAutoFit/>
          </a:bodyPr>
          <a:lstStyle>
            <a:lvl1pPr algn="r">
              <a:defRPr sz="1067">
                <a:solidFill>
                  <a:schemeClr val="tx1"/>
                </a:solidFill>
              </a:defRPr>
            </a:lvl1pPr>
          </a:lstStyle>
          <a:p>
            <a:fld id="{F05F51B1-EF07-4A0A-8ED6-43388CBBB34F}" type="slidenum">
              <a:rPr lang="de-DE" noProof="0" smtClean="0"/>
              <a:pPr/>
              <a:t>‹Nr.›</a:t>
            </a:fld>
            <a:endParaRPr lang="de-DE" noProof="0" dirty="0"/>
          </a:p>
        </p:txBody>
      </p:sp>
      <p:grpSp>
        <p:nvGrpSpPr>
          <p:cNvPr id="21" name="Gruppieren 20"/>
          <p:cNvGrpSpPr/>
          <p:nvPr/>
        </p:nvGrpSpPr>
        <p:grpSpPr>
          <a:xfrm>
            <a:off x="767408" y="-166621"/>
            <a:ext cx="9889099" cy="144000"/>
            <a:chOff x="575556" y="-124966"/>
            <a:chExt cx="7416824" cy="108000"/>
          </a:xfrm>
        </p:grpSpPr>
        <p:sp>
          <p:nvSpPr>
            <p:cNvPr id="4" name="Freihandform 3"/>
            <p:cNvSpPr/>
            <p:nvPr userDrawn="1"/>
          </p:nvSpPr>
          <p:spPr>
            <a:xfrm>
              <a:off x="575556"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10" name="Freihandform 9"/>
            <p:cNvSpPr/>
            <p:nvPr userDrawn="1"/>
          </p:nvSpPr>
          <p:spPr>
            <a:xfrm>
              <a:off x="4139952"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11" name="Freihandform 10"/>
            <p:cNvSpPr/>
            <p:nvPr userDrawn="1"/>
          </p:nvSpPr>
          <p:spPr>
            <a:xfrm>
              <a:off x="4427984"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sp>
          <p:nvSpPr>
            <p:cNvPr id="12" name="Freihandform 11"/>
            <p:cNvSpPr/>
            <p:nvPr userDrawn="1"/>
          </p:nvSpPr>
          <p:spPr>
            <a:xfrm>
              <a:off x="7992380" y="-1249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dirty="0"/>
            </a:p>
          </p:txBody>
        </p:sp>
      </p:grpSp>
      <p:grpSp>
        <p:nvGrpSpPr>
          <p:cNvPr id="45" name="Gruppieren 44"/>
          <p:cNvGrpSpPr/>
          <p:nvPr/>
        </p:nvGrpSpPr>
        <p:grpSpPr>
          <a:xfrm>
            <a:off x="767408" y="6880621"/>
            <a:ext cx="9889099" cy="144000"/>
            <a:chOff x="575556" y="5160466"/>
            <a:chExt cx="7416824" cy="108000"/>
          </a:xfrm>
        </p:grpSpPr>
        <p:sp>
          <p:nvSpPr>
            <p:cNvPr id="15" name="Freihandform 14"/>
            <p:cNvSpPr/>
            <p:nvPr userDrawn="1"/>
          </p:nvSpPr>
          <p:spPr bwMode="gray">
            <a:xfrm>
              <a:off x="575556"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17" name="Freihandform 16"/>
            <p:cNvSpPr/>
            <p:nvPr userDrawn="1"/>
          </p:nvSpPr>
          <p:spPr bwMode="gray">
            <a:xfrm>
              <a:off x="4139952"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18" name="Freihandform 17"/>
            <p:cNvSpPr/>
            <p:nvPr userDrawn="1"/>
          </p:nvSpPr>
          <p:spPr bwMode="gray">
            <a:xfrm>
              <a:off x="4427984"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19" name="Freihandform 18"/>
            <p:cNvSpPr/>
            <p:nvPr userDrawn="1"/>
          </p:nvSpPr>
          <p:spPr bwMode="gray">
            <a:xfrm>
              <a:off x="7992380" y="5160466"/>
              <a:ext cx="0" cy="108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22" name="Gruppieren 21"/>
          <p:cNvGrpSpPr/>
          <p:nvPr/>
        </p:nvGrpSpPr>
        <p:grpSpPr>
          <a:xfrm>
            <a:off x="-221271" y="1930675"/>
            <a:ext cx="192000" cy="4234640"/>
            <a:chOff x="-165953" y="1448006"/>
            <a:chExt cx="144000" cy="3175980"/>
          </a:xfrm>
        </p:grpSpPr>
        <p:sp>
          <p:nvSpPr>
            <p:cNvPr id="23" name="Freihandform 22"/>
            <p:cNvSpPr/>
            <p:nvPr/>
          </p:nvSpPr>
          <p:spPr bwMode="gray">
            <a:xfrm rot="16200000">
              <a:off x="-93953" y="455198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24" name="Freihandform 23"/>
            <p:cNvSpPr/>
            <p:nvPr/>
          </p:nvSpPr>
          <p:spPr bwMode="gray">
            <a:xfrm rot="16200000">
              <a:off x="-93953" y="1376006"/>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grpSp>
        <p:nvGrpSpPr>
          <p:cNvPr id="20" name="Gruppieren 19"/>
          <p:cNvGrpSpPr/>
          <p:nvPr/>
        </p:nvGrpSpPr>
        <p:grpSpPr>
          <a:xfrm>
            <a:off x="12221656" y="1940836"/>
            <a:ext cx="192000" cy="4229040"/>
            <a:chOff x="9166242" y="1455627"/>
            <a:chExt cx="144000" cy="3171780"/>
          </a:xfrm>
        </p:grpSpPr>
        <p:sp>
          <p:nvSpPr>
            <p:cNvPr id="26" name="Freihandform 25"/>
            <p:cNvSpPr/>
            <p:nvPr userDrawn="1"/>
          </p:nvSpPr>
          <p:spPr>
            <a:xfrm rot="16200000">
              <a:off x="9238242" y="455540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sp>
          <p:nvSpPr>
            <p:cNvPr id="48" name="Freihandform 47"/>
            <p:cNvSpPr/>
            <p:nvPr userDrawn="1"/>
          </p:nvSpPr>
          <p:spPr>
            <a:xfrm rot="16200000">
              <a:off x="9238242" y="1383627"/>
              <a:ext cx="0" cy="144000"/>
            </a:xfrm>
            <a:custGeom>
              <a:avLst/>
              <a:gdLst>
                <a:gd name="connsiteX0" fmla="*/ 0 w 0"/>
                <a:gd name="connsiteY0" fmla="*/ 0 h 293299"/>
                <a:gd name="connsiteX1" fmla="*/ 0 w 0"/>
                <a:gd name="connsiteY1" fmla="*/ 293299 h 293299"/>
              </a:gdLst>
              <a:ahLst/>
              <a:cxnLst>
                <a:cxn ang="0">
                  <a:pos x="connsiteX0" y="connsiteY0"/>
                </a:cxn>
                <a:cxn ang="0">
                  <a:pos x="connsiteX1" y="connsiteY1"/>
                </a:cxn>
              </a:cxnLst>
              <a:rect l="l" t="t" r="r" b="b"/>
              <a:pathLst>
                <a:path h="293299">
                  <a:moveTo>
                    <a:pt x="0" y="0"/>
                  </a:moveTo>
                  <a:lnTo>
                    <a:pt x="0" y="293299"/>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400" noProof="0" dirty="0"/>
            </a:p>
          </p:txBody>
        </p:sp>
      </p:grpSp>
      <p:pic>
        <p:nvPicPr>
          <p:cNvPr id="27" name="Grafik 26">
            <a:extLst>
              <a:ext uri="{FF2B5EF4-FFF2-40B4-BE49-F238E27FC236}">
                <a16:creationId xmlns:a16="http://schemas.microsoft.com/office/drawing/2014/main" id="{CBD1BD74-6C52-49D2-AB07-A369E43D4A5A}"/>
              </a:ext>
            </a:extLst>
          </p:cNvPr>
          <p:cNvPicPr>
            <a:picLocks noChangeAspect="1"/>
          </p:cNvPicPr>
          <p:nvPr userDrawn="1"/>
        </p:nvPicPr>
        <p:blipFill>
          <a:blip r:embed="rId38"/>
          <a:stretch>
            <a:fillRect/>
          </a:stretch>
        </p:blipFill>
        <p:spPr bwMode="black">
          <a:xfrm>
            <a:off x="10780800" y="364590"/>
            <a:ext cx="1147200" cy="200903"/>
          </a:xfrm>
          <a:prstGeom prst="rect">
            <a:avLst/>
          </a:prstGeom>
        </p:spPr>
      </p:pic>
      <p:pic>
        <p:nvPicPr>
          <p:cNvPr id="29" name="Grafik 28">
            <a:extLst>
              <a:ext uri="{FF2B5EF4-FFF2-40B4-BE49-F238E27FC236}">
                <a16:creationId xmlns:a16="http://schemas.microsoft.com/office/drawing/2014/main" id="{1F8B5DA6-98CE-483A-9E16-DFF6417869FA}"/>
              </a:ext>
            </a:extLst>
          </p:cNvPr>
          <p:cNvPicPr>
            <a:picLocks noChangeAspect="1"/>
          </p:cNvPicPr>
          <p:nvPr userDrawn="1"/>
        </p:nvPicPr>
        <p:blipFill>
          <a:blip r:embed="rId39"/>
          <a:stretch>
            <a:fillRect/>
          </a:stretch>
        </p:blipFill>
        <p:spPr bwMode="black">
          <a:xfrm>
            <a:off x="10778772" y="6280361"/>
            <a:ext cx="1149227" cy="212296"/>
          </a:xfrm>
          <a:prstGeom prst="rect">
            <a:avLst/>
          </a:prstGeom>
        </p:spPr>
      </p:pic>
    </p:spTree>
    <p:extLst>
      <p:ext uri="{BB962C8B-B14F-4D97-AF65-F5344CB8AC3E}">
        <p14:creationId xmlns:p14="http://schemas.microsoft.com/office/powerpoint/2010/main" val="1764762093"/>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 id="2147483717" r:id="rId32"/>
    <p:sldLayoutId id="2147483718" r:id="rId33"/>
  </p:sldLayoutIdLst>
  <p:hf hdr="0" dt="0"/>
  <p:txStyles>
    <p:titleStyle>
      <a:lvl1pPr algn="l" defTabSz="1219170" rtl="0" eaLnBrk="1" latinLnBrk="0" hangingPunct="1">
        <a:lnSpc>
          <a:spcPct val="90000"/>
        </a:lnSpc>
        <a:spcBef>
          <a:spcPct val="0"/>
        </a:spcBef>
        <a:buNone/>
        <a:defRPr sz="3467" kern="1200">
          <a:solidFill>
            <a:schemeClr val="tx1"/>
          </a:solidFill>
          <a:latin typeface="+mj-lt"/>
          <a:ea typeface="+mj-ea"/>
          <a:cs typeface="+mj-cs"/>
        </a:defRPr>
      </a:lvl1pPr>
    </p:titleStyle>
    <p:bodyStyle>
      <a:lvl1pPr marL="239178" indent="-239178" algn="l" defTabSz="1219170" rtl="0" eaLnBrk="1" latinLnBrk="0" hangingPunct="1">
        <a:spcBef>
          <a:spcPts val="400"/>
        </a:spcBef>
        <a:buFont typeface="Arial" pitchFamily="34" charset="0"/>
        <a:buChar char="•"/>
        <a:defRPr sz="2133" kern="1200" baseline="0">
          <a:solidFill>
            <a:schemeClr val="tx1"/>
          </a:solidFill>
          <a:latin typeface="+mn-lt"/>
          <a:ea typeface="+mn-ea"/>
          <a:cs typeface="+mn-cs"/>
        </a:defRPr>
      </a:lvl1pPr>
      <a:lvl2pPr marL="480472" indent="-241294" algn="l" defTabSz="1219170" rtl="0" eaLnBrk="1" latinLnBrk="0" hangingPunct="1">
        <a:spcBef>
          <a:spcPts val="267"/>
        </a:spcBef>
        <a:buFont typeface="Symbol" panose="05050102010706020507" pitchFamily="18" charset="2"/>
        <a:buChar char="-"/>
        <a:defRPr sz="2133" kern="1200">
          <a:solidFill>
            <a:schemeClr val="tx1"/>
          </a:solidFill>
          <a:latin typeface="+mn-lt"/>
          <a:ea typeface="+mn-ea"/>
          <a:cs typeface="+mn-cs"/>
        </a:defRPr>
      </a:lvl2pPr>
      <a:lvl3pPr marL="717533" indent="-239994" algn="l" defTabSz="1219170" rtl="0" eaLnBrk="1" latinLnBrk="0" hangingPunct="1">
        <a:spcBef>
          <a:spcPts val="267"/>
        </a:spcBef>
        <a:buFont typeface="Arial" pitchFamily="34" charset="0"/>
        <a:buChar char="•"/>
        <a:defRPr sz="2133" kern="1200">
          <a:solidFill>
            <a:schemeClr val="tx1"/>
          </a:solidFill>
          <a:latin typeface="+mn-lt"/>
          <a:ea typeface="+mn-ea"/>
          <a:cs typeface="+mn-cs"/>
        </a:defRPr>
      </a:lvl3pPr>
      <a:lvl4pPr marL="0" indent="0" algn="l" defTabSz="1219170" rtl="0" eaLnBrk="1" latinLnBrk="0" hangingPunct="1">
        <a:spcBef>
          <a:spcPts val="1333"/>
        </a:spcBef>
        <a:buFont typeface="Arial" pitchFamily="34" charset="0"/>
        <a:buNone/>
        <a:defRPr sz="2133" b="1" kern="1200">
          <a:solidFill>
            <a:schemeClr val="tx1"/>
          </a:solidFill>
          <a:latin typeface="+mn-lt"/>
          <a:ea typeface="+mn-ea"/>
          <a:cs typeface="+mn-cs"/>
        </a:defRPr>
      </a:lvl4pPr>
      <a:lvl5pPr marL="0" indent="0" algn="l" defTabSz="1219170" rtl="0" eaLnBrk="1" latinLnBrk="0" hangingPunct="1">
        <a:spcBef>
          <a:spcPts val="800"/>
        </a:spcBef>
        <a:buFont typeface="Arial" pitchFamily="34" charset="0"/>
        <a:buNone/>
        <a:defRPr sz="2133"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17">
          <p15:clr>
            <a:srgbClr val="F26B43"/>
          </p15:clr>
        </p15:guide>
        <p15:guide id="2" pos="363">
          <p15:clr>
            <a:srgbClr val="F26B43"/>
          </p15:clr>
        </p15:guide>
        <p15:guide id="3" pos="5035">
          <p15:clr>
            <a:srgbClr val="F26B43"/>
          </p15:clr>
        </p15:guide>
        <p15:guide id="4" orient="horz" pos="3952">
          <p15:clr>
            <a:srgbClr val="F26B43"/>
          </p15:clr>
        </p15:guide>
        <p15:guide id="5" pos="2608">
          <p15:clr>
            <a:srgbClr val="F26B43"/>
          </p15:clr>
        </p15:guide>
        <p15:guide id="6" pos="2789">
          <p15:clr>
            <a:srgbClr val="F26B43"/>
          </p15:clr>
        </p15:guide>
        <p15:guide id="7" orient="horz" pos="291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1.emf"/><Relationship Id="rId5" Type="http://schemas.openxmlformats.org/officeDocument/2006/relationships/oleObject" Target="../embeddings/oleObject13.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DDF21048-A5F0-4308-8D35-BF8C25765C06}"/>
              </a:ext>
            </a:extLst>
          </p:cNvPr>
          <p:cNvGraphicFramePr>
            <a:graphicFrameLocks noChangeAspect="1"/>
          </p:cNvGraphicFramePr>
          <p:nvPr>
            <p:custDataLst>
              <p:tags r:id="rId1"/>
            </p:custData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Folie" r:id="rId5" imgW="301" imgH="298" progId="TCLayout.ActiveDocument.1">
                  <p:embed/>
                </p:oleObj>
              </mc:Choice>
              <mc:Fallback>
                <p:oleObj name="think-cell Folie" r:id="rId5" imgW="301" imgH="298" progId="TCLayout.ActiveDocument.1">
                  <p:embed/>
                  <p:pic>
                    <p:nvPicPr>
                      <p:cNvPr id="2" name="Object 1" hidden="1">
                        <a:extLst>
                          <a:ext uri="{FF2B5EF4-FFF2-40B4-BE49-F238E27FC236}">
                            <a16:creationId xmlns:a16="http://schemas.microsoft.com/office/drawing/2014/main" id="{DDF21048-A5F0-4308-8D35-BF8C25765C06}"/>
                          </a:ext>
                        </a:extLst>
                      </p:cNvPr>
                      <p:cNvPicPr/>
                      <p:nvPr/>
                    </p:nvPicPr>
                    <p:blipFill>
                      <a:blip r:embed="rId6"/>
                      <a:stretch>
                        <a:fillRect/>
                      </a:stretch>
                    </p:blipFill>
                    <p:spPr>
                      <a:xfrm>
                        <a:off x="2118" y="2118"/>
                        <a:ext cx="2117" cy="211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126D79B6-A3CA-4AA6-AC46-E30232C7399D}"/>
              </a:ext>
            </a:extLst>
          </p:cNvPr>
          <p:cNvSpPr/>
          <p:nvPr>
            <p:custDataLst>
              <p:tags r:id="rId2"/>
            </p:custDataLst>
          </p:nvPr>
        </p:nvSpPr>
        <p:spPr>
          <a:xfrm>
            <a:off x="0" y="0"/>
            <a:ext cx="211667" cy="21166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endParaRPr lang="de-DE" sz="3200">
              <a:latin typeface="EON Brix Sans Black" panose="020B0A00000000000000" pitchFamily="34" charset="0"/>
              <a:ea typeface="+mj-ea"/>
              <a:cs typeface="+mj-cs"/>
              <a:sym typeface="EON Brix Sans Black" panose="020B0A00000000000000" pitchFamily="34" charset="0"/>
            </a:endParaRPr>
          </a:p>
        </p:txBody>
      </p:sp>
      <p:sp>
        <p:nvSpPr>
          <p:cNvPr id="3" name="Title 2">
            <a:extLst>
              <a:ext uri="{FF2B5EF4-FFF2-40B4-BE49-F238E27FC236}">
                <a16:creationId xmlns:a16="http://schemas.microsoft.com/office/drawing/2014/main" id="{CD9BC804-9917-434C-A6F4-3ED40BF9CF17}"/>
              </a:ext>
            </a:extLst>
          </p:cNvPr>
          <p:cNvSpPr>
            <a:spLocks noGrp="1"/>
          </p:cNvSpPr>
          <p:nvPr>
            <p:ph type="ctrTitle"/>
          </p:nvPr>
        </p:nvSpPr>
        <p:spPr>
          <a:xfrm>
            <a:off x="2088000" y="2842814"/>
            <a:ext cx="8016000" cy="1632000"/>
          </a:xfrm>
        </p:spPr>
        <p:txBody>
          <a:bodyPr vert="horz" anchor="t"/>
          <a:lstStyle/>
          <a:p>
            <a:pPr fontAlgn="base">
              <a:spcBef>
                <a:spcPts val="0"/>
              </a:spcBef>
            </a:pPr>
            <a:br>
              <a:rPr lang="de-DE" dirty="0">
                <a:latin typeface="Calibri" panose="020F0502020204030204" pitchFamily="34" charset="0"/>
                <a:cs typeface="Calibri" panose="020F0502020204030204" pitchFamily="34" charset="0"/>
                <a:sym typeface="EON Brix Sans Black" panose="020B0A00000000000000" pitchFamily="34" charset="0"/>
              </a:rPr>
            </a:br>
            <a:br>
              <a:rPr lang="de-DE" dirty="0">
                <a:latin typeface="Calibri" panose="020F0502020204030204" pitchFamily="34" charset="0"/>
                <a:cs typeface="Calibri" panose="020F0502020204030204" pitchFamily="34" charset="0"/>
                <a:sym typeface="EON Brix Sans Black" panose="020B0A00000000000000" pitchFamily="34" charset="0"/>
              </a:rPr>
            </a:br>
            <a:endParaRPr lang="de-DE" sz="1867" b="1" dirty="0">
              <a:latin typeface="Calibri" panose="020F0502020204030204" pitchFamily="34" charset="0"/>
              <a:cs typeface="Calibri" panose="020F0502020204030204" pitchFamily="34" charset="0"/>
              <a:sym typeface="EON Brix Sans Black" panose="020B0A00000000000000" pitchFamily="34" charset="0"/>
            </a:endParaRPr>
          </a:p>
        </p:txBody>
      </p:sp>
      <p:sp>
        <p:nvSpPr>
          <p:cNvPr id="10" name="Untertitel 9">
            <a:extLst>
              <a:ext uri="{FF2B5EF4-FFF2-40B4-BE49-F238E27FC236}">
                <a16:creationId xmlns:a16="http://schemas.microsoft.com/office/drawing/2014/main" id="{F81EF46D-6029-F1F6-B1A6-7DA6891D0801}"/>
              </a:ext>
            </a:extLst>
          </p:cNvPr>
          <p:cNvSpPr>
            <a:spLocks noGrp="1"/>
          </p:cNvSpPr>
          <p:nvPr>
            <p:ph type="subTitle" idx="1"/>
          </p:nvPr>
        </p:nvSpPr>
        <p:spPr>
          <a:xfrm>
            <a:off x="2088000" y="3345134"/>
            <a:ext cx="8016000" cy="1420219"/>
          </a:xfrm>
        </p:spPr>
        <p:txBody>
          <a:bodyPr/>
          <a:lstStyle/>
          <a:p>
            <a:r>
              <a:rPr lang="de-DE" b="1" dirty="0"/>
              <a:t>API Security </a:t>
            </a:r>
          </a:p>
          <a:p>
            <a:r>
              <a:rPr lang="de-DE" dirty="0"/>
              <a:t>Sicherheitsmechanismen in der modernen Marktkommunikation</a:t>
            </a:r>
          </a:p>
        </p:txBody>
      </p:sp>
      <p:sp>
        <p:nvSpPr>
          <p:cNvPr id="20" name="Rectangle 31">
            <a:extLst>
              <a:ext uri="{FF2B5EF4-FFF2-40B4-BE49-F238E27FC236}">
                <a16:creationId xmlns:a16="http://schemas.microsoft.com/office/drawing/2014/main" id="{8D19EC39-7111-F3AF-D954-4AF4D10E1088}"/>
              </a:ext>
            </a:extLst>
          </p:cNvPr>
          <p:cNvSpPr/>
          <p:nvPr/>
        </p:nvSpPr>
        <p:spPr>
          <a:xfrm>
            <a:off x="490959" y="2372883"/>
            <a:ext cx="11702264" cy="2784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8000" rIns="0" bIns="48000" rtlCol="0" anchor="t">
            <a:noAutofit/>
          </a:bodyPr>
          <a:lstStyle/>
          <a:p>
            <a:pPr>
              <a:defRPr/>
            </a:pPr>
            <a:endParaRPr lang="de-DE" sz="1867" dirty="0">
              <a:solidFill>
                <a:schemeClr val="tx1"/>
              </a:solidFill>
            </a:endParaRPr>
          </a:p>
          <a:p>
            <a:pPr>
              <a:defRPr/>
            </a:pPr>
            <a:endParaRPr lang="de-DE" sz="1867" i="1" dirty="0">
              <a:solidFill>
                <a:schemeClr val="tx1"/>
              </a:solidFill>
              <a:ea typeface="+mn-lt"/>
              <a:cs typeface="+mn-lt"/>
            </a:endParaRPr>
          </a:p>
          <a:p>
            <a:pPr>
              <a:defRPr/>
            </a:pPr>
            <a:endParaRPr lang="de-DE" sz="1867" dirty="0">
              <a:solidFill>
                <a:schemeClr val="tx1"/>
              </a:solidFill>
              <a:ea typeface="+mn-lt"/>
              <a:cs typeface="+mn-lt"/>
            </a:endParaRPr>
          </a:p>
          <a:p>
            <a:pPr>
              <a:defRPr/>
            </a:pPr>
            <a:endParaRPr lang="de-DE" sz="1867" dirty="0">
              <a:solidFill>
                <a:schemeClr val="tx1"/>
              </a:solidFill>
              <a:ea typeface="+mn-lt"/>
              <a:cs typeface="+mn-lt"/>
            </a:endParaRPr>
          </a:p>
        </p:txBody>
      </p:sp>
      <p:sp>
        <p:nvSpPr>
          <p:cNvPr id="15" name="Slide Number Placeholder 3">
            <a:extLst>
              <a:ext uri="{FF2B5EF4-FFF2-40B4-BE49-F238E27FC236}">
                <a16:creationId xmlns:a16="http://schemas.microsoft.com/office/drawing/2014/main" id="{6F2629F7-DD80-7846-7B44-B6A99F86AF0B}"/>
              </a:ext>
            </a:extLst>
          </p:cNvPr>
          <p:cNvSpPr txBox="1">
            <a:spLocks/>
          </p:cNvSpPr>
          <p:nvPr/>
        </p:nvSpPr>
        <p:spPr>
          <a:xfrm>
            <a:off x="11333801" y="6216000"/>
            <a:ext cx="364800" cy="192000"/>
          </a:xfrm>
          <a:prstGeom prst="rect">
            <a:avLst/>
          </a:prstGeom>
        </p:spPr>
        <p:txBody>
          <a:bodyPr vert="horz" lIns="0" tIns="0" rIns="0" bIns="0" rtlCol="0" anchor="t" anchorCtr="0">
            <a:noAutofit/>
          </a:bodyPr>
          <a:lstStyle>
            <a:defPPr>
              <a:defRPr lang="de-DE"/>
            </a:defPPr>
            <a:lvl1pPr marL="0" algn="r" defTabSz="914400" rtl="0" eaLnBrk="1" latinLnBrk="0" hangingPunct="1">
              <a:lnSpc>
                <a:spcPts val="1125"/>
              </a:lnSpc>
              <a:defRPr kumimoji="0" lang="de-DE" sz="900" b="0" i="0" u="none" kern="1200" baseline="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3C795C4-4A26-412B-AA90-98E97FF83D41}" type="slidenum">
              <a:rPr lang="de-DE" sz="1200"/>
              <a:pPr/>
              <a:t>1</a:t>
            </a:fld>
            <a:endParaRPr lang="de-DE" sz="1200"/>
          </a:p>
        </p:txBody>
      </p:sp>
    </p:spTree>
    <p:extLst>
      <p:ext uri="{BB962C8B-B14F-4D97-AF65-F5344CB8AC3E}">
        <p14:creationId xmlns:p14="http://schemas.microsoft.com/office/powerpoint/2010/main" val="1761227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8EBC25-9288-95C5-60A9-E50CF3A2FE60}"/>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61B4DF8D-2B77-3F28-E7D3-5D214B40FAF7}"/>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BBA13BCC-1F6B-EE59-135E-377A63184760}"/>
              </a:ext>
            </a:extLst>
          </p:cNvPr>
          <p:cNvSpPr txBox="1"/>
          <p:nvPr/>
        </p:nvSpPr>
        <p:spPr>
          <a:xfrm>
            <a:off x="1023656" y="653357"/>
            <a:ext cx="8370240" cy="830997"/>
          </a:xfrm>
          <a:prstGeom prst="rect">
            <a:avLst/>
          </a:prstGeom>
          <a:noFill/>
        </p:spPr>
        <p:txBody>
          <a:bodyPr wrap="none" rtlCol="0">
            <a:spAutoFit/>
          </a:bodyPr>
          <a:lstStyle/>
          <a:p>
            <a:r>
              <a:rPr lang="de-DE" sz="2400" b="1" dirty="0"/>
              <a:t>API Signaturen und Verschlüsselung in der Marktkommunikation </a:t>
            </a:r>
            <a:br>
              <a:rPr lang="de-DE" sz="2400" b="1" dirty="0"/>
            </a:br>
            <a:r>
              <a:rPr lang="de-DE" sz="2400" b="1" dirty="0"/>
              <a:t>(Anforderungen) </a:t>
            </a:r>
          </a:p>
        </p:txBody>
      </p:sp>
      <p:sp>
        <p:nvSpPr>
          <p:cNvPr id="3" name="Textfeld 2">
            <a:extLst>
              <a:ext uri="{FF2B5EF4-FFF2-40B4-BE49-F238E27FC236}">
                <a16:creationId xmlns:a16="http://schemas.microsoft.com/office/drawing/2014/main" id="{55967512-7D43-7C7B-C460-F6D1B818CD9D}"/>
              </a:ext>
            </a:extLst>
          </p:cNvPr>
          <p:cNvSpPr txBox="1"/>
          <p:nvPr/>
        </p:nvSpPr>
        <p:spPr>
          <a:xfrm>
            <a:off x="1063285" y="1783671"/>
            <a:ext cx="8000000" cy="4524315"/>
          </a:xfrm>
          <a:prstGeom prst="rect">
            <a:avLst/>
          </a:prstGeom>
          <a:noFill/>
        </p:spPr>
        <p:txBody>
          <a:bodyPr wrap="square" rtlCol="0">
            <a:spAutoFit/>
          </a:bodyPr>
          <a:lstStyle/>
          <a:p>
            <a:pPr marL="285750" indent="-285750">
              <a:buFont typeface="Arial" panose="020B0604020202020204" pitchFamily="34" charset="0"/>
              <a:buChar char="•"/>
            </a:pPr>
            <a:r>
              <a:rPr lang="de-DE" dirty="0"/>
              <a:t>Ausschließliche Verwendung von IETF-RFC-Standards (State-of-the-Art)</a:t>
            </a:r>
          </a:p>
          <a:p>
            <a:pPr marL="285750" indent="-285750">
              <a:buFont typeface="Arial" panose="020B0604020202020204" pitchFamily="34" charset="0"/>
              <a:buChar char="•"/>
            </a:pPr>
            <a:r>
              <a:rPr lang="de-DE" dirty="0"/>
              <a:t>Trennung von Payload-Sicherung und Transportabsicherung (Defense-in-Depth) Hinweis: Die Anforderungen für die SM-PKI sind für die APIs noch nicht umgesetzt</a:t>
            </a:r>
          </a:p>
          <a:p>
            <a:pPr marL="285750" indent="-285750">
              <a:buFont typeface="Arial" panose="020B0604020202020204" pitchFamily="34" charset="0"/>
              <a:buChar char="•"/>
            </a:pPr>
            <a:r>
              <a:rPr lang="de-DE" dirty="0"/>
              <a:t>Moderne, nachhaltige Architektur – modularer Aufbau, Algorithmen austauschbar (Crypto-Agility, RFC 7517)</a:t>
            </a:r>
          </a:p>
          <a:p>
            <a:pPr marL="285750" indent="-285750">
              <a:buFont typeface="Arial" panose="020B0604020202020204" pitchFamily="34" charset="0"/>
              <a:buChar char="•"/>
            </a:pPr>
            <a:r>
              <a:rPr lang="de-DE" dirty="0"/>
              <a:t>Breite Bibliotheksunterstützung (Java, Python, .NET, Go, Rust)</a:t>
            </a:r>
          </a:p>
          <a:p>
            <a:pPr marL="285750" indent="-285750">
              <a:buFont typeface="Arial" panose="020B0604020202020204" pitchFamily="34" charset="0"/>
              <a:buChar char="•"/>
            </a:pPr>
            <a:r>
              <a:rPr lang="de-DE" dirty="0"/>
              <a:t>REST-kompatibel und HTTP/2-nativ (RFC 9113)</a:t>
            </a:r>
          </a:p>
          <a:p>
            <a:pPr marL="285750" indent="-285750">
              <a:buFont typeface="Arial" panose="020B0604020202020204" pitchFamily="34" charset="0"/>
              <a:buChar char="•"/>
            </a:pPr>
            <a:r>
              <a:rPr lang="de-DE" dirty="0"/>
              <a:t>NIS2-konform (EU 2022/2555, Art. 21 Abs. 2: Kryptografie und Verschlüsselung)</a:t>
            </a:r>
          </a:p>
          <a:p>
            <a:pPr marL="285750" indent="-285750">
              <a:buFont typeface="Arial" panose="020B0604020202020204" pitchFamily="34" charset="0"/>
              <a:buChar char="•"/>
            </a:pPr>
            <a:r>
              <a:rPr lang="de-DE" dirty="0"/>
              <a:t>ENISA-Empfehlungen und eIDAS 2.0 (EU 910/2014 rev.) kompatibel</a:t>
            </a:r>
          </a:p>
          <a:p>
            <a:pPr marL="285750" indent="-285750">
              <a:buFont typeface="Arial" panose="020B0604020202020204" pitchFamily="34" charset="0"/>
              <a:buChar char="•"/>
            </a:pPr>
            <a:r>
              <a:rPr lang="de-DE" dirty="0">
                <a:solidFill>
                  <a:srgbClr val="000000"/>
                </a:solidFill>
              </a:rPr>
              <a:t>Teilnehmer der SM-PKI (gemäß </a:t>
            </a:r>
            <a:r>
              <a:rPr lang="de-DE" dirty="0" err="1">
                <a:solidFill>
                  <a:srgbClr val="000000"/>
                </a:solidFill>
              </a:rPr>
              <a:t>MsbG</a:t>
            </a:r>
            <a:r>
              <a:rPr lang="de-DE" dirty="0">
                <a:solidFill>
                  <a:srgbClr val="000000"/>
                </a:solidFill>
              </a:rPr>
              <a:t>)</a:t>
            </a:r>
          </a:p>
          <a:p>
            <a:pPr marL="285750" indent="-285750">
              <a:buFont typeface="Arial" panose="020B0604020202020204" pitchFamily="34" charset="0"/>
              <a:buChar char="•"/>
            </a:pPr>
            <a:r>
              <a:rPr lang="de-DE" dirty="0"/>
              <a:t>KRITIS-konform gem. BSI-Gesetz §8a sowie KRITIS-</a:t>
            </a:r>
            <a:r>
              <a:rPr lang="de-DE" dirty="0" err="1"/>
              <a:t>DachG</a:t>
            </a:r>
            <a:r>
              <a:rPr lang="de-DE" dirty="0"/>
              <a:t> (2024)</a:t>
            </a:r>
          </a:p>
          <a:p>
            <a:pPr marL="285750" indent="-285750">
              <a:buFont typeface="Arial" panose="020B0604020202020204" pitchFamily="34" charset="0"/>
              <a:buChar char="•"/>
            </a:pPr>
            <a:endParaRPr lang="de-DE" dirty="0">
              <a:solidFill>
                <a:srgbClr val="000000"/>
              </a:solidFill>
            </a:endParaRPr>
          </a:p>
          <a:p>
            <a:r>
              <a:rPr lang="de-DE" dirty="0">
                <a:solidFill>
                  <a:srgbClr val="000000"/>
                </a:solidFill>
              </a:rPr>
              <a:t>ToDo: In rechtliche und technische Anforderungen aufteilen (</a:t>
            </a:r>
            <a:r>
              <a:rPr lang="de-DE" dirty="0" err="1">
                <a:solidFill>
                  <a:srgbClr val="000000"/>
                </a:solidFill>
              </a:rPr>
              <a:t>drop</a:t>
            </a:r>
            <a:r>
              <a:rPr lang="de-DE" dirty="0">
                <a:solidFill>
                  <a:srgbClr val="000000"/>
                </a:solidFill>
              </a:rPr>
              <a:t>-down), inkl. heute optional</a:t>
            </a:r>
          </a:p>
        </p:txBody>
      </p:sp>
      <p:sp>
        <p:nvSpPr>
          <p:cNvPr id="5" name="Textfeld 4">
            <a:extLst>
              <a:ext uri="{FF2B5EF4-FFF2-40B4-BE49-F238E27FC236}">
                <a16:creationId xmlns:a16="http://schemas.microsoft.com/office/drawing/2014/main" id="{D3C4F671-710D-0E42-E740-7A6069561689}"/>
              </a:ext>
            </a:extLst>
          </p:cNvPr>
          <p:cNvSpPr txBox="1"/>
          <p:nvPr/>
        </p:nvSpPr>
        <p:spPr>
          <a:xfrm rot="19879832">
            <a:off x="4412779" y="391865"/>
            <a:ext cx="5848794" cy="1569660"/>
          </a:xfrm>
          <a:prstGeom prst="rect">
            <a:avLst/>
          </a:prstGeom>
          <a:noFill/>
        </p:spPr>
        <p:txBody>
          <a:bodyPr wrap="square" rtlCol="0">
            <a:spAutoFit/>
          </a:bodyPr>
          <a:lstStyle/>
          <a:p>
            <a:r>
              <a:rPr lang="de-DE" sz="9600" b="1" dirty="0">
                <a:solidFill>
                  <a:srgbClr val="FF0000"/>
                </a:solidFill>
              </a:rPr>
              <a:t>Alte Folie</a:t>
            </a:r>
          </a:p>
        </p:txBody>
      </p:sp>
    </p:spTree>
    <p:extLst>
      <p:ext uri="{BB962C8B-B14F-4D97-AF65-F5344CB8AC3E}">
        <p14:creationId xmlns:p14="http://schemas.microsoft.com/office/powerpoint/2010/main" val="3115069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46416-688B-2373-34A0-8B907E926361}"/>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E9C7D3E9-38A5-A310-1D0B-E1CF9865C728}"/>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71922EE9-7EE9-1CE0-91BF-12995886CF08}"/>
              </a:ext>
            </a:extLst>
          </p:cNvPr>
          <p:cNvSpPr txBox="1"/>
          <p:nvPr/>
        </p:nvSpPr>
        <p:spPr>
          <a:xfrm>
            <a:off x="1023656" y="653357"/>
            <a:ext cx="8370240" cy="830997"/>
          </a:xfrm>
          <a:prstGeom prst="rect">
            <a:avLst/>
          </a:prstGeom>
          <a:noFill/>
        </p:spPr>
        <p:txBody>
          <a:bodyPr wrap="none" rtlCol="0">
            <a:spAutoFit/>
          </a:bodyPr>
          <a:lstStyle/>
          <a:p>
            <a:r>
              <a:rPr lang="de-DE" sz="2400" b="1" dirty="0"/>
              <a:t>API Signaturen und Verschlüsselung in der Marktkommunikation </a:t>
            </a:r>
            <a:br>
              <a:rPr lang="de-DE" sz="2400" b="1" dirty="0"/>
            </a:br>
            <a:r>
              <a:rPr lang="de-DE" sz="2400" b="1" dirty="0"/>
              <a:t>Anforderungen</a:t>
            </a:r>
          </a:p>
        </p:txBody>
      </p:sp>
      <p:sp>
        <p:nvSpPr>
          <p:cNvPr id="3" name="Textfeld 2">
            <a:extLst>
              <a:ext uri="{FF2B5EF4-FFF2-40B4-BE49-F238E27FC236}">
                <a16:creationId xmlns:a16="http://schemas.microsoft.com/office/drawing/2014/main" id="{8609D92C-9A1A-A63A-B544-2668A80AC2E5}"/>
              </a:ext>
            </a:extLst>
          </p:cNvPr>
          <p:cNvSpPr txBox="1"/>
          <p:nvPr/>
        </p:nvSpPr>
        <p:spPr>
          <a:xfrm>
            <a:off x="1063284" y="1783671"/>
            <a:ext cx="8762203" cy="5078313"/>
          </a:xfrm>
          <a:prstGeom prst="rect">
            <a:avLst/>
          </a:prstGeom>
          <a:noFill/>
        </p:spPr>
        <p:txBody>
          <a:bodyPr wrap="square" rtlCol="0">
            <a:spAutoFit/>
          </a:bodyPr>
          <a:lstStyle/>
          <a:p>
            <a:r>
              <a:rPr lang="de-DE" b="1" dirty="0"/>
              <a:t>Rechtliche Anforderungen</a:t>
            </a:r>
          </a:p>
          <a:p>
            <a:pPr marL="285750" indent="-285750">
              <a:buFont typeface="Arial" panose="020B0604020202020204" pitchFamily="34" charset="0"/>
              <a:buChar char="•"/>
            </a:pPr>
            <a:r>
              <a:rPr lang="de-DE" dirty="0">
                <a:solidFill>
                  <a:srgbClr val="000000"/>
                </a:solidFill>
              </a:rPr>
              <a:t>Teilnehmer der SM-PKI (gemäß MsbG).</a:t>
            </a:r>
          </a:p>
          <a:p>
            <a:pPr marL="285750" indent="-285750">
              <a:buFont typeface="Arial" panose="020B0604020202020204" pitchFamily="34" charset="0"/>
              <a:buChar char="•"/>
            </a:pPr>
            <a:r>
              <a:rPr lang="de-DE" dirty="0"/>
              <a:t>Trennung von Payload-Sicherung und Transportabsicherung (Defense-in-Depth). </a:t>
            </a:r>
            <a:br>
              <a:rPr lang="de-DE" dirty="0"/>
            </a:br>
            <a:r>
              <a:rPr lang="de-DE" dirty="0">
                <a:sym typeface="Wingdings" panose="05000000000000000000" pitchFamily="2" charset="2"/>
              </a:rPr>
              <a:t> </a:t>
            </a:r>
            <a:r>
              <a:rPr lang="de-DE" dirty="0"/>
              <a:t>Hinweis: Die Anforderungen der SM-PKI sind für die APIs noch nicht umgesetzt (Informelles BSI Agreement </a:t>
            </a:r>
            <a:r>
              <a:rPr lang="de-DE" i="1" dirty="0"/>
              <a:t>2022 für „Mikro-Nachrichten“ übergangsweise</a:t>
            </a:r>
            <a:r>
              <a:rPr lang="de-DE" dirty="0"/>
              <a:t>).</a:t>
            </a:r>
            <a:br>
              <a:rPr lang="de-DE" dirty="0"/>
            </a:br>
            <a:endParaRPr lang="de-DE" dirty="0"/>
          </a:p>
          <a:p>
            <a:pPr lvl="1"/>
            <a:r>
              <a:rPr lang="de-DE" i="1" dirty="0"/>
              <a:t>Zukünftige rechtliche Anforderungen</a:t>
            </a:r>
          </a:p>
          <a:p>
            <a:pPr marL="742950" lvl="1" indent="-285750">
              <a:buFont typeface="Arial" panose="020B0604020202020204" pitchFamily="34" charset="0"/>
              <a:buChar char="•"/>
            </a:pPr>
            <a:r>
              <a:rPr lang="de-DE" dirty="0"/>
              <a:t>NIS2-konform (EU 2022/2555, Art. 21 Abs. 2: Kryptografie und Verschlüsselung)</a:t>
            </a:r>
          </a:p>
          <a:p>
            <a:pPr marL="742950" lvl="1" indent="-285750">
              <a:buFont typeface="Arial" panose="020B0604020202020204" pitchFamily="34" charset="0"/>
              <a:buChar char="•"/>
            </a:pPr>
            <a:r>
              <a:rPr lang="de-DE" dirty="0"/>
              <a:t>ENISA-Empfehlungen und </a:t>
            </a:r>
            <a:r>
              <a:rPr lang="de-DE" dirty="0" err="1"/>
              <a:t>eIDAS</a:t>
            </a:r>
            <a:r>
              <a:rPr lang="de-DE" dirty="0"/>
              <a:t> 2.0 (EU 910/2014 </a:t>
            </a:r>
            <a:r>
              <a:rPr lang="de-DE" dirty="0" err="1"/>
              <a:t>rev</a:t>
            </a:r>
            <a:r>
              <a:rPr lang="de-DE" dirty="0"/>
              <a:t>.) kompatibel</a:t>
            </a:r>
          </a:p>
          <a:p>
            <a:pPr marL="742950" lvl="1" indent="-285750">
              <a:buFont typeface="Arial" panose="020B0604020202020204" pitchFamily="34" charset="0"/>
              <a:buChar char="•"/>
            </a:pPr>
            <a:r>
              <a:rPr lang="de-DE" dirty="0"/>
              <a:t>KRITIS-konform gem. BSI-Gesetz §8a sowie KRITIS-</a:t>
            </a:r>
            <a:r>
              <a:rPr lang="de-DE" dirty="0" err="1"/>
              <a:t>DachG</a:t>
            </a:r>
            <a:r>
              <a:rPr lang="de-DE" dirty="0"/>
              <a:t> (2024)</a:t>
            </a:r>
          </a:p>
          <a:p>
            <a:endParaRPr lang="de-DE" dirty="0"/>
          </a:p>
          <a:p>
            <a:r>
              <a:rPr lang="de-DE" b="1" dirty="0"/>
              <a:t>Technische Anforderungen</a:t>
            </a:r>
          </a:p>
          <a:p>
            <a:pPr marL="285750" indent="-285750">
              <a:buFont typeface="Arial" panose="020B0604020202020204" pitchFamily="34" charset="0"/>
              <a:buChar char="•"/>
            </a:pPr>
            <a:r>
              <a:rPr lang="de-DE" dirty="0"/>
              <a:t>Ausschließliche Verwendung von IETF-RFC-Standards (State-of-the-Art)</a:t>
            </a:r>
          </a:p>
          <a:p>
            <a:pPr marL="285750" indent="-285750">
              <a:buFont typeface="Arial" panose="020B0604020202020204" pitchFamily="34" charset="0"/>
              <a:buChar char="•"/>
            </a:pPr>
            <a:r>
              <a:rPr lang="de-DE" dirty="0"/>
              <a:t>Moderne, nachhaltige Architektur – modularer Aufbau, Algorithmen austauschbar (Crypto-Agility, RFC 7517)</a:t>
            </a:r>
          </a:p>
          <a:p>
            <a:pPr marL="285750" indent="-285750">
              <a:buFont typeface="Arial" panose="020B0604020202020204" pitchFamily="34" charset="0"/>
              <a:buChar char="•"/>
            </a:pPr>
            <a:r>
              <a:rPr lang="de-DE" dirty="0"/>
              <a:t>REST-kompatibel und HTTP/2-nativ (RFC 9113)</a:t>
            </a:r>
          </a:p>
          <a:p>
            <a:pPr marL="285750" indent="-285750">
              <a:buFont typeface="Arial" panose="020B0604020202020204" pitchFamily="34" charset="0"/>
              <a:buChar char="•"/>
            </a:pPr>
            <a:r>
              <a:rPr lang="de-DE" dirty="0"/>
              <a:t>Breite Bibliotheksunterstützung (Java, Python, .NET, Go, Rust)</a:t>
            </a:r>
          </a:p>
          <a:p>
            <a:endParaRPr lang="de-DE" dirty="0"/>
          </a:p>
        </p:txBody>
      </p:sp>
      <p:sp>
        <p:nvSpPr>
          <p:cNvPr id="5" name="Textfeld 4">
            <a:extLst>
              <a:ext uri="{FF2B5EF4-FFF2-40B4-BE49-F238E27FC236}">
                <a16:creationId xmlns:a16="http://schemas.microsoft.com/office/drawing/2014/main" id="{CA5EEBFE-9932-97B1-0431-83E129CA981B}"/>
              </a:ext>
            </a:extLst>
          </p:cNvPr>
          <p:cNvSpPr txBox="1"/>
          <p:nvPr/>
        </p:nvSpPr>
        <p:spPr>
          <a:xfrm rot="20889421">
            <a:off x="7487344" y="1311340"/>
            <a:ext cx="2394989" cy="307777"/>
          </a:xfrm>
          <a:prstGeom prst="rect">
            <a:avLst/>
          </a:prstGeom>
          <a:noFill/>
        </p:spPr>
        <p:txBody>
          <a:bodyPr wrap="square" rtlCol="0">
            <a:spAutoFit/>
          </a:bodyPr>
          <a:lstStyle/>
          <a:p>
            <a:r>
              <a:rPr lang="de-DE" sz="1400" b="1" dirty="0">
                <a:solidFill>
                  <a:srgbClr val="FF0000"/>
                </a:solidFill>
              </a:rPr>
              <a:t>Folie Zeilenweise aufklappen</a:t>
            </a:r>
          </a:p>
        </p:txBody>
      </p:sp>
    </p:spTree>
    <p:extLst>
      <p:ext uri="{BB962C8B-B14F-4D97-AF65-F5344CB8AC3E}">
        <p14:creationId xmlns:p14="http://schemas.microsoft.com/office/powerpoint/2010/main" val="3039193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89FA6-00A6-2FAF-E274-D2E289F65CDC}"/>
            </a:ext>
          </a:extLst>
        </p:cNvPr>
        <p:cNvGrpSpPr/>
        <p:nvPr/>
      </p:nvGrpSpPr>
      <p:grpSpPr>
        <a:xfrm>
          <a:off x="0" y="0"/>
          <a:ext cx="0" cy="0"/>
          <a:chOff x="0" y="0"/>
          <a:chExt cx="0" cy="0"/>
        </a:xfrm>
      </p:grpSpPr>
      <p:sp>
        <p:nvSpPr>
          <p:cNvPr id="25" name="Rechteck 24">
            <a:extLst>
              <a:ext uri="{FF2B5EF4-FFF2-40B4-BE49-F238E27FC236}">
                <a16:creationId xmlns:a16="http://schemas.microsoft.com/office/drawing/2014/main" id="{844D7F94-DAC7-FB64-7693-12D687C35909}"/>
              </a:ext>
            </a:extLst>
          </p:cNvPr>
          <p:cNvSpPr/>
          <p:nvPr/>
        </p:nvSpPr>
        <p:spPr>
          <a:xfrm>
            <a:off x="3514549" y="3183272"/>
            <a:ext cx="3040308" cy="2495358"/>
          </a:xfrm>
          <a:prstGeom prst="rect">
            <a:avLst/>
          </a:prstGeom>
          <a:solidFill>
            <a:schemeClr val="bg1">
              <a:lumMod val="50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HTTP/2 Transport</a:t>
            </a:r>
          </a:p>
        </p:txBody>
      </p:sp>
      <p:sp>
        <p:nvSpPr>
          <p:cNvPr id="24" name="Rechteck 23">
            <a:extLst>
              <a:ext uri="{FF2B5EF4-FFF2-40B4-BE49-F238E27FC236}">
                <a16:creationId xmlns:a16="http://schemas.microsoft.com/office/drawing/2014/main" id="{AE78A14C-F981-58CD-3E7F-D66C1251CD6B}"/>
              </a:ext>
            </a:extLst>
          </p:cNvPr>
          <p:cNvSpPr/>
          <p:nvPr/>
        </p:nvSpPr>
        <p:spPr>
          <a:xfrm>
            <a:off x="3812007" y="3537523"/>
            <a:ext cx="2434559" cy="1937858"/>
          </a:xfrm>
          <a:prstGeom prst="rect">
            <a:avLst/>
          </a:prstGeom>
          <a:solidFill>
            <a:schemeClr val="bg1">
              <a:lumMod val="6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HTTP-Signatur</a:t>
            </a:r>
          </a:p>
        </p:txBody>
      </p:sp>
      <p:sp>
        <p:nvSpPr>
          <p:cNvPr id="21" name="Rechteck 20">
            <a:extLst>
              <a:ext uri="{FF2B5EF4-FFF2-40B4-BE49-F238E27FC236}">
                <a16:creationId xmlns:a16="http://schemas.microsoft.com/office/drawing/2014/main" id="{22D4E7C8-8CDC-BE8A-A82E-F6E19A02EC5F}"/>
              </a:ext>
            </a:extLst>
          </p:cNvPr>
          <p:cNvSpPr/>
          <p:nvPr/>
        </p:nvSpPr>
        <p:spPr>
          <a:xfrm>
            <a:off x="4140290" y="3864693"/>
            <a:ext cx="1813006" cy="1417741"/>
          </a:xfrm>
          <a:prstGeom prst="rect">
            <a:avLst/>
          </a:prstGeom>
          <a:solidFill>
            <a:schemeClr val="bg1">
              <a:lumMod val="7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Content-Digest</a:t>
            </a:r>
          </a:p>
        </p:txBody>
      </p:sp>
      <p:sp>
        <p:nvSpPr>
          <p:cNvPr id="4" name="Datumsplatzhalter 3" hidden="1">
            <a:extLst>
              <a:ext uri="{FF2B5EF4-FFF2-40B4-BE49-F238E27FC236}">
                <a16:creationId xmlns:a16="http://schemas.microsoft.com/office/drawing/2014/main" id="{D29FBD54-7EB2-3A51-F38B-B06CFE862729}"/>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DCF8686C-B946-3DD5-9B94-9BD5D813E1F4}"/>
              </a:ext>
            </a:extLst>
          </p:cNvPr>
          <p:cNvSpPr txBox="1"/>
          <p:nvPr/>
        </p:nvSpPr>
        <p:spPr>
          <a:xfrm>
            <a:off x="981110" y="453408"/>
            <a:ext cx="8907236" cy="830997"/>
          </a:xfrm>
          <a:prstGeom prst="rect">
            <a:avLst/>
          </a:prstGeom>
          <a:noFill/>
        </p:spPr>
        <p:txBody>
          <a:bodyPr wrap="square" rtlCol="0">
            <a:spAutoFit/>
          </a:bodyPr>
          <a:lstStyle/>
          <a:p>
            <a:r>
              <a:rPr lang="de-DE" sz="2400" b="1" dirty="0"/>
              <a:t>Umfängliche Betrachtung aller notwendiger Sicherungs-mechanismen als integriertes Gesamtkonzept (1/2)</a:t>
            </a:r>
          </a:p>
        </p:txBody>
      </p:sp>
      <p:sp>
        <p:nvSpPr>
          <p:cNvPr id="5" name="Rechteck 4">
            <a:extLst>
              <a:ext uri="{FF2B5EF4-FFF2-40B4-BE49-F238E27FC236}">
                <a16:creationId xmlns:a16="http://schemas.microsoft.com/office/drawing/2014/main" id="{1D2406C2-FF09-D4C4-BBFD-E1CC79FBBAAE}"/>
              </a:ext>
            </a:extLst>
          </p:cNvPr>
          <p:cNvSpPr/>
          <p:nvPr/>
        </p:nvSpPr>
        <p:spPr>
          <a:xfrm>
            <a:off x="4399237" y="4174254"/>
            <a:ext cx="1283515" cy="932012"/>
          </a:xfrm>
          <a:prstGeom prst="rect">
            <a:avLst/>
          </a:prstGeom>
          <a:solidFill>
            <a:schemeClr val="bg1">
              <a:lumMod val="8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Verschlüsselung</a:t>
            </a:r>
          </a:p>
        </p:txBody>
      </p:sp>
      <p:sp>
        <p:nvSpPr>
          <p:cNvPr id="3" name="Rechteck 2">
            <a:extLst>
              <a:ext uri="{FF2B5EF4-FFF2-40B4-BE49-F238E27FC236}">
                <a16:creationId xmlns:a16="http://schemas.microsoft.com/office/drawing/2014/main" id="{93327788-D833-1292-0555-16D708C8E43F}"/>
              </a:ext>
            </a:extLst>
          </p:cNvPr>
          <p:cNvSpPr/>
          <p:nvPr/>
        </p:nvSpPr>
        <p:spPr>
          <a:xfrm>
            <a:off x="4629934" y="4430951"/>
            <a:ext cx="830510" cy="528506"/>
          </a:xfrm>
          <a:prstGeom prst="rect">
            <a:avLst/>
          </a:prstGeom>
          <a:solidFill>
            <a:schemeClr val="bg1"/>
          </a:solidFill>
          <a:scene3d>
            <a:camera prst="orthographicFront">
              <a:rot lat="0" lon="0" rev="0"/>
            </a:camera>
            <a:lightRig rig="threePt" dir="t">
              <a:rot lat="0" lon="0" rev="1200000"/>
            </a:lightRig>
          </a:scene3d>
          <a:sp3d>
            <a:bevelT w="63500" h="25400" prst="softRound"/>
          </a:sp3d>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000" dirty="0">
                <a:solidFill>
                  <a:schemeClr val="accent1"/>
                </a:solidFill>
              </a:rPr>
              <a:t>Payload Signatur</a:t>
            </a:r>
          </a:p>
        </p:txBody>
      </p:sp>
      <p:cxnSp>
        <p:nvCxnSpPr>
          <p:cNvPr id="10" name="Gerader Verbinder 9">
            <a:extLst>
              <a:ext uri="{FF2B5EF4-FFF2-40B4-BE49-F238E27FC236}">
                <a16:creationId xmlns:a16="http://schemas.microsoft.com/office/drawing/2014/main" id="{5E3B5CEE-7959-D282-60B7-59D90FED6CEC}"/>
              </a:ext>
            </a:extLst>
          </p:cNvPr>
          <p:cNvCxnSpPr>
            <a:cxnSpLocks/>
          </p:cNvCxnSpPr>
          <p:nvPr/>
        </p:nvCxnSpPr>
        <p:spPr>
          <a:xfrm>
            <a:off x="5460444" y="4959457"/>
            <a:ext cx="151001" cy="8389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AE4D489C-1ABE-6686-99D2-203B44FC0C51}"/>
              </a:ext>
            </a:extLst>
          </p:cNvPr>
          <p:cNvCxnSpPr>
            <a:cxnSpLocks/>
          </p:cNvCxnSpPr>
          <p:nvPr/>
        </p:nvCxnSpPr>
        <p:spPr>
          <a:xfrm flipV="1">
            <a:off x="5460444" y="3183272"/>
            <a:ext cx="1094413" cy="124767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90832EA0-5887-2499-2DB5-0BDD71D419C0}"/>
              </a:ext>
            </a:extLst>
          </p:cNvPr>
          <p:cNvCxnSpPr>
            <a:cxnSpLocks/>
          </p:cNvCxnSpPr>
          <p:nvPr/>
        </p:nvCxnSpPr>
        <p:spPr>
          <a:xfrm>
            <a:off x="3514549" y="3211079"/>
            <a:ext cx="1115385" cy="121987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EC0E0A76-2743-092D-D4DD-9B3F723DE37F}"/>
              </a:ext>
            </a:extLst>
          </p:cNvPr>
          <p:cNvCxnSpPr>
            <a:cxnSpLocks/>
          </p:cNvCxnSpPr>
          <p:nvPr/>
        </p:nvCxnSpPr>
        <p:spPr>
          <a:xfrm flipV="1">
            <a:off x="4478933" y="4950369"/>
            <a:ext cx="173728" cy="9297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1A7C6633-BFE9-29AB-81F9-CC6B2AE99E3D}"/>
              </a:ext>
            </a:extLst>
          </p:cNvPr>
          <p:cNvCxnSpPr>
            <a:cxnSpLocks/>
          </p:cNvCxnSpPr>
          <p:nvPr/>
        </p:nvCxnSpPr>
        <p:spPr>
          <a:xfrm flipV="1">
            <a:off x="4176929" y="5106266"/>
            <a:ext cx="222308" cy="121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F9244E10-B904-0513-16D9-8B0E1CA4D804}"/>
              </a:ext>
            </a:extLst>
          </p:cNvPr>
          <p:cNvCxnSpPr>
            <a:cxnSpLocks/>
          </p:cNvCxnSpPr>
          <p:nvPr/>
        </p:nvCxnSpPr>
        <p:spPr>
          <a:xfrm flipH="1" flipV="1">
            <a:off x="5682752" y="5106266"/>
            <a:ext cx="222308" cy="121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D50C2B3F-C742-E583-BFC8-1CDE0F6A979B}"/>
              </a:ext>
            </a:extLst>
          </p:cNvPr>
          <p:cNvCxnSpPr>
            <a:cxnSpLocks/>
          </p:cNvCxnSpPr>
          <p:nvPr/>
        </p:nvCxnSpPr>
        <p:spPr>
          <a:xfrm flipH="1" flipV="1">
            <a:off x="5953296" y="5276476"/>
            <a:ext cx="250557" cy="1465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AF51348B-7C09-E22E-FE05-6CDB913517B9}"/>
              </a:ext>
            </a:extLst>
          </p:cNvPr>
          <p:cNvCxnSpPr>
            <a:cxnSpLocks/>
          </p:cNvCxnSpPr>
          <p:nvPr/>
        </p:nvCxnSpPr>
        <p:spPr>
          <a:xfrm flipH="1" flipV="1">
            <a:off x="6246566" y="5475381"/>
            <a:ext cx="261094" cy="15320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880F6EB2-73FA-8B9D-7FFB-D13D748FA6FF}"/>
              </a:ext>
            </a:extLst>
          </p:cNvPr>
          <p:cNvCxnSpPr>
            <a:cxnSpLocks/>
          </p:cNvCxnSpPr>
          <p:nvPr/>
        </p:nvCxnSpPr>
        <p:spPr>
          <a:xfrm flipV="1">
            <a:off x="3862751" y="5276476"/>
            <a:ext cx="277539" cy="1465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300B4844-D15C-7722-EDB0-8892E1E7E189}"/>
              </a:ext>
            </a:extLst>
          </p:cNvPr>
          <p:cNvCxnSpPr>
            <a:cxnSpLocks/>
          </p:cNvCxnSpPr>
          <p:nvPr/>
        </p:nvCxnSpPr>
        <p:spPr>
          <a:xfrm flipV="1">
            <a:off x="3567647" y="5472402"/>
            <a:ext cx="244360" cy="15618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feld 6">
            <a:extLst>
              <a:ext uri="{FF2B5EF4-FFF2-40B4-BE49-F238E27FC236}">
                <a16:creationId xmlns:a16="http://schemas.microsoft.com/office/drawing/2014/main" id="{3FA3D4F6-6085-9D50-C567-0728808191AB}"/>
              </a:ext>
            </a:extLst>
          </p:cNvPr>
          <p:cNvSpPr txBox="1"/>
          <p:nvPr/>
        </p:nvSpPr>
        <p:spPr>
          <a:xfrm>
            <a:off x="1956126" y="2127377"/>
            <a:ext cx="6094562" cy="646331"/>
          </a:xfrm>
          <a:prstGeom prst="rect">
            <a:avLst/>
          </a:prstGeom>
          <a:noFill/>
        </p:spPr>
        <p:txBody>
          <a:bodyPr wrap="square">
            <a:spAutoFit/>
          </a:bodyPr>
          <a:lstStyle/>
          <a:p>
            <a:pPr algn="ctr"/>
            <a:r>
              <a:rPr lang="de-DE" sz="1800" dirty="0"/>
              <a:t>Es entsteht ein mehrfach gesichertes Modell in einer </a:t>
            </a:r>
            <a:br>
              <a:rPr lang="de-DE" sz="1800" dirty="0"/>
            </a:br>
            <a:r>
              <a:rPr lang="de-DE" sz="1800" dirty="0"/>
              <a:t>Zwiebelschicht-Sicherheits-Architektur</a:t>
            </a:r>
          </a:p>
        </p:txBody>
      </p:sp>
    </p:spTree>
    <p:extLst>
      <p:ext uri="{BB962C8B-B14F-4D97-AF65-F5344CB8AC3E}">
        <p14:creationId xmlns:p14="http://schemas.microsoft.com/office/powerpoint/2010/main" val="3791091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5DCEB-AF04-B50F-6890-159A491EFE0C}"/>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CE4E0894-BC61-2CDD-E9AC-19A950ADEA22}"/>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641CF225-DEBB-244F-A406-5C09C946DCFD}"/>
              </a:ext>
            </a:extLst>
          </p:cNvPr>
          <p:cNvSpPr txBox="1"/>
          <p:nvPr/>
        </p:nvSpPr>
        <p:spPr>
          <a:xfrm>
            <a:off x="967555" y="456732"/>
            <a:ext cx="8760581" cy="830997"/>
          </a:xfrm>
          <a:prstGeom prst="rect">
            <a:avLst/>
          </a:prstGeom>
          <a:noFill/>
        </p:spPr>
        <p:txBody>
          <a:bodyPr wrap="square" rtlCol="0">
            <a:spAutoFit/>
          </a:bodyPr>
          <a:lstStyle/>
          <a:p>
            <a:r>
              <a:rPr lang="de-DE" sz="2400" b="1" dirty="0"/>
              <a:t>Umfängliche Betrachtung aller notwendiger Sicherungs-mechanismen als integriertes Gesamtkonzept (2/2)</a:t>
            </a:r>
          </a:p>
        </p:txBody>
      </p:sp>
      <p:sp>
        <p:nvSpPr>
          <p:cNvPr id="6" name="Textfeld 5">
            <a:extLst>
              <a:ext uri="{FF2B5EF4-FFF2-40B4-BE49-F238E27FC236}">
                <a16:creationId xmlns:a16="http://schemas.microsoft.com/office/drawing/2014/main" id="{971C66CD-C2E8-D85B-DE10-5C066688B37C}"/>
              </a:ext>
            </a:extLst>
          </p:cNvPr>
          <p:cNvSpPr txBox="1"/>
          <p:nvPr/>
        </p:nvSpPr>
        <p:spPr>
          <a:xfrm>
            <a:off x="992051" y="1622415"/>
            <a:ext cx="7736052" cy="1754326"/>
          </a:xfrm>
          <a:prstGeom prst="rect">
            <a:avLst/>
          </a:prstGeom>
          <a:noFill/>
        </p:spPr>
        <p:txBody>
          <a:bodyPr wrap="square" rtlCol="0">
            <a:spAutoFit/>
          </a:bodyPr>
          <a:lstStyle/>
          <a:p>
            <a:r>
              <a:rPr lang="de-DE" dirty="0"/>
              <a:t>Zur gesicherten Übertragung von </a:t>
            </a:r>
            <a:r>
              <a:rPr lang="de-DE" dirty="0" err="1"/>
              <a:t>API‘s</a:t>
            </a:r>
            <a:r>
              <a:rPr lang="de-DE" dirty="0"/>
              <a:t> müssen mehrere Handlungsfelder betrachtet werden. Diese müssen als Gesamtheit und kompatibel zueinander umgesetzt werden. Eine Herauslösung einzelner Komponenten führt zu einer Vulnerabilität der gesamten Sicherheitskette. Folgende Sicherungsmaßnahmen sind in Sequenz durchzuführen:</a:t>
            </a:r>
          </a:p>
          <a:p>
            <a:pPr marL="342900" indent="-342900">
              <a:buFont typeface="+mj-lt"/>
              <a:buAutoNum type="arabicPeriod"/>
            </a:pPr>
            <a:endParaRPr lang="de-DE" dirty="0"/>
          </a:p>
        </p:txBody>
      </p:sp>
      <p:sp>
        <p:nvSpPr>
          <p:cNvPr id="3" name="Rechteck 2">
            <a:extLst>
              <a:ext uri="{FF2B5EF4-FFF2-40B4-BE49-F238E27FC236}">
                <a16:creationId xmlns:a16="http://schemas.microsoft.com/office/drawing/2014/main" id="{F20AA039-E5D4-E88F-B59D-2C95A0EA7E64}"/>
              </a:ext>
            </a:extLst>
          </p:cNvPr>
          <p:cNvSpPr/>
          <p:nvPr/>
        </p:nvSpPr>
        <p:spPr>
          <a:xfrm>
            <a:off x="9005032" y="658987"/>
            <a:ext cx="3040308" cy="2495358"/>
          </a:xfrm>
          <a:prstGeom prst="rect">
            <a:avLst/>
          </a:prstGeom>
          <a:solidFill>
            <a:schemeClr val="bg1">
              <a:lumMod val="50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HTTP/2 Transport</a:t>
            </a:r>
          </a:p>
        </p:txBody>
      </p:sp>
      <p:sp>
        <p:nvSpPr>
          <p:cNvPr id="5" name="Rechteck 4">
            <a:extLst>
              <a:ext uri="{FF2B5EF4-FFF2-40B4-BE49-F238E27FC236}">
                <a16:creationId xmlns:a16="http://schemas.microsoft.com/office/drawing/2014/main" id="{E425F525-D2E6-AA8B-DEE8-9AFFF9583087}"/>
              </a:ext>
            </a:extLst>
          </p:cNvPr>
          <p:cNvSpPr/>
          <p:nvPr/>
        </p:nvSpPr>
        <p:spPr>
          <a:xfrm>
            <a:off x="9302490" y="1013238"/>
            <a:ext cx="2434559" cy="1937858"/>
          </a:xfrm>
          <a:prstGeom prst="rect">
            <a:avLst/>
          </a:prstGeom>
          <a:solidFill>
            <a:schemeClr val="bg1">
              <a:lumMod val="6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HTTP-Signatur</a:t>
            </a:r>
          </a:p>
        </p:txBody>
      </p:sp>
      <p:sp>
        <p:nvSpPr>
          <p:cNvPr id="7" name="Rechteck 6">
            <a:extLst>
              <a:ext uri="{FF2B5EF4-FFF2-40B4-BE49-F238E27FC236}">
                <a16:creationId xmlns:a16="http://schemas.microsoft.com/office/drawing/2014/main" id="{7FB5321B-941D-4F3A-BF6B-DACBA3BA5CFF}"/>
              </a:ext>
            </a:extLst>
          </p:cNvPr>
          <p:cNvSpPr/>
          <p:nvPr/>
        </p:nvSpPr>
        <p:spPr>
          <a:xfrm>
            <a:off x="9630773" y="1340408"/>
            <a:ext cx="1813006" cy="1417741"/>
          </a:xfrm>
          <a:prstGeom prst="rect">
            <a:avLst/>
          </a:prstGeom>
          <a:solidFill>
            <a:schemeClr val="bg1">
              <a:lumMod val="7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Content-Digest</a:t>
            </a:r>
          </a:p>
        </p:txBody>
      </p:sp>
      <p:sp>
        <p:nvSpPr>
          <p:cNvPr id="8" name="Rechteck 7">
            <a:extLst>
              <a:ext uri="{FF2B5EF4-FFF2-40B4-BE49-F238E27FC236}">
                <a16:creationId xmlns:a16="http://schemas.microsoft.com/office/drawing/2014/main" id="{01805FA5-4AD1-30C5-1625-2BF6354B3118}"/>
              </a:ext>
            </a:extLst>
          </p:cNvPr>
          <p:cNvSpPr/>
          <p:nvPr/>
        </p:nvSpPr>
        <p:spPr>
          <a:xfrm>
            <a:off x="9889720" y="1649969"/>
            <a:ext cx="1283515" cy="932012"/>
          </a:xfrm>
          <a:prstGeom prst="rect">
            <a:avLst/>
          </a:prstGeom>
          <a:solidFill>
            <a:schemeClr val="bg1">
              <a:lumMod val="85000"/>
            </a:schemeClr>
          </a:solidFill>
          <a:scene3d>
            <a:camera prst="orthographicFront">
              <a:rot lat="0" lon="0" rev="0"/>
            </a:camera>
            <a:lightRig rig="threePt" dir="t">
              <a:rot lat="0" lon="0" rev="1200000"/>
            </a:lightRig>
          </a:scene3d>
          <a:sp3d>
            <a:bevelT w="63500" h="25400" prst="softRound"/>
          </a:sp3d>
        </p:spPr>
        <p:style>
          <a:lnRef idx="0">
            <a:schemeClr val="accent5"/>
          </a:lnRef>
          <a:fillRef idx="3">
            <a:schemeClr val="accent5"/>
          </a:fillRef>
          <a:effectRef idx="3">
            <a:schemeClr val="accent5"/>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000" dirty="0">
                <a:solidFill>
                  <a:srgbClr val="FF0000"/>
                </a:solidFill>
              </a:rPr>
              <a:t>Verschlüsselung</a:t>
            </a:r>
          </a:p>
        </p:txBody>
      </p:sp>
      <p:sp>
        <p:nvSpPr>
          <p:cNvPr id="9" name="Rechteck 8">
            <a:extLst>
              <a:ext uri="{FF2B5EF4-FFF2-40B4-BE49-F238E27FC236}">
                <a16:creationId xmlns:a16="http://schemas.microsoft.com/office/drawing/2014/main" id="{6E6DC641-10E9-D93C-A3A5-BD78F48B73B4}"/>
              </a:ext>
            </a:extLst>
          </p:cNvPr>
          <p:cNvSpPr/>
          <p:nvPr/>
        </p:nvSpPr>
        <p:spPr>
          <a:xfrm>
            <a:off x="10120417" y="1906666"/>
            <a:ext cx="830510" cy="528506"/>
          </a:xfrm>
          <a:prstGeom prst="rect">
            <a:avLst/>
          </a:prstGeom>
          <a:solidFill>
            <a:schemeClr val="bg1"/>
          </a:solidFill>
          <a:scene3d>
            <a:camera prst="orthographicFront">
              <a:rot lat="0" lon="0" rev="0"/>
            </a:camera>
            <a:lightRig rig="threePt" dir="t">
              <a:rot lat="0" lon="0" rev="1200000"/>
            </a:lightRig>
          </a:scene3d>
          <a:sp3d>
            <a:bevelT w="63500" h="25400" prst="softRound"/>
          </a:sp3d>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sz="1000" dirty="0">
                <a:solidFill>
                  <a:schemeClr val="accent1"/>
                </a:solidFill>
              </a:rPr>
              <a:t>Payload Signatur</a:t>
            </a:r>
          </a:p>
        </p:txBody>
      </p:sp>
      <p:cxnSp>
        <p:nvCxnSpPr>
          <p:cNvPr id="10" name="Gerader Verbinder 9">
            <a:extLst>
              <a:ext uri="{FF2B5EF4-FFF2-40B4-BE49-F238E27FC236}">
                <a16:creationId xmlns:a16="http://schemas.microsoft.com/office/drawing/2014/main" id="{39683DDD-AC0B-CEC1-9570-EB2F2BF2E7A6}"/>
              </a:ext>
            </a:extLst>
          </p:cNvPr>
          <p:cNvCxnSpPr>
            <a:cxnSpLocks/>
          </p:cNvCxnSpPr>
          <p:nvPr/>
        </p:nvCxnSpPr>
        <p:spPr>
          <a:xfrm>
            <a:off x="10950927" y="2435172"/>
            <a:ext cx="151001" cy="8389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07D6ECDB-D87B-812E-2C6A-12B644A94FE2}"/>
              </a:ext>
            </a:extLst>
          </p:cNvPr>
          <p:cNvCxnSpPr>
            <a:cxnSpLocks/>
          </p:cNvCxnSpPr>
          <p:nvPr/>
        </p:nvCxnSpPr>
        <p:spPr>
          <a:xfrm flipV="1">
            <a:off x="10950927" y="658987"/>
            <a:ext cx="1094413" cy="124767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18317135-3C33-AE88-AA12-DC021080D483}"/>
              </a:ext>
            </a:extLst>
          </p:cNvPr>
          <p:cNvCxnSpPr>
            <a:cxnSpLocks/>
          </p:cNvCxnSpPr>
          <p:nvPr/>
        </p:nvCxnSpPr>
        <p:spPr>
          <a:xfrm>
            <a:off x="9005032" y="686794"/>
            <a:ext cx="1115385" cy="121987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7D6D8599-8A92-6E83-0EC1-634B48F3F711}"/>
              </a:ext>
            </a:extLst>
          </p:cNvPr>
          <p:cNvCxnSpPr>
            <a:cxnSpLocks/>
          </p:cNvCxnSpPr>
          <p:nvPr/>
        </p:nvCxnSpPr>
        <p:spPr>
          <a:xfrm flipV="1">
            <a:off x="9969416" y="2426084"/>
            <a:ext cx="173728" cy="9297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0736248-ED07-2F17-DEA4-0FF78B7CA9C7}"/>
              </a:ext>
            </a:extLst>
          </p:cNvPr>
          <p:cNvCxnSpPr>
            <a:cxnSpLocks/>
          </p:cNvCxnSpPr>
          <p:nvPr/>
        </p:nvCxnSpPr>
        <p:spPr>
          <a:xfrm flipV="1">
            <a:off x="9667412" y="2581981"/>
            <a:ext cx="222308" cy="121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ED5185DA-0EB5-B1E0-B3E8-F9C3EF207D98}"/>
              </a:ext>
            </a:extLst>
          </p:cNvPr>
          <p:cNvCxnSpPr>
            <a:cxnSpLocks/>
          </p:cNvCxnSpPr>
          <p:nvPr/>
        </p:nvCxnSpPr>
        <p:spPr>
          <a:xfrm flipH="1" flipV="1">
            <a:off x="11173235" y="2581981"/>
            <a:ext cx="222308" cy="121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949411FD-97A9-1443-143A-58B121693735}"/>
              </a:ext>
            </a:extLst>
          </p:cNvPr>
          <p:cNvCxnSpPr>
            <a:cxnSpLocks/>
          </p:cNvCxnSpPr>
          <p:nvPr/>
        </p:nvCxnSpPr>
        <p:spPr>
          <a:xfrm flipH="1" flipV="1">
            <a:off x="11443779" y="2752191"/>
            <a:ext cx="250557" cy="1465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C05C565D-3F7A-847B-769D-D1D08D69C14E}"/>
              </a:ext>
            </a:extLst>
          </p:cNvPr>
          <p:cNvCxnSpPr>
            <a:cxnSpLocks/>
          </p:cNvCxnSpPr>
          <p:nvPr/>
        </p:nvCxnSpPr>
        <p:spPr>
          <a:xfrm flipH="1" flipV="1">
            <a:off x="11737049" y="2951096"/>
            <a:ext cx="261094" cy="15320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40DA79C0-7AC1-C21C-A7BA-A84575466B21}"/>
              </a:ext>
            </a:extLst>
          </p:cNvPr>
          <p:cNvCxnSpPr>
            <a:cxnSpLocks/>
          </p:cNvCxnSpPr>
          <p:nvPr/>
        </p:nvCxnSpPr>
        <p:spPr>
          <a:xfrm flipV="1">
            <a:off x="9353234" y="2752191"/>
            <a:ext cx="277539" cy="14659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57A0C1E-6980-BF39-1F81-1D4CF05D12E1}"/>
              </a:ext>
            </a:extLst>
          </p:cNvPr>
          <p:cNvCxnSpPr>
            <a:cxnSpLocks/>
          </p:cNvCxnSpPr>
          <p:nvPr/>
        </p:nvCxnSpPr>
        <p:spPr>
          <a:xfrm flipV="1">
            <a:off x="9058130" y="2948117"/>
            <a:ext cx="244360" cy="15618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CB28B080-344C-F94D-F748-B9526F5E43C3}"/>
              </a:ext>
            </a:extLst>
          </p:cNvPr>
          <p:cNvSpPr txBox="1"/>
          <p:nvPr/>
        </p:nvSpPr>
        <p:spPr>
          <a:xfrm>
            <a:off x="979081" y="3255977"/>
            <a:ext cx="9346744" cy="3477875"/>
          </a:xfrm>
          <a:prstGeom prst="rect">
            <a:avLst/>
          </a:prstGeom>
          <a:noFill/>
        </p:spPr>
        <p:txBody>
          <a:bodyPr wrap="square" rtlCol="0">
            <a:spAutoFit/>
          </a:bodyPr>
          <a:lstStyle/>
          <a:p>
            <a:pPr marL="342900" indent="-342900">
              <a:spcBef>
                <a:spcPts val="1200"/>
              </a:spcBef>
              <a:buFont typeface="+mj-lt"/>
              <a:buAutoNum type="arabicPeriod"/>
            </a:pPr>
            <a:r>
              <a:rPr lang="de-DE" b="1" dirty="0"/>
              <a:t>Payload-Signatur </a:t>
            </a:r>
            <a:br>
              <a:rPr lang="de-DE" b="1" dirty="0"/>
            </a:br>
            <a:r>
              <a:rPr lang="de-DE" dirty="0"/>
              <a:t>JWS – RFC 7515 | Algorithmen: RFC 7518 JWA | Schlüssel: RFC 7517 JWK</a:t>
            </a:r>
          </a:p>
          <a:p>
            <a:pPr marL="342900" indent="-342900">
              <a:spcBef>
                <a:spcPts val="1200"/>
              </a:spcBef>
              <a:buFont typeface="+mj-lt"/>
              <a:buAutoNum type="arabicPeriod"/>
            </a:pPr>
            <a:r>
              <a:rPr lang="de-DE" b="1" dirty="0"/>
              <a:t>Payload-Verschlüsselung</a:t>
            </a:r>
            <a:r>
              <a:rPr lang="de-DE" dirty="0"/>
              <a:t> </a:t>
            </a:r>
            <a:br>
              <a:rPr lang="de-DE" dirty="0"/>
            </a:br>
            <a:r>
              <a:rPr lang="de-DE" dirty="0"/>
              <a:t>JWE – RFC 7516 | Algorithmen: RFC 7518 | Verschachtelt: RFC 7519 JWT cty=JWT</a:t>
            </a:r>
          </a:p>
          <a:p>
            <a:pPr marL="342900" indent="-342900">
              <a:spcBef>
                <a:spcPts val="1200"/>
              </a:spcBef>
              <a:buFont typeface="+mj-lt"/>
              <a:buAutoNum type="arabicPeriod"/>
            </a:pPr>
            <a:r>
              <a:rPr lang="de-DE" b="1" dirty="0"/>
              <a:t>Content-Digest</a:t>
            </a:r>
            <a:r>
              <a:rPr lang="de-DE" dirty="0"/>
              <a:t> </a:t>
            </a:r>
            <a:br>
              <a:rPr lang="de-DE" dirty="0"/>
            </a:br>
            <a:r>
              <a:rPr lang="de-DE" dirty="0"/>
              <a:t>RFC 9530 – Body-Hash SHA-512, bindet HTTP-Body an Signatur</a:t>
            </a:r>
          </a:p>
          <a:p>
            <a:pPr marL="342900" indent="-342900">
              <a:spcBef>
                <a:spcPts val="1200"/>
              </a:spcBef>
              <a:buFont typeface="+mj-lt"/>
              <a:buAutoNum type="arabicPeriod"/>
            </a:pPr>
            <a:r>
              <a:rPr lang="de-DE" b="1" dirty="0"/>
              <a:t>HTTP-Signatur</a:t>
            </a:r>
            <a:r>
              <a:rPr lang="de-DE" dirty="0"/>
              <a:t> </a:t>
            </a:r>
            <a:br>
              <a:rPr lang="de-DE" dirty="0"/>
            </a:br>
            <a:r>
              <a:rPr lang="de-DE" dirty="0"/>
              <a:t>RFC 9421 HTTP Message Signatures | Structured Fields: RFC 8941 | Base64url: RFC 4648</a:t>
            </a:r>
          </a:p>
          <a:p>
            <a:pPr marL="342900" indent="-342900">
              <a:spcBef>
                <a:spcPts val="1200"/>
              </a:spcBef>
              <a:buFont typeface="+mj-lt"/>
              <a:buAutoNum type="arabicPeriod"/>
            </a:pPr>
            <a:r>
              <a:rPr lang="de-DE" b="1" dirty="0"/>
              <a:t>HTTP/2-Transport</a:t>
            </a:r>
            <a:r>
              <a:rPr lang="de-DE" dirty="0"/>
              <a:t> </a:t>
            </a:r>
            <a:br>
              <a:rPr lang="de-DE" dirty="0"/>
            </a:br>
            <a:r>
              <a:rPr lang="de-DE" dirty="0"/>
              <a:t>RFC 9113 – Framing, Pseudo-Header, Streams | HPACK: RFC 7541 | TLS 1.3: RFC 8446</a:t>
            </a:r>
          </a:p>
        </p:txBody>
      </p:sp>
    </p:spTree>
    <p:extLst>
      <p:ext uri="{BB962C8B-B14F-4D97-AF65-F5344CB8AC3E}">
        <p14:creationId xmlns:p14="http://schemas.microsoft.com/office/powerpoint/2010/main" val="3342268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914E9-BD08-091B-73F3-3308DD55E756}"/>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089D8A72-CC11-32D1-CF0D-EA399BB87135}"/>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17FB6DEB-C781-999A-FC8A-0B6D95F0B675}"/>
              </a:ext>
            </a:extLst>
          </p:cNvPr>
          <p:cNvSpPr txBox="1"/>
          <p:nvPr/>
        </p:nvSpPr>
        <p:spPr>
          <a:xfrm>
            <a:off x="1167188" y="513880"/>
            <a:ext cx="3064750" cy="461665"/>
          </a:xfrm>
          <a:prstGeom prst="rect">
            <a:avLst/>
          </a:prstGeom>
          <a:noFill/>
        </p:spPr>
        <p:txBody>
          <a:bodyPr wrap="none" rtlCol="0">
            <a:spAutoFit/>
          </a:bodyPr>
          <a:lstStyle/>
          <a:p>
            <a:r>
              <a:rPr lang="de-DE" sz="2400" b="1" dirty="0"/>
              <a:t>Handlungsempfehlung</a:t>
            </a:r>
          </a:p>
        </p:txBody>
      </p:sp>
      <p:sp>
        <p:nvSpPr>
          <p:cNvPr id="6" name="Textfeld 5">
            <a:extLst>
              <a:ext uri="{FF2B5EF4-FFF2-40B4-BE49-F238E27FC236}">
                <a16:creationId xmlns:a16="http://schemas.microsoft.com/office/drawing/2014/main" id="{4D6137C1-5A8B-6854-0F76-77468645846C}"/>
              </a:ext>
            </a:extLst>
          </p:cNvPr>
          <p:cNvSpPr txBox="1"/>
          <p:nvPr/>
        </p:nvSpPr>
        <p:spPr>
          <a:xfrm>
            <a:off x="1208004" y="1155851"/>
            <a:ext cx="8401359" cy="3970318"/>
          </a:xfrm>
          <a:prstGeom prst="rect">
            <a:avLst/>
          </a:prstGeom>
          <a:noFill/>
        </p:spPr>
        <p:txBody>
          <a:bodyPr wrap="square" rtlCol="0">
            <a:spAutoFit/>
          </a:bodyPr>
          <a:lstStyle/>
          <a:p>
            <a:pPr marL="342900" indent="-342900">
              <a:spcBef>
                <a:spcPts val="1800"/>
              </a:spcBef>
              <a:buFont typeface="Arial" panose="020B0604020202020204" pitchFamily="34" charset="0"/>
              <a:buChar char="•"/>
            </a:pPr>
            <a:r>
              <a:rPr lang="de-DE" dirty="0"/>
              <a:t>Integrierte Sichtweise auf alle API-Sicherungsschichten (Payload, Transport, Identität) – kein Schritt darf isoliert betrachtet oder weggelassen werden.</a:t>
            </a:r>
          </a:p>
          <a:p>
            <a:pPr marL="800100" lvl="1" indent="-342900">
              <a:spcBef>
                <a:spcPts val="1800"/>
              </a:spcBef>
              <a:buFont typeface="Arial" panose="020B0604020202020204" pitchFamily="34" charset="0"/>
              <a:buChar char="•"/>
            </a:pPr>
            <a:r>
              <a:rPr lang="de-DE" dirty="0"/>
              <a:t>Die BSI Duldung von Übergangsweise nicht überstrapazieren.</a:t>
            </a:r>
          </a:p>
          <a:p>
            <a:pPr marL="342900" indent="-342900">
              <a:spcBef>
                <a:spcPts val="1800"/>
              </a:spcBef>
              <a:buFont typeface="Arial" panose="020B0604020202020204" pitchFamily="34" charset="0"/>
              <a:buChar char="•"/>
            </a:pPr>
            <a:r>
              <a:rPr lang="de-DE" dirty="0"/>
              <a:t>RFC-konforme Architektur (statt partielles herausgreifen) in „Regelungen zum Übertragungsweg (RzÜ) API-Webdienste. </a:t>
            </a:r>
          </a:p>
          <a:p>
            <a:pPr marL="342900" indent="-342900">
              <a:spcBef>
                <a:spcPts val="1800"/>
              </a:spcBef>
              <a:buFont typeface="Arial" panose="020B0604020202020204" pitchFamily="34" charset="0"/>
              <a:buChar char="•"/>
            </a:pPr>
            <a:r>
              <a:rPr lang="de-DE" dirty="0"/>
              <a:t>Abstimmung mit dem BSI.</a:t>
            </a:r>
          </a:p>
          <a:p>
            <a:pPr marL="800100" lvl="1" indent="-342900">
              <a:spcBef>
                <a:spcPts val="1800"/>
              </a:spcBef>
              <a:buFont typeface="Arial" panose="020B0604020202020204" pitchFamily="34" charset="0"/>
              <a:buChar char="•"/>
            </a:pPr>
            <a:r>
              <a:rPr lang="de-DE" dirty="0"/>
              <a:t>Freigabe FA IM (und parallel Info an BSI nicht ausreichend).</a:t>
            </a:r>
          </a:p>
          <a:p>
            <a:pPr marL="342900" indent="-342900">
              <a:spcBef>
                <a:spcPts val="1800"/>
              </a:spcBef>
              <a:buFont typeface="+mj-lt"/>
              <a:buAutoNum type="arabicPeriod"/>
            </a:pPr>
            <a:endParaRPr lang="de-DE" dirty="0"/>
          </a:p>
          <a:p>
            <a:pPr marL="342900" indent="-342900">
              <a:spcBef>
                <a:spcPts val="1800"/>
              </a:spcBef>
              <a:buFont typeface="+mj-lt"/>
              <a:buAutoNum type="arabicPeriod"/>
            </a:pPr>
            <a:endParaRPr lang="de-DE" dirty="0"/>
          </a:p>
        </p:txBody>
      </p:sp>
      <p:sp>
        <p:nvSpPr>
          <p:cNvPr id="3" name="Textfeld 2">
            <a:extLst>
              <a:ext uri="{FF2B5EF4-FFF2-40B4-BE49-F238E27FC236}">
                <a16:creationId xmlns:a16="http://schemas.microsoft.com/office/drawing/2014/main" id="{270FCB90-3C5E-D3AF-0AD3-DE1344D7DE80}"/>
              </a:ext>
            </a:extLst>
          </p:cNvPr>
          <p:cNvSpPr txBox="1"/>
          <p:nvPr/>
        </p:nvSpPr>
        <p:spPr>
          <a:xfrm>
            <a:off x="3743359" y="4547987"/>
            <a:ext cx="7116424" cy="2308324"/>
          </a:xfrm>
          <a:prstGeom prst="rect">
            <a:avLst/>
          </a:prstGeom>
          <a:solidFill>
            <a:schemeClr val="bg1">
              <a:lumMod val="75000"/>
            </a:schemeClr>
          </a:solidFill>
        </p:spPr>
        <p:txBody>
          <a:bodyPr wrap="square" rtlCol="0">
            <a:spAutoFit/>
          </a:bodyPr>
          <a:lstStyle/>
          <a:p>
            <a:r>
              <a:rPr lang="de-DE" sz="1600" b="1" dirty="0"/>
              <a:t>Text aus Edgar-Folie:</a:t>
            </a:r>
          </a:p>
          <a:p>
            <a:pPr marL="342900" indent="-342900">
              <a:buFont typeface="Arial" panose="020B0604020202020204" pitchFamily="34" charset="0"/>
              <a:buChar char="•"/>
            </a:pPr>
            <a:r>
              <a:rPr lang="de-DE" sz="1600" dirty="0"/>
              <a:t>Integrierte Sichtweise auf die verschiedenen Komponenten einer API (Payload, Header, Übertragung)</a:t>
            </a:r>
          </a:p>
          <a:p>
            <a:pPr marL="342900" indent="-342900">
              <a:buFont typeface="Arial" panose="020B0604020202020204" pitchFamily="34" charset="0"/>
              <a:buChar char="•"/>
            </a:pPr>
            <a:r>
              <a:rPr lang="de-DE" sz="1600" dirty="0"/>
              <a:t>Sicherheitsimplementierung als Gesamtsicht auf das Zwiebelschicht-Sicherheitsmodell (5 Schichten)</a:t>
            </a:r>
          </a:p>
          <a:p>
            <a:pPr marL="342900" indent="-342900">
              <a:buFont typeface="Arial" panose="020B0604020202020204" pitchFamily="34" charset="0"/>
              <a:buChar char="•"/>
            </a:pPr>
            <a:r>
              <a:rPr lang="de-DE" sz="1600" dirty="0"/>
              <a:t>Keine Implementierung einzelner Komponenten aus dem Gesamtkontext</a:t>
            </a:r>
          </a:p>
          <a:p>
            <a:pPr marL="342900" indent="-342900">
              <a:buFont typeface="Arial" panose="020B0604020202020204" pitchFamily="34" charset="0"/>
              <a:buChar char="•"/>
            </a:pPr>
            <a:r>
              <a:rPr lang="de-DE" sz="1600" dirty="0"/>
              <a:t>Hinzuziehung von Spezialisten (z. B. Fraunhofer) zur Erstellung eines integrierten modernen Gesamtkonzeptes</a:t>
            </a:r>
          </a:p>
          <a:p>
            <a:pPr marL="342900" indent="-342900">
              <a:buFont typeface="+mj-lt"/>
              <a:buAutoNum type="arabicPeriod"/>
            </a:pPr>
            <a:endParaRPr lang="de-DE" sz="1600" dirty="0"/>
          </a:p>
        </p:txBody>
      </p:sp>
    </p:spTree>
    <p:extLst>
      <p:ext uri="{BB962C8B-B14F-4D97-AF65-F5344CB8AC3E}">
        <p14:creationId xmlns:p14="http://schemas.microsoft.com/office/powerpoint/2010/main" val="4217682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DF89C-B154-09A6-48C2-1EDDA8FE4D16}"/>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D7CD3B93-ED0C-C7DE-B171-AF5C4A09A4EC}"/>
              </a:ext>
            </a:extLst>
          </p:cNvPr>
          <p:cNvSpPr>
            <a:spLocks noGrp="1"/>
          </p:cNvSpPr>
          <p:nvPr>
            <p:ph type="dt" sz="half" idx="4294967295"/>
          </p:nvPr>
        </p:nvSpPr>
        <p:spPr>
          <a:xfrm>
            <a:off x="7219200" y="696000"/>
            <a:ext cx="1920000" cy="192000"/>
          </a:xfrm>
        </p:spPr>
        <p:txBody>
          <a:bodyPr/>
          <a:lstStyle/>
          <a:p>
            <a:pPr>
              <a:spcAft>
                <a:spcPts val="600"/>
              </a:spcAft>
            </a:pPr>
            <a:r>
              <a:rPr lang="de-DE"/>
              <a:t>30.05.2026</a:t>
            </a:r>
          </a:p>
        </p:txBody>
      </p:sp>
      <p:sp>
        <p:nvSpPr>
          <p:cNvPr id="2" name="Textfeld 1">
            <a:extLst>
              <a:ext uri="{FF2B5EF4-FFF2-40B4-BE49-F238E27FC236}">
                <a16:creationId xmlns:a16="http://schemas.microsoft.com/office/drawing/2014/main" id="{68AC3637-53D4-D2B4-C4FE-1357257031BA}"/>
              </a:ext>
            </a:extLst>
          </p:cNvPr>
          <p:cNvSpPr txBox="1"/>
          <p:nvPr/>
        </p:nvSpPr>
        <p:spPr>
          <a:xfrm>
            <a:off x="1167188" y="513880"/>
            <a:ext cx="1156086" cy="461665"/>
          </a:xfrm>
          <a:prstGeom prst="rect">
            <a:avLst/>
          </a:prstGeom>
          <a:noFill/>
        </p:spPr>
        <p:txBody>
          <a:bodyPr wrap="none" rtlCol="0">
            <a:spAutoFit/>
          </a:bodyPr>
          <a:lstStyle/>
          <a:p>
            <a:r>
              <a:rPr lang="de-DE" sz="2400" b="1" dirty="0"/>
              <a:t>Anhang</a:t>
            </a:r>
          </a:p>
        </p:txBody>
      </p:sp>
    </p:spTree>
    <p:extLst>
      <p:ext uri="{BB962C8B-B14F-4D97-AF65-F5344CB8AC3E}">
        <p14:creationId xmlns:p14="http://schemas.microsoft.com/office/powerpoint/2010/main" val="3306081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BF91AC19-10FA-9644-68FA-2F36DE00CF06}"/>
              </a:ext>
            </a:extLst>
          </p:cNvPr>
          <p:cNvSpPr txBox="1"/>
          <p:nvPr/>
        </p:nvSpPr>
        <p:spPr>
          <a:xfrm>
            <a:off x="1057862" y="238921"/>
            <a:ext cx="8824467" cy="830997"/>
          </a:xfrm>
          <a:prstGeom prst="rect">
            <a:avLst/>
          </a:prstGeom>
          <a:noFill/>
        </p:spPr>
        <p:txBody>
          <a:bodyPr wrap="none" rtlCol="0">
            <a:spAutoFit/>
          </a:bodyPr>
          <a:lstStyle/>
          <a:p>
            <a:r>
              <a:rPr lang="de-DE" sz="2400" b="1" dirty="0"/>
              <a:t>Management Summary: Warum kein Weg an RFC 9421 vorbei führt.</a:t>
            </a:r>
            <a:br>
              <a:rPr lang="de-DE" sz="2400" b="1" dirty="0"/>
            </a:br>
            <a:endParaRPr lang="de-DE" sz="2400" b="1" dirty="0"/>
          </a:p>
        </p:txBody>
      </p:sp>
      <p:sp>
        <p:nvSpPr>
          <p:cNvPr id="4" name="Rechteck 3">
            <a:extLst>
              <a:ext uri="{FF2B5EF4-FFF2-40B4-BE49-F238E27FC236}">
                <a16:creationId xmlns:a16="http://schemas.microsoft.com/office/drawing/2014/main" id="{A9C8FBAB-EF78-A04B-3F03-77E92724C6EB}"/>
              </a:ext>
            </a:extLst>
          </p:cNvPr>
          <p:cNvSpPr/>
          <p:nvPr/>
        </p:nvSpPr>
        <p:spPr>
          <a:xfrm>
            <a:off x="1307244" y="1061474"/>
            <a:ext cx="3450195" cy="3222778"/>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1200" dirty="0">
              <a:solidFill>
                <a:schemeClr val="tx1"/>
              </a:solidFill>
            </a:endParaRPr>
          </a:p>
          <a:p>
            <a:endParaRPr lang="de-DE" sz="1200" dirty="0">
              <a:solidFill>
                <a:schemeClr val="tx1"/>
              </a:solidFill>
            </a:endParaRPr>
          </a:p>
          <a:p>
            <a:endParaRPr lang="de-DE" sz="1200" dirty="0">
              <a:solidFill>
                <a:schemeClr val="tx1"/>
              </a:solidFill>
            </a:endParaRPr>
          </a:p>
          <a:p>
            <a:endParaRPr lang="de-DE" sz="1200" dirty="0">
              <a:solidFill>
                <a:schemeClr val="tx1"/>
              </a:solidFill>
            </a:endParaRPr>
          </a:p>
        </p:txBody>
      </p:sp>
      <p:sp>
        <p:nvSpPr>
          <p:cNvPr id="5" name="Rechteck 4">
            <a:extLst>
              <a:ext uri="{FF2B5EF4-FFF2-40B4-BE49-F238E27FC236}">
                <a16:creationId xmlns:a16="http://schemas.microsoft.com/office/drawing/2014/main" id="{3E140616-EAB1-E0FA-2D4E-4E531E9DAAB7}"/>
              </a:ext>
            </a:extLst>
          </p:cNvPr>
          <p:cNvSpPr/>
          <p:nvPr/>
        </p:nvSpPr>
        <p:spPr>
          <a:xfrm>
            <a:off x="1307244" y="1694520"/>
            <a:ext cx="2516611" cy="217410"/>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6" name="Rechteck 5">
            <a:extLst>
              <a:ext uri="{FF2B5EF4-FFF2-40B4-BE49-F238E27FC236}">
                <a16:creationId xmlns:a16="http://schemas.microsoft.com/office/drawing/2014/main" id="{A0FD82C8-057B-6A7A-81A9-6664A9EF814F}"/>
              </a:ext>
            </a:extLst>
          </p:cNvPr>
          <p:cNvSpPr/>
          <p:nvPr/>
        </p:nvSpPr>
        <p:spPr>
          <a:xfrm>
            <a:off x="1651972" y="1293254"/>
            <a:ext cx="2967004" cy="38366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1200" dirty="0"/>
              <a:t>POST /</a:t>
            </a:r>
            <a:r>
              <a:rPr lang="de-DE" sz="1200" dirty="0" err="1"/>
              <a:t>malo</a:t>
            </a:r>
            <a:r>
              <a:rPr lang="de-DE" sz="1200" dirty="0"/>
              <a:t>/ident HTTP/2</a:t>
            </a:r>
          </a:p>
        </p:txBody>
      </p:sp>
      <p:sp>
        <p:nvSpPr>
          <p:cNvPr id="7" name="Textfeld 6">
            <a:extLst>
              <a:ext uri="{FF2B5EF4-FFF2-40B4-BE49-F238E27FC236}">
                <a16:creationId xmlns:a16="http://schemas.microsoft.com/office/drawing/2014/main" id="{089FC09C-B7AF-B1D8-FFEF-6410645A711E}"/>
              </a:ext>
            </a:extLst>
          </p:cNvPr>
          <p:cNvSpPr txBox="1"/>
          <p:nvPr/>
        </p:nvSpPr>
        <p:spPr>
          <a:xfrm>
            <a:off x="1645581" y="1804414"/>
            <a:ext cx="2969787" cy="1384995"/>
          </a:xfrm>
          <a:prstGeom prst="rect">
            <a:avLst/>
          </a:prstGeom>
          <a:noFill/>
          <a:ln>
            <a:solidFill>
              <a:schemeClr val="bg1">
                <a:lumMod val="65000"/>
              </a:schemeClr>
            </a:solidFill>
          </a:ln>
        </p:spPr>
        <p:txBody>
          <a:bodyPr wrap="none" rtlCol="0">
            <a:spAutoFit/>
          </a:bodyPr>
          <a:lstStyle/>
          <a:p>
            <a:r>
              <a:rPr lang="de-DE" sz="1200" dirty="0"/>
              <a:t>Host: mabishub.com</a:t>
            </a:r>
          </a:p>
          <a:p>
            <a:r>
              <a:rPr lang="de-DE" sz="1200" dirty="0"/>
              <a:t>Content-Type: </a:t>
            </a:r>
            <a:r>
              <a:rPr lang="de-DE" sz="1200" dirty="0" err="1"/>
              <a:t>application</a:t>
            </a:r>
            <a:r>
              <a:rPr lang="de-DE" sz="1200" dirty="0"/>
              <a:t>/</a:t>
            </a:r>
            <a:r>
              <a:rPr lang="de-DE" sz="1200" dirty="0" err="1"/>
              <a:t>json</a:t>
            </a:r>
            <a:endParaRPr lang="de-DE" sz="1200" dirty="0"/>
          </a:p>
          <a:p>
            <a:r>
              <a:rPr lang="de-DE" sz="1200" dirty="0" err="1"/>
              <a:t>Accept</a:t>
            </a:r>
            <a:r>
              <a:rPr lang="de-DE" sz="1200" dirty="0"/>
              <a:t>: </a:t>
            </a:r>
            <a:r>
              <a:rPr lang="de-DE" sz="1200" dirty="0" err="1"/>
              <a:t>application</a:t>
            </a:r>
            <a:r>
              <a:rPr lang="de-DE" sz="1200" dirty="0"/>
              <a:t>/</a:t>
            </a:r>
            <a:r>
              <a:rPr lang="de-DE" sz="1200" dirty="0" err="1"/>
              <a:t>json</a:t>
            </a:r>
            <a:endParaRPr lang="de-DE" sz="1200" dirty="0"/>
          </a:p>
          <a:p>
            <a:r>
              <a:rPr lang="de-DE" sz="1200" dirty="0"/>
              <a:t>Date: Sun, 01 Jun 2026 10:15:30 GMT</a:t>
            </a:r>
          </a:p>
          <a:p>
            <a:r>
              <a:rPr lang="de-DE" sz="1200" dirty="0"/>
              <a:t>X-Request-</a:t>
            </a:r>
            <a:r>
              <a:rPr lang="de-DE" sz="1200" dirty="0" err="1"/>
              <a:t>Id</a:t>
            </a:r>
            <a:r>
              <a:rPr lang="de-DE" sz="1200" dirty="0"/>
              <a:t>: 7b5d3e2a-4c1a-4c0b-xd99</a:t>
            </a:r>
          </a:p>
          <a:p>
            <a:r>
              <a:rPr lang="de-DE" sz="1200" dirty="0"/>
              <a:t>X-</a:t>
            </a:r>
            <a:r>
              <a:rPr lang="de-DE" sz="1200" dirty="0" err="1"/>
              <a:t>Api</a:t>
            </a:r>
            <a:r>
              <a:rPr lang="de-DE" sz="1200" dirty="0"/>
              <a:t>-</a:t>
            </a:r>
            <a:r>
              <a:rPr lang="de-DE" sz="1200" dirty="0" err="1"/>
              <a:t>Spec-Ref</a:t>
            </a:r>
            <a:r>
              <a:rPr lang="de-DE" sz="1200" dirty="0"/>
              <a:t>: </a:t>
            </a:r>
            <a:r>
              <a:rPr lang="de-DE" sz="1200" dirty="0" err="1"/>
              <a:t>git:EDI-Energy</a:t>
            </a:r>
            <a:r>
              <a:rPr lang="de-DE" sz="1200" dirty="0"/>
              <a:t>/</a:t>
            </a:r>
            <a:r>
              <a:rPr lang="de-DE" sz="1200" dirty="0" err="1"/>
              <a:t>api-electricity</a:t>
            </a:r>
            <a:endParaRPr lang="de-DE" sz="1200" dirty="0"/>
          </a:p>
          <a:p>
            <a:r>
              <a:rPr lang="de-DE" sz="1200" dirty="0"/>
              <a:t>X-</a:t>
            </a:r>
            <a:r>
              <a:rPr lang="de-DE" sz="1200" dirty="0" err="1"/>
              <a:t>Api</a:t>
            </a:r>
            <a:r>
              <a:rPr lang="de-DE" sz="1200" dirty="0"/>
              <a:t>-</a:t>
            </a:r>
            <a:r>
              <a:rPr lang="de-DE" sz="1200" dirty="0" err="1"/>
              <a:t>Spec</a:t>
            </a:r>
            <a:r>
              <a:rPr lang="de-DE" sz="1200" dirty="0"/>
              <a:t>-Version: 1.2</a:t>
            </a:r>
          </a:p>
        </p:txBody>
      </p:sp>
      <p:sp>
        <p:nvSpPr>
          <p:cNvPr id="8" name="Textfeld 7">
            <a:extLst>
              <a:ext uri="{FF2B5EF4-FFF2-40B4-BE49-F238E27FC236}">
                <a16:creationId xmlns:a16="http://schemas.microsoft.com/office/drawing/2014/main" id="{3C5177A2-F1DB-E2C5-AAEB-690B4247E5C5}"/>
              </a:ext>
            </a:extLst>
          </p:cNvPr>
          <p:cNvSpPr txBox="1"/>
          <p:nvPr/>
        </p:nvSpPr>
        <p:spPr>
          <a:xfrm>
            <a:off x="1648365" y="3316904"/>
            <a:ext cx="2967003" cy="830997"/>
          </a:xfrm>
          <a:prstGeom prst="rect">
            <a:avLst/>
          </a:prstGeom>
          <a:noFill/>
          <a:ln>
            <a:solidFill>
              <a:schemeClr val="bg1">
                <a:lumMod val="65000"/>
              </a:schemeClr>
            </a:solidFill>
          </a:ln>
        </p:spPr>
        <p:txBody>
          <a:bodyPr wrap="square" rtlCol="0">
            <a:spAutoFit/>
          </a:bodyPr>
          <a:lstStyle/>
          <a:p>
            <a:r>
              <a:rPr lang="de-DE" sz="1200" dirty="0"/>
              <a:t>{</a:t>
            </a:r>
          </a:p>
          <a:p>
            <a:r>
              <a:rPr lang="de-DE" sz="1200" dirty="0"/>
              <a:t>  “</a:t>
            </a:r>
            <a:r>
              <a:rPr lang="de-DE" sz="1200" dirty="0" err="1"/>
              <a:t>address</a:t>
            </a:r>
            <a:r>
              <a:rPr lang="de-DE" sz="1200" dirty="0"/>
              <a:t>“: {"</a:t>
            </a:r>
            <a:r>
              <a:rPr lang="de-DE" sz="1200" dirty="0" err="1"/>
              <a:t>zip</a:t>
            </a:r>
            <a:r>
              <a:rPr lang="de-DE" sz="1200" dirty="0"/>
              <a:t>": 80001 },</a:t>
            </a:r>
          </a:p>
          <a:p>
            <a:r>
              <a:rPr lang="de-DE" sz="1200" dirty="0"/>
              <a:t>  “</a:t>
            </a:r>
            <a:r>
              <a:rPr lang="de-DE" sz="1200" dirty="0" err="1"/>
              <a:t>customerNumber</a:t>
            </a:r>
            <a:r>
              <a:rPr lang="de-DE" sz="1200" dirty="0"/>
              <a:t>“: 6024997 </a:t>
            </a:r>
          </a:p>
          <a:p>
            <a:r>
              <a:rPr lang="de-DE" sz="1200" dirty="0"/>
              <a:t>}</a:t>
            </a:r>
          </a:p>
        </p:txBody>
      </p:sp>
      <p:sp>
        <p:nvSpPr>
          <p:cNvPr id="9" name="Textfeld 8">
            <a:extLst>
              <a:ext uri="{FF2B5EF4-FFF2-40B4-BE49-F238E27FC236}">
                <a16:creationId xmlns:a16="http://schemas.microsoft.com/office/drawing/2014/main" id="{93B9F850-0E1A-E1B3-0AE1-4B98B78CC011}"/>
              </a:ext>
            </a:extLst>
          </p:cNvPr>
          <p:cNvSpPr txBox="1"/>
          <p:nvPr/>
        </p:nvSpPr>
        <p:spPr>
          <a:xfrm rot="16200000">
            <a:off x="845360" y="2388000"/>
            <a:ext cx="1384995" cy="215444"/>
          </a:xfrm>
          <a:prstGeom prst="rect">
            <a:avLst/>
          </a:prstGeom>
          <a:noFill/>
          <a:ln>
            <a:solidFill>
              <a:schemeClr val="bg1">
                <a:lumMod val="65000"/>
              </a:schemeClr>
            </a:solidFill>
          </a:ln>
        </p:spPr>
        <p:txBody>
          <a:bodyPr wrap="square" rtlCol="0">
            <a:spAutoFit/>
          </a:bodyPr>
          <a:lstStyle/>
          <a:p>
            <a:pPr algn="ctr"/>
            <a:r>
              <a:rPr lang="de-DE" sz="800" dirty="0"/>
              <a:t>Header</a:t>
            </a:r>
          </a:p>
        </p:txBody>
      </p:sp>
      <p:sp>
        <p:nvSpPr>
          <p:cNvPr id="10" name="Textfeld 9">
            <a:extLst>
              <a:ext uri="{FF2B5EF4-FFF2-40B4-BE49-F238E27FC236}">
                <a16:creationId xmlns:a16="http://schemas.microsoft.com/office/drawing/2014/main" id="{2559DD9A-E6D1-0B22-2804-5334775989B5}"/>
              </a:ext>
            </a:extLst>
          </p:cNvPr>
          <p:cNvSpPr txBox="1"/>
          <p:nvPr/>
        </p:nvSpPr>
        <p:spPr>
          <a:xfrm rot="16200000">
            <a:off x="1351725" y="1377365"/>
            <a:ext cx="383663" cy="215444"/>
          </a:xfrm>
          <a:prstGeom prst="rect">
            <a:avLst/>
          </a:prstGeom>
          <a:noFill/>
          <a:ln>
            <a:solidFill>
              <a:schemeClr val="bg1">
                <a:lumMod val="65000"/>
              </a:schemeClr>
            </a:solidFill>
          </a:ln>
        </p:spPr>
        <p:txBody>
          <a:bodyPr wrap="square" rtlCol="0">
            <a:spAutoFit/>
          </a:bodyPr>
          <a:lstStyle/>
          <a:p>
            <a:pPr algn="ctr"/>
            <a:r>
              <a:rPr lang="de-DE" sz="800" dirty="0"/>
              <a:t>URI</a:t>
            </a:r>
          </a:p>
        </p:txBody>
      </p:sp>
      <p:sp>
        <p:nvSpPr>
          <p:cNvPr id="11" name="Textfeld 10">
            <a:extLst>
              <a:ext uri="{FF2B5EF4-FFF2-40B4-BE49-F238E27FC236}">
                <a16:creationId xmlns:a16="http://schemas.microsoft.com/office/drawing/2014/main" id="{421879BB-F17B-11FD-ABB5-8C168B86A968}"/>
              </a:ext>
            </a:extLst>
          </p:cNvPr>
          <p:cNvSpPr txBox="1"/>
          <p:nvPr/>
        </p:nvSpPr>
        <p:spPr>
          <a:xfrm rot="16200000">
            <a:off x="1128751" y="3623491"/>
            <a:ext cx="830998" cy="215444"/>
          </a:xfrm>
          <a:prstGeom prst="rect">
            <a:avLst/>
          </a:prstGeom>
          <a:noFill/>
          <a:ln>
            <a:solidFill>
              <a:schemeClr val="bg1">
                <a:lumMod val="65000"/>
              </a:schemeClr>
            </a:solidFill>
          </a:ln>
        </p:spPr>
        <p:txBody>
          <a:bodyPr wrap="square" rtlCol="0">
            <a:spAutoFit/>
          </a:bodyPr>
          <a:lstStyle/>
          <a:p>
            <a:pPr algn="ctr"/>
            <a:r>
              <a:rPr lang="de-DE" sz="800" dirty="0"/>
              <a:t>Payload</a:t>
            </a:r>
          </a:p>
        </p:txBody>
      </p:sp>
      <p:sp>
        <p:nvSpPr>
          <p:cNvPr id="12" name="Rechteck 11">
            <a:extLst>
              <a:ext uri="{FF2B5EF4-FFF2-40B4-BE49-F238E27FC236}">
                <a16:creationId xmlns:a16="http://schemas.microsoft.com/office/drawing/2014/main" id="{DE218BEF-0A4F-D80C-EB0C-0A06DD4D5943}"/>
              </a:ext>
            </a:extLst>
          </p:cNvPr>
          <p:cNvSpPr/>
          <p:nvPr/>
        </p:nvSpPr>
        <p:spPr>
          <a:xfrm>
            <a:off x="6096000" y="1624178"/>
            <a:ext cx="3450195" cy="741750"/>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200" b="1" dirty="0">
                <a:solidFill>
                  <a:schemeClr val="tx1"/>
                </a:solidFill>
              </a:rPr>
              <a:t>RFC 9421 – HTTP Header </a:t>
            </a:r>
            <a:r>
              <a:rPr lang="de-DE" sz="1200" b="1" dirty="0" err="1">
                <a:solidFill>
                  <a:schemeClr val="tx1"/>
                </a:solidFill>
              </a:rPr>
              <a:t>Signature</a:t>
            </a:r>
            <a:endParaRPr lang="de-DE" sz="1200" dirty="0">
              <a:solidFill>
                <a:schemeClr val="tx1"/>
              </a:solidFill>
            </a:endParaRPr>
          </a:p>
        </p:txBody>
      </p:sp>
      <p:sp>
        <p:nvSpPr>
          <p:cNvPr id="14" name="Textfeld 13">
            <a:extLst>
              <a:ext uri="{FF2B5EF4-FFF2-40B4-BE49-F238E27FC236}">
                <a16:creationId xmlns:a16="http://schemas.microsoft.com/office/drawing/2014/main" id="{8FA5BCCD-E801-DEC7-6850-B9A31F623E01}"/>
              </a:ext>
            </a:extLst>
          </p:cNvPr>
          <p:cNvSpPr txBox="1"/>
          <p:nvPr/>
        </p:nvSpPr>
        <p:spPr>
          <a:xfrm>
            <a:off x="7236656" y="2000428"/>
            <a:ext cx="383663" cy="215444"/>
          </a:xfrm>
          <a:prstGeom prst="rect">
            <a:avLst/>
          </a:prstGeom>
          <a:noFill/>
          <a:ln>
            <a:solidFill>
              <a:schemeClr val="bg1">
                <a:lumMod val="65000"/>
              </a:schemeClr>
            </a:solidFill>
          </a:ln>
        </p:spPr>
        <p:txBody>
          <a:bodyPr wrap="square" rtlCol="0">
            <a:spAutoFit/>
          </a:bodyPr>
          <a:lstStyle/>
          <a:p>
            <a:pPr algn="ctr"/>
            <a:r>
              <a:rPr lang="de-DE" sz="800" dirty="0"/>
              <a:t>URI</a:t>
            </a:r>
          </a:p>
        </p:txBody>
      </p:sp>
      <p:sp>
        <p:nvSpPr>
          <p:cNvPr id="15" name="Textfeld 14">
            <a:extLst>
              <a:ext uri="{FF2B5EF4-FFF2-40B4-BE49-F238E27FC236}">
                <a16:creationId xmlns:a16="http://schemas.microsoft.com/office/drawing/2014/main" id="{0036A774-90FD-15B2-9456-A768B64AABD0}"/>
              </a:ext>
            </a:extLst>
          </p:cNvPr>
          <p:cNvSpPr txBox="1"/>
          <p:nvPr/>
        </p:nvSpPr>
        <p:spPr>
          <a:xfrm>
            <a:off x="6160173" y="2000428"/>
            <a:ext cx="586337" cy="215444"/>
          </a:xfrm>
          <a:prstGeom prst="rect">
            <a:avLst/>
          </a:prstGeom>
          <a:noFill/>
          <a:ln>
            <a:solidFill>
              <a:schemeClr val="accent1"/>
            </a:solidFill>
          </a:ln>
        </p:spPr>
        <p:txBody>
          <a:bodyPr wrap="square" rtlCol="0">
            <a:spAutoFit/>
          </a:bodyPr>
          <a:lstStyle/>
          <a:p>
            <a:pPr algn="ctr"/>
            <a:r>
              <a:rPr lang="de-DE" sz="800" dirty="0"/>
              <a:t>Signatur</a:t>
            </a:r>
          </a:p>
        </p:txBody>
      </p:sp>
      <p:sp>
        <p:nvSpPr>
          <p:cNvPr id="16" name="Textfeld 15">
            <a:extLst>
              <a:ext uri="{FF2B5EF4-FFF2-40B4-BE49-F238E27FC236}">
                <a16:creationId xmlns:a16="http://schemas.microsoft.com/office/drawing/2014/main" id="{52A1EFE3-8E1E-007B-1F4A-992CA2B9EDEA}"/>
              </a:ext>
            </a:extLst>
          </p:cNvPr>
          <p:cNvSpPr txBox="1"/>
          <p:nvPr/>
        </p:nvSpPr>
        <p:spPr>
          <a:xfrm>
            <a:off x="6797895" y="2000428"/>
            <a:ext cx="313097" cy="215444"/>
          </a:xfrm>
          <a:prstGeom prst="rect">
            <a:avLst/>
          </a:prstGeom>
          <a:noFill/>
          <a:ln>
            <a:solidFill>
              <a:schemeClr val="bg1">
                <a:lumMod val="65000"/>
              </a:schemeClr>
            </a:solidFill>
          </a:ln>
        </p:spPr>
        <p:txBody>
          <a:bodyPr wrap="square" rtlCol="0">
            <a:spAutoFit/>
          </a:bodyPr>
          <a:lstStyle/>
          <a:p>
            <a:pPr algn="ctr"/>
            <a:r>
              <a:rPr lang="de-DE" sz="800" dirty="0"/>
              <a:t>=</a:t>
            </a:r>
          </a:p>
        </p:txBody>
      </p:sp>
      <p:sp>
        <p:nvSpPr>
          <p:cNvPr id="17" name="Textfeld 16">
            <a:extLst>
              <a:ext uri="{FF2B5EF4-FFF2-40B4-BE49-F238E27FC236}">
                <a16:creationId xmlns:a16="http://schemas.microsoft.com/office/drawing/2014/main" id="{7D41724F-70ED-4854-4BB6-511D56A15B73}"/>
              </a:ext>
            </a:extLst>
          </p:cNvPr>
          <p:cNvSpPr txBox="1"/>
          <p:nvPr/>
        </p:nvSpPr>
        <p:spPr>
          <a:xfrm>
            <a:off x="7878442" y="2000428"/>
            <a:ext cx="586337" cy="215444"/>
          </a:xfrm>
          <a:prstGeom prst="rect">
            <a:avLst/>
          </a:prstGeom>
          <a:noFill/>
          <a:ln>
            <a:solidFill>
              <a:schemeClr val="bg1">
                <a:lumMod val="65000"/>
              </a:schemeClr>
            </a:solidFill>
          </a:ln>
        </p:spPr>
        <p:txBody>
          <a:bodyPr wrap="square" rtlCol="0">
            <a:spAutoFit/>
          </a:bodyPr>
          <a:lstStyle/>
          <a:p>
            <a:pPr algn="ctr"/>
            <a:r>
              <a:rPr lang="de-DE" sz="800" dirty="0"/>
              <a:t>Header</a:t>
            </a:r>
          </a:p>
        </p:txBody>
      </p:sp>
      <p:sp>
        <p:nvSpPr>
          <p:cNvPr id="18" name="Textfeld 17">
            <a:extLst>
              <a:ext uri="{FF2B5EF4-FFF2-40B4-BE49-F238E27FC236}">
                <a16:creationId xmlns:a16="http://schemas.microsoft.com/office/drawing/2014/main" id="{8329BA9A-34DC-17DA-F881-BEA986C2C2D1}"/>
              </a:ext>
            </a:extLst>
          </p:cNvPr>
          <p:cNvSpPr txBox="1"/>
          <p:nvPr/>
        </p:nvSpPr>
        <p:spPr>
          <a:xfrm>
            <a:off x="7664875" y="2000428"/>
            <a:ext cx="169011" cy="215444"/>
          </a:xfrm>
          <a:prstGeom prst="rect">
            <a:avLst/>
          </a:prstGeom>
          <a:noFill/>
          <a:ln>
            <a:solidFill>
              <a:schemeClr val="bg1">
                <a:lumMod val="65000"/>
              </a:schemeClr>
            </a:solidFill>
          </a:ln>
        </p:spPr>
        <p:txBody>
          <a:bodyPr wrap="square" rtlCol="0">
            <a:spAutoFit/>
          </a:bodyPr>
          <a:lstStyle/>
          <a:p>
            <a:pPr algn="ctr"/>
            <a:r>
              <a:rPr lang="de-DE" sz="800" dirty="0"/>
              <a:t>+</a:t>
            </a:r>
          </a:p>
        </p:txBody>
      </p:sp>
      <p:sp>
        <p:nvSpPr>
          <p:cNvPr id="19" name="Textfeld 18">
            <a:extLst>
              <a:ext uri="{FF2B5EF4-FFF2-40B4-BE49-F238E27FC236}">
                <a16:creationId xmlns:a16="http://schemas.microsoft.com/office/drawing/2014/main" id="{C4984581-08ED-2D76-B104-6EE7E51FA109}"/>
              </a:ext>
            </a:extLst>
          </p:cNvPr>
          <p:cNvSpPr txBox="1"/>
          <p:nvPr/>
        </p:nvSpPr>
        <p:spPr>
          <a:xfrm>
            <a:off x="8509335" y="2000428"/>
            <a:ext cx="169011" cy="215444"/>
          </a:xfrm>
          <a:prstGeom prst="rect">
            <a:avLst/>
          </a:prstGeom>
          <a:noFill/>
          <a:ln>
            <a:solidFill>
              <a:schemeClr val="bg1">
                <a:lumMod val="65000"/>
              </a:schemeClr>
            </a:solidFill>
          </a:ln>
        </p:spPr>
        <p:txBody>
          <a:bodyPr wrap="square" rtlCol="0">
            <a:spAutoFit/>
          </a:bodyPr>
          <a:lstStyle/>
          <a:p>
            <a:pPr algn="ctr"/>
            <a:r>
              <a:rPr lang="de-DE" sz="800" dirty="0"/>
              <a:t>+</a:t>
            </a:r>
          </a:p>
        </p:txBody>
      </p:sp>
      <p:sp>
        <p:nvSpPr>
          <p:cNvPr id="20" name="Textfeld 19">
            <a:extLst>
              <a:ext uri="{FF2B5EF4-FFF2-40B4-BE49-F238E27FC236}">
                <a16:creationId xmlns:a16="http://schemas.microsoft.com/office/drawing/2014/main" id="{1F97A91D-4F3E-73C2-802F-334C372A6117}"/>
              </a:ext>
            </a:extLst>
          </p:cNvPr>
          <p:cNvSpPr txBox="1"/>
          <p:nvPr/>
        </p:nvSpPr>
        <p:spPr>
          <a:xfrm>
            <a:off x="8729522" y="2000428"/>
            <a:ext cx="586337" cy="215444"/>
          </a:xfrm>
          <a:prstGeom prst="rect">
            <a:avLst/>
          </a:prstGeom>
          <a:noFill/>
          <a:ln>
            <a:solidFill>
              <a:schemeClr val="bg1">
                <a:lumMod val="65000"/>
              </a:schemeClr>
            </a:solidFill>
          </a:ln>
        </p:spPr>
        <p:txBody>
          <a:bodyPr wrap="square" rtlCol="0">
            <a:spAutoFit/>
          </a:bodyPr>
          <a:lstStyle/>
          <a:p>
            <a:pPr algn="ctr"/>
            <a:r>
              <a:rPr lang="de-DE" sz="800" dirty="0"/>
              <a:t>Payload</a:t>
            </a:r>
          </a:p>
        </p:txBody>
      </p:sp>
      <p:sp>
        <p:nvSpPr>
          <p:cNvPr id="21" name="Rechteck 20">
            <a:extLst>
              <a:ext uri="{FF2B5EF4-FFF2-40B4-BE49-F238E27FC236}">
                <a16:creationId xmlns:a16="http://schemas.microsoft.com/office/drawing/2014/main" id="{DB716F91-9736-7653-E803-3556C350AAD2}"/>
              </a:ext>
            </a:extLst>
          </p:cNvPr>
          <p:cNvSpPr/>
          <p:nvPr/>
        </p:nvSpPr>
        <p:spPr>
          <a:xfrm>
            <a:off x="6096412" y="3363796"/>
            <a:ext cx="3450195" cy="741750"/>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1200" b="1" dirty="0">
                <a:solidFill>
                  <a:schemeClr val="tx1"/>
                </a:solidFill>
              </a:rPr>
              <a:t>RFC 7515 – Payload </a:t>
            </a:r>
            <a:r>
              <a:rPr lang="de-DE" sz="1200" b="1" dirty="0" err="1">
                <a:solidFill>
                  <a:schemeClr val="tx1"/>
                </a:solidFill>
              </a:rPr>
              <a:t>Signature</a:t>
            </a:r>
            <a:endParaRPr lang="de-DE" sz="1200" dirty="0">
              <a:solidFill>
                <a:schemeClr val="tx1"/>
              </a:solidFill>
            </a:endParaRPr>
          </a:p>
        </p:txBody>
      </p:sp>
      <p:sp>
        <p:nvSpPr>
          <p:cNvPr id="23" name="Textfeld 22">
            <a:extLst>
              <a:ext uri="{FF2B5EF4-FFF2-40B4-BE49-F238E27FC236}">
                <a16:creationId xmlns:a16="http://schemas.microsoft.com/office/drawing/2014/main" id="{F6720303-85CC-DB75-C04F-98B19ECDCDB9}"/>
              </a:ext>
            </a:extLst>
          </p:cNvPr>
          <p:cNvSpPr txBox="1"/>
          <p:nvPr/>
        </p:nvSpPr>
        <p:spPr>
          <a:xfrm>
            <a:off x="6160585" y="3740046"/>
            <a:ext cx="586337" cy="215444"/>
          </a:xfrm>
          <a:prstGeom prst="rect">
            <a:avLst/>
          </a:prstGeom>
          <a:noFill/>
          <a:ln>
            <a:solidFill>
              <a:schemeClr val="accent1"/>
            </a:solidFill>
          </a:ln>
        </p:spPr>
        <p:txBody>
          <a:bodyPr wrap="square" rtlCol="0">
            <a:spAutoFit/>
          </a:bodyPr>
          <a:lstStyle/>
          <a:p>
            <a:pPr algn="ctr"/>
            <a:r>
              <a:rPr lang="de-DE" sz="800" dirty="0"/>
              <a:t>Signatur</a:t>
            </a:r>
          </a:p>
        </p:txBody>
      </p:sp>
      <p:sp>
        <p:nvSpPr>
          <p:cNvPr id="24" name="Textfeld 23">
            <a:extLst>
              <a:ext uri="{FF2B5EF4-FFF2-40B4-BE49-F238E27FC236}">
                <a16:creationId xmlns:a16="http://schemas.microsoft.com/office/drawing/2014/main" id="{8C5278EC-440F-99F0-FA17-DBCB23B7DB1B}"/>
              </a:ext>
            </a:extLst>
          </p:cNvPr>
          <p:cNvSpPr txBox="1"/>
          <p:nvPr/>
        </p:nvSpPr>
        <p:spPr>
          <a:xfrm>
            <a:off x="6798307" y="3740046"/>
            <a:ext cx="313097" cy="215444"/>
          </a:xfrm>
          <a:prstGeom prst="rect">
            <a:avLst/>
          </a:prstGeom>
          <a:noFill/>
          <a:ln>
            <a:solidFill>
              <a:schemeClr val="bg1">
                <a:lumMod val="65000"/>
              </a:schemeClr>
            </a:solidFill>
          </a:ln>
        </p:spPr>
        <p:txBody>
          <a:bodyPr wrap="square" rtlCol="0">
            <a:spAutoFit/>
          </a:bodyPr>
          <a:lstStyle/>
          <a:p>
            <a:pPr algn="ctr"/>
            <a:r>
              <a:rPr lang="de-DE" sz="800" dirty="0"/>
              <a:t>=</a:t>
            </a:r>
          </a:p>
        </p:txBody>
      </p:sp>
      <p:sp>
        <p:nvSpPr>
          <p:cNvPr id="28" name="Textfeld 27">
            <a:extLst>
              <a:ext uri="{FF2B5EF4-FFF2-40B4-BE49-F238E27FC236}">
                <a16:creationId xmlns:a16="http://schemas.microsoft.com/office/drawing/2014/main" id="{DFD05EB3-2E0A-4371-97BE-DB271E96BE1C}"/>
              </a:ext>
            </a:extLst>
          </p:cNvPr>
          <p:cNvSpPr txBox="1"/>
          <p:nvPr/>
        </p:nvSpPr>
        <p:spPr>
          <a:xfrm>
            <a:off x="7253942" y="3746777"/>
            <a:ext cx="586337" cy="215444"/>
          </a:xfrm>
          <a:prstGeom prst="rect">
            <a:avLst/>
          </a:prstGeom>
          <a:noFill/>
          <a:ln>
            <a:solidFill>
              <a:schemeClr val="bg1">
                <a:lumMod val="65000"/>
              </a:schemeClr>
            </a:solidFill>
          </a:ln>
        </p:spPr>
        <p:txBody>
          <a:bodyPr wrap="square" rtlCol="0">
            <a:spAutoFit/>
          </a:bodyPr>
          <a:lstStyle/>
          <a:p>
            <a:pPr algn="ctr"/>
            <a:r>
              <a:rPr lang="de-DE" sz="800" dirty="0"/>
              <a:t>Payload</a:t>
            </a:r>
          </a:p>
        </p:txBody>
      </p:sp>
      <p:cxnSp>
        <p:nvCxnSpPr>
          <p:cNvPr id="31" name="Verbinder: gewinkelt 30">
            <a:extLst>
              <a:ext uri="{FF2B5EF4-FFF2-40B4-BE49-F238E27FC236}">
                <a16:creationId xmlns:a16="http://schemas.microsoft.com/office/drawing/2014/main" id="{A009BCDB-B5AD-E27C-0010-92C90FE03B5D}"/>
              </a:ext>
            </a:extLst>
          </p:cNvPr>
          <p:cNvCxnSpPr>
            <a:cxnSpLocks/>
            <a:stCxn id="8" idx="3"/>
            <a:endCxn id="21" idx="1"/>
          </p:cNvCxnSpPr>
          <p:nvPr/>
        </p:nvCxnSpPr>
        <p:spPr>
          <a:xfrm>
            <a:off x="4615368" y="3732403"/>
            <a:ext cx="1481044" cy="2268"/>
          </a:xfrm>
          <a:prstGeom prst="bentConnector3">
            <a:avLst/>
          </a:prstGeom>
          <a:ln>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702FE7FA-6E1D-9837-3136-99BA528263EE}"/>
              </a:ext>
            </a:extLst>
          </p:cNvPr>
          <p:cNvSpPr txBox="1"/>
          <p:nvPr/>
        </p:nvSpPr>
        <p:spPr>
          <a:xfrm>
            <a:off x="1307244" y="4667233"/>
            <a:ext cx="8238951" cy="1754326"/>
          </a:xfrm>
          <a:prstGeom prst="rect">
            <a:avLst/>
          </a:prstGeom>
          <a:noFill/>
          <a:ln>
            <a:solidFill>
              <a:schemeClr val="accent1"/>
            </a:solidFill>
          </a:ln>
        </p:spPr>
        <p:txBody>
          <a:bodyPr wrap="square" rtlCol="0">
            <a:spAutoFit/>
          </a:bodyPr>
          <a:lstStyle/>
          <a:p>
            <a:r>
              <a:rPr lang="de-DE" sz="1200" dirty="0"/>
              <a:t>Payload Signatur – erhöhtes Sicherheitsrisiko – nur </a:t>
            </a:r>
            <a:r>
              <a:rPr lang="de-DE" sz="1200" b="1" dirty="0"/>
              <a:t>scheinbare Sicherheit</a:t>
            </a:r>
          </a:p>
          <a:p>
            <a:endParaRPr lang="de-DE" sz="1200" dirty="0"/>
          </a:p>
          <a:p>
            <a:pPr marL="285750" indent="-285750">
              <a:buFont typeface="Arial" panose="020B0604020202020204" pitchFamily="34" charset="0"/>
              <a:buChar char="•"/>
            </a:pPr>
            <a:r>
              <a:rPr lang="de-DE" sz="1200" dirty="0"/>
              <a:t>Ausführung auf jedem Host ohne Absicherung (Diebstahl von Daten möglich)</a:t>
            </a:r>
          </a:p>
          <a:p>
            <a:pPr marL="285750" indent="-285750">
              <a:buFont typeface="Arial" panose="020B0604020202020204" pitchFamily="34" charset="0"/>
              <a:buChar char="•"/>
            </a:pPr>
            <a:r>
              <a:rPr lang="de-DE" sz="1200" dirty="0"/>
              <a:t>Andere Funktionen wie z. B. hier /</a:t>
            </a:r>
            <a:r>
              <a:rPr lang="de-DE" sz="1200" dirty="0" err="1"/>
              <a:t>malo</a:t>
            </a:r>
            <a:r>
              <a:rPr lang="de-DE" sz="1200" dirty="0"/>
              <a:t>/ident möglich. (Illegale Veränderung von Daten möglich)</a:t>
            </a:r>
          </a:p>
          <a:p>
            <a:pPr marL="285750" indent="-285750">
              <a:buFont typeface="Arial" panose="020B0604020202020204" pitchFamily="34" charset="0"/>
              <a:buChar char="•"/>
            </a:pPr>
            <a:r>
              <a:rPr lang="de-DE" sz="1200" dirty="0"/>
              <a:t>Löschen von Daten möglich</a:t>
            </a:r>
          </a:p>
          <a:p>
            <a:pPr marL="285750" indent="-285750">
              <a:buFont typeface="Arial" panose="020B0604020202020204" pitchFamily="34" charset="0"/>
              <a:buChar char="•"/>
            </a:pPr>
            <a:r>
              <a:rPr lang="de-DE" sz="1200" dirty="0"/>
              <a:t>Ist nur als Vorbereitung für die Payload Verschlüsselung (Token) vorgesehen, nicht der kompletten Message-Signatur</a:t>
            </a:r>
          </a:p>
          <a:p>
            <a:pPr marL="285750" indent="-285750">
              <a:buFont typeface="Arial" panose="020B0604020202020204" pitchFamily="34" charset="0"/>
              <a:buChar char="•"/>
            </a:pPr>
            <a:r>
              <a:rPr lang="de-DE" sz="1200" dirty="0"/>
              <a:t>Payload Signatur niemals als „</a:t>
            </a:r>
            <a:r>
              <a:rPr lang="de-DE" sz="1200" dirty="0" err="1"/>
              <a:t>Standalone</a:t>
            </a:r>
            <a:r>
              <a:rPr lang="de-DE" sz="1200" dirty="0"/>
              <a:t>“-Lösung ohne Verschlüsselung und Header Signatur verwenden</a:t>
            </a:r>
          </a:p>
          <a:p>
            <a:pPr marL="285750" indent="-285750">
              <a:buFont typeface="Arial" panose="020B0604020202020204" pitchFamily="34" charset="0"/>
              <a:buChar char="•"/>
            </a:pPr>
            <a:r>
              <a:rPr lang="de-DE" sz="1200" dirty="0"/>
              <a:t>Darüber hinaus versuchen die </a:t>
            </a:r>
            <a:r>
              <a:rPr lang="de-DE" sz="1200" dirty="0" err="1"/>
              <a:t>Schleupen</a:t>
            </a:r>
            <a:r>
              <a:rPr lang="de-DE" sz="1200" dirty="0"/>
              <a:t>-Vorschläge RFC 7515 abzubilden, halten sich dabei aber an keinerlei Standards. Der Investitionsschutz, Verwerfungen am Markt sind zu erwarten, die Zukunftsfähigkeit durch Individuallösungen ist gefährdet</a:t>
            </a:r>
          </a:p>
        </p:txBody>
      </p:sp>
      <p:sp>
        <p:nvSpPr>
          <p:cNvPr id="36" name="Geschweifte Klammer rechts 35">
            <a:extLst>
              <a:ext uri="{FF2B5EF4-FFF2-40B4-BE49-F238E27FC236}">
                <a16:creationId xmlns:a16="http://schemas.microsoft.com/office/drawing/2014/main" id="{C1F02459-ABC6-6686-949A-8F48AD66FCCA}"/>
              </a:ext>
            </a:extLst>
          </p:cNvPr>
          <p:cNvSpPr/>
          <p:nvPr/>
        </p:nvSpPr>
        <p:spPr>
          <a:xfrm>
            <a:off x="4615368" y="1234122"/>
            <a:ext cx="557706" cy="2912590"/>
          </a:xfrm>
          <a:prstGeom prst="rightBrace">
            <a:avLst>
              <a:gd name="adj1" fmla="val 8333"/>
              <a:gd name="adj2" fmla="val 26289"/>
            </a:avLst>
          </a:prstGeom>
        </p:spPr>
        <p:style>
          <a:lnRef idx="3">
            <a:schemeClr val="accent5"/>
          </a:lnRef>
          <a:fillRef idx="0">
            <a:schemeClr val="accent5"/>
          </a:fillRef>
          <a:effectRef idx="2">
            <a:schemeClr val="accent5"/>
          </a:effectRef>
          <a:fontRef idx="minor">
            <a:schemeClr val="tx1"/>
          </a:fontRef>
        </p:style>
        <p:txBody>
          <a:bodyPr rtlCol="0" anchor="ctr"/>
          <a:lstStyle/>
          <a:p>
            <a:pPr algn="ctr"/>
            <a:endParaRPr lang="de-DE" b="1">
              <a:ln w="22225">
                <a:solidFill>
                  <a:schemeClr val="accent2"/>
                </a:solidFill>
                <a:prstDash val="solid"/>
              </a:ln>
              <a:solidFill>
                <a:schemeClr val="accent2">
                  <a:lumMod val="40000"/>
                  <a:lumOff val="60000"/>
                </a:schemeClr>
              </a:solidFill>
            </a:endParaRPr>
          </a:p>
        </p:txBody>
      </p:sp>
      <p:cxnSp>
        <p:nvCxnSpPr>
          <p:cNvPr id="46" name="Gerade Verbindung mit Pfeil 45">
            <a:extLst>
              <a:ext uri="{FF2B5EF4-FFF2-40B4-BE49-F238E27FC236}">
                <a16:creationId xmlns:a16="http://schemas.microsoft.com/office/drawing/2014/main" id="{22596739-BCAA-2D5F-95D8-ACEE4CD6219F}"/>
              </a:ext>
            </a:extLst>
          </p:cNvPr>
          <p:cNvCxnSpPr>
            <a:stCxn id="36" idx="1"/>
            <a:endCxn id="12" idx="1"/>
          </p:cNvCxnSpPr>
          <p:nvPr/>
        </p:nvCxnSpPr>
        <p:spPr>
          <a:xfrm flipV="1">
            <a:off x="5173074" y="1995053"/>
            <a:ext cx="922926" cy="476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060870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B1223-9102-19A5-33A3-05C04187E0DE}"/>
            </a:ext>
          </a:extLst>
        </p:cNvPr>
        <p:cNvGrpSpPr/>
        <p:nvPr/>
      </p:nvGrpSpPr>
      <p:grpSpPr>
        <a:xfrm>
          <a:off x="0" y="0"/>
          <a:ext cx="0" cy="0"/>
          <a:chOff x="0" y="0"/>
          <a:chExt cx="0" cy="0"/>
        </a:xfrm>
      </p:grpSpPr>
      <p:cxnSp>
        <p:nvCxnSpPr>
          <p:cNvPr id="45" name="Gerade Verbindung mit Pfeil 44">
            <a:extLst>
              <a:ext uri="{FF2B5EF4-FFF2-40B4-BE49-F238E27FC236}">
                <a16:creationId xmlns:a16="http://schemas.microsoft.com/office/drawing/2014/main" id="{D5A493DB-2BB2-E860-D4D7-BB73916CBB22}"/>
              </a:ext>
            </a:extLst>
          </p:cNvPr>
          <p:cNvCxnSpPr>
            <a:cxnSpLocks/>
          </p:cNvCxnSpPr>
          <p:nvPr/>
        </p:nvCxnSpPr>
        <p:spPr>
          <a:xfrm>
            <a:off x="4744655" y="2956172"/>
            <a:ext cx="0" cy="1226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hteck 12">
            <a:extLst>
              <a:ext uri="{FF2B5EF4-FFF2-40B4-BE49-F238E27FC236}">
                <a16:creationId xmlns:a16="http://schemas.microsoft.com/office/drawing/2014/main" id="{D731DF43-905C-8906-FFA0-4986E2C57C02}"/>
              </a:ext>
            </a:extLst>
          </p:cNvPr>
          <p:cNvSpPr/>
          <p:nvPr/>
        </p:nvSpPr>
        <p:spPr>
          <a:xfrm>
            <a:off x="4273914" y="3134050"/>
            <a:ext cx="2280357" cy="738348"/>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800" b="1" dirty="0">
                <a:solidFill>
                  <a:schemeClr val="tx1"/>
                </a:solidFill>
              </a:rPr>
              <a:t>RFC 8785 – Kanonisiere den </a:t>
            </a:r>
            <a:r>
              <a:rPr lang="de-DE" sz="800" b="1" u="sng" dirty="0">
                <a:solidFill>
                  <a:schemeClr val="tx1"/>
                </a:solidFill>
              </a:rPr>
              <a:t>JWS </a:t>
            </a:r>
            <a:r>
              <a:rPr lang="de-DE" sz="800" b="1" u="sng" dirty="0" err="1">
                <a:solidFill>
                  <a:schemeClr val="tx1"/>
                </a:solidFill>
              </a:rPr>
              <a:t>payload</a:t>
            </a:r>
            <a:endParaRPr lang="de-DE" sz="800" u="sng" dirty="0">
              <a:solidFill>
                <a:schemeClr val="tx1"/>
              </a:solidFill>
            </a:endParaRPr>
          </a:p>
        </p:txBody>
      </p:sp>
      <p:sp>
        <p:nvSpPr>
          <p:cNvPr id="3" name="Textfeld 2">
            <a:extLst>
              <a:ext uri="{FF2B5EF4-FFF2-40B4-BE49-F238E27FC236}">
                <a16:creationId xmlns:a16="http://schemas.microsoft.com/office/drawing/2014/main" id="{21195201-2DB6-200D-AA27-036762E46C7F}"/>
              </a:ext>
            </a:extLst>
          </p:cNvPr>
          <p:cNvSpPr txBox="1"/>
          <p:nvPr/>
        </p:nvSpPr>
        <p:spPr>
          <a:xfrm>
            <a:off x="898373" y="240407"/>
            <a:ext cx="9133975" cy="861774"/>
          </a:xfrm>
          <a:prstGeom prst="rect">
            <a:avLst/>
          </a:prstGeom>
          <a:noFill/>
        </p:spPr>
        <p:txBody>
          <a:bodyPr wrap="none" rtlCol="0">
            <a:spAutoFit/>
          </a:bodyPr>
          <a:lstStyle/>
          <a:p>
            <a:r>
              <a:rPr lang="de-DE" sz="2400" b="1" dirty="0"/>
              <a:t>RFC 7515 – Payload Signatur, Schritt für Schitt – Marktüblich, Standard</a:t>
            </a:r>
            <a:br>
              <a:rPr lang="de-DE" sz="2400" b="1" dirty="0"/>
            </a:br>
            <a:r>
              <a:rPr lang="de-DE" sz="1200" b="1" dirty="0"/>
              <a:t>(Erfinden Sie keinen eigenen </a:t>
            </a:r>
            <a:r>
              <a:rPr lang="de-DE" sz="1200" b="1" dirty="0" err="1"/>
              <a:t>Protected</a:t>
            </a:r>
            <a:r>
              <a:rPr lang="de-DE" sz="1200" b="1" dirty="0"/>
              <a:t> Header - die Felder sind in RFC 7518 standardisiert)</a:t>
            </a:r>
            <a:br>
              <a:rPr lang="de-DE" sz="1400" b="1" dirty="0"/>
            </a:br>
            <a:endParaRPr lang="de-DE" sz="1400" b="1" dirty="0"/>
          </a:p>
        </p:txBody>
      </p:sp>
      <p:sp>
        <p:nvSpPr>
          <p:cNvPr id="4" name="Rechteck 3">
            <a:extLst>
              <a:ext uri="{FF2B5EF4-FFF2-40B4-BE49-F238E27FC236}">
                <a16:creationId xmlns:a16="http://schemas.microsoft.com/office/drawing/2014/main" id="{371AFA99-F79B-0F5C-C8FE-108806DFE34F}"/>
              </a:ext>
            </a:extLst>
          </p:cNvPr>
          <p:cNvSpPr/>
          <p:nvPr/>
        </p:nvSpPr>
        <p:spPr>
          <a:xfrm>
            <a:off x="840453" y="1750753"/>
            <a:ext cx="2516611" cy="2239641"/>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800" dirty="0">
              <a:solidFill>
                <a:schemeClr val="tx1"/>
              </a:solidFill>
            </a:endParaRPr>
          </a:p>
          <a:p>
            <a:endParaRPr lang="de-DE" sz="800" dirty="0">
              <a:solidFill>
                <a:schemeClr val="tx1"/>
              </a:solidFill>
            </a:endParaRPr>
          </a:p>
          <a:p>
            <a:endParaRPr lang="de-DE" sz="800" dirty="0">
              <a:solidFill>
                <a:schemeClr val="tx1"/>
              </a:solidFill>
            </a:endParaRPr>
          </a:p>
          <a:p>
            <a:endParaRPr lang="de-DE" sz="800" dirty="0">
              <a:solidFill>
                <a:schemeClr val="tx1"/>
              </a:solidFill>
            </a:endParaRPr>
          </a:p>
        </p:txBody>
      </p:sp>
      <p:sp>
        <p:nvSpPr>
          <p:cNvPr id="5" name="Rechteck 4">
            <a:extLst>
              <a:ext uri="{FF2B5EF4-FFF2-40B4-BE49-F238E27FC236}">
                <a16:creationId xmlns:a16="http://schemas.microsoft.com/office/drawing/2014/main" id="{D5AE8447-803F-02BE-97D4-CAB320AD10FD}"/>
              </a:ext>
            </a:extLst>
          </p:cNvPr>
          <p:cNvSpPr/>
          <p:nvPr/>
        </p:nvSpPr>
        <p:spPr>
          <a:xfrm>
            <a:off x="840453" y="2255915"/>
            <a:ext cx="2516611" cy="217410"/>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6" name="Rechteck 5">
            <a:extLst>
              <a:ext uri="{FF2B5EF4-FFF2-40B4-BE49-F238E27FC236}">
                <a16:creationId xmlns:a16="http://schemas.microsoft.com/office/drawing/2014/main" id="{417332B7-1B30-8A6D-662F-275192F5CA93}"/>
              </a:ext>
            </a:extLst>
          </p:cNvPr>
          <p:cNvSpPr/>
          <p:nvPr/>
        </p:nvSpPr>
        <p:spPr>
          <a:xfrm>
            <a:off x="1185181" y="1854649"/>
            <a:ext cx="2048980" cy="38366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POST /</a:t>
            </a:r>
            <a:r>
              <a:rPr lang="de-DE" sz="800" dirty="0" err="1"/>
              <a:t>malo</a:t>
            </a:r>
            <a:r>
              <a:rPr lang="de-DE" sz="800" dirty="0"/>
              <a:t>/ident HTTP/2</a:t>
            </a:r>
          </a:p>
        </p:txBody>
      </p:sp>
      <p:sp>
        <p:nvSpPr>
          <p:cNvPr id="7" name="Textfeld 6">
            <a:extLst>
              <a:ext uri="{FF2B5EF4-FFF2-40B4-BE49-F238E27FC236}">
                <a16:creationId xmlns:a16="http://schemas.microsoft.com/office/drawing/2014/main" id="{E6F4A1F6-D89E-7EC1-FEC4-2FDD18E03F54}"/>
              </a:ext>
            </a:extLst>
          </p:cNvPr>
          <p:cNvSpPr txBox="1"/>
          <p:nvPr/>
        </p:nvSpPr>
        <p:spPr>
          <a:xfrm>
            <a:off x="1178790" y="2282687"/>
            <a:ext cx="2055371" cy="954107"/>
          </a:xfrm>
          <a:prstGeom prst="rect">
            <a:avLst/>
          </a:prstGeom>
          <a:noFill/>
          <a:ln>
            <a:solidFill>
              <a:schemeClr val="bg1">
                <a:lumMod val="65000"/>
              </a:schemeClr>
            </a:solidFill>
          </a:ln>
        </p:spPr>
        <p:txBody>
          <a:bodyPr wrap="none" rtlCol="0">
            <a:spAutoFit/>
          </a:bodyPr>
          <a:lstStyle/>
          <a:p>
            <a:r>
              <a:rPr lang="de-DE" sz="800" dirty="0"/>
              <a:t>Host: mabishub.com</a:t>
            </a:r>
          </a:p>
          <a:p>
            <a:r>
              <a:rPr lang="de-DE" sz="800" dirty="0"/>
              <a:t>Content-Type: </a:t>
            </a:r>
            <a:r>
              <a:rPr lang="de-DE" sz="800" dirty="0" err="1"/>
              <a:t>application</a:t>
            </a:r>
            <a:r>
              <a:rPr lang="de-DE" sz="800" dirty="0"/>
              <a:t>/</a:t>
            </a:r>
            <a:r>
              <a:rPr lang="de-DE" sz="800" dirty="0" err="1"/>
              <a:t>json</a:t>
            </a:r>
            <a:endParaRPr lang="de-DE" sz="800" dirty="0"/>
          </a:p>
          <a:p>
            <a:r>
              <a:rPr lang="de-DE" sz="800" dirty="0" err="1"/>
              <a:t>Accept</a:t>
            </a:r>
            <a:r>
              <a:rPr lang="de-DE" sz="800" dirty="0"/>
              <a:t>: </a:t>
            </a:r>
            <a:r>
              <a:rPr lang="de-DE" sz="800" dirty="0" err="1"/>
              <a:t>application</a:t>
            </a:r>
            <a:r>
              <a:rPr lang="de-DE" sz="800" dirty="0"/>
              <a:t>/</a:t>
            </a:r>
            <a:r>
              <a:rPr lang="de-DE" sz="800" dirty="0" err="1"/>
              <a:t>json</a:t>
            </a:r>
            <a:endParaRPr lang="de-DE" sz="800" dirty="0"/>
          </a:p>
          <a:p>
            <a:r>
              <a:rPr lang="de-DE" sz="800" dirty="0"/>
              <a:t>Date: Sun, 01 Jun 2026 10:15:30 GMT</a:t>
            </a:r>
          </a:p>
          <a:p>
            <a:r>
              <a:rPr lang="de-DE" sz="800" dirty="0"/>
              <a:t>X-Request-</a:t>
            </a:r>
            <a:r>
              <a:rPr lang="de-DE" sz="800" dirty="0" err="1"/>
              <a:t>Id</a:t>
            </a:r>
            <a:r>
              <a:rPr lang="de-DE" sz="800" dirty="0"/>
              <a:t>: 7b5d3e2a-4c1a-4c0b-xd99</a:t>
            </a:r>
          </a:p>
          <a:p>
            <a:r>
              <a:rPr lang="de-DE" sz="800" dirty="0"/>
              <a:t>X-</a:t>
            </a:r>
            <a:r>
              <a:rPr lang="de-DE" sz="800" dirty="0" err="1"/>
              <a:t>Api</a:t>
            </a:r>
            <a:r>
              <a:rPr lang="de-DE" sz="800" dirty="0"/>
              <a:t>-</a:t>
            </a:r>
            <a:r>
              <a:rPr lang="de-DE" sz="800" dirty="0" err="1"/>
              <a:t>Spec-Ref</a:t>
            </a:r>
            <a:r>
              <a:rPr lang="de-DE" sz="800" dirty="0"/>
              <a:t>: </a:t>
            </a:r>
            <a:r>
              <a:rPr lang="de-DE" sz="800" dirty="0" err="1"/>
              <a:t>git:EDI-Energy</a:t>
            </a:r>
            <a:r>
              <a:rPr lang="de-DE" sz="800" dirty="0"/>
              <a:t>/</a:t>
            </a:r>
            <a:r>
              <a:rPr lang="de-DE" sz="800" dirty="0" err="1"/>
              <a:t>api-electricity</a:t>
            </a:r>
            <a:endParaRPr lang="de-DE" sz="800" dirty="0"/>
          </a:p>
          <a:p>
            <a:r>
              <a:rPr lang="de-DE" sz="800" dirty="0"/>
              <a:t>X-</a:t>
            </a:r>
            <a:r>
              <a:rPr lang="de-DE" sz="800" dirty="0" err="1"/>
              <a:t>Api</a:t>
            </a:r>
            <a:r>
              <a:rPr lang="de-DE" sz="800" dirty="0"/>
              <a:t>-</a:t>
            </a:r>
            <a:r>
              <a:rPr lang="de-DE" sz="800" dirty="0" err="1"/>
              <a:t>Spec</a:t>
            </a:r>
            <a:r>
              <a:rPr lang="de-DE" sz="800" dirty="0"/>
              <a:t>-Version: 1.2</a:t>
            </a:r>
          </a:p>
        </p:txBody>
      </p:sp>
      <p:sp>
        <p:nvSpPr>
          <p:cNvPr id="8" name="Textfeld 7">
            <a:extLst>
              <a:ext uri="{FF2B5EF4-FFF2-40B4-BE49-F238E27FC236}">
                <a16:creationId xmlns:a16="http://schemas.microsoft.com/office/drawing/2014/main" id="{E4128E08-E78C-ABD8-B312-5BE19241DF57}"/>
              </a:ext>
            </a:extLst>
          </p:cNvPr>
          <p:cNvSpPr txBox="1"/>
          <p:nvPr/>
        </p:nvSpPr>
        <p:spPr>
          <a:xfrm>
            <a:off x="1181574" y="3277233"/>
            <a:ext cx="2052587" cy="584775"/>
          </a:xfrm>
          <a:prstGeom prst="rect">
            <a:avLst/>
          </a:prstGeom>
          <a:noFill/>
          <a:ln>
            <a:solidFill>
              <a:schemeClr val="bg1">
                <a:lumMod val="65000"/>
              </a:schemeClr>
            </a:solidFill>
          </a:ln>
        </p:spPr>
        <p:txBody>
          <a:bodyPr wrap="square" rtlCol="0">
            <a:spAutoFit/>
          </a:bodyPr>
          <a:lstStyle/>
          <a:p>
            <a:r>
              <a:rPr lang="de-DE" sz="800" dirty="0"/>
              <a:t>{</a:t>
            </a:r>
          </a:p>
          <a:p>
            <a:r>
              <a:rPr lang="de-DE" sz="800" dirty="0"/>
              <a:t>  “</a:t>
            </a:r>
            <a:r>
              <a:rPr lang="de-DE" sz="800" dirty="0" err="1"/>
              <a:t>address</a:t>
            </a:r>
            <a:r>
              <a:rPr lang="de-DE" sz="800" dirty="0"/>
              <a:t>“: {"</a:t>
            </a:r>
            <a:r>
              <a:rPr lang="de-DE" sz="800" dirty="0" err="1"/>
              <a:t>zip</a:t>
            </a:r>
            <a:r>
              <a:rPr lang="de-DE" sz="800" dirty="0"/>
              <a:t>": 80001 },</a:t>
            </a:r>
          </a:p>
          <a:p>
            <a:r>
              <a:rPr lang="de-DE" sz="800" dirty="0"/>
              <a:t>  “</a:t>
            </a:r>
            <a:r>
              <a:rPr lang="de-DE" sz="800" dirty="0" err="1"/>
              <a:t>customerNumber</a:t>
            </a:r>
            <a:r>
              <a:rPr lang="de-DE" sz="800" dirty="0"/>
              <a:t>“: 6024997 </a:t>
            </a:r>
          </a:p>
          <a:p>
            <a:r>
              <a:rPr lang="de-DE" sz="800" dirty="0"/>
              <a:t>}</a:t>
            </a:r>
          </a:p>
        </p:txBody>
      </p:sp>
      <p:sp>
        <p:nvSpPr>
          <p:cNvPr id="9" name="Textfeld 8">
            <a:extLst>
              <a:ext uri="{FF2B5EF4-FFF2-40B4-BE49-F238E27FC236}">
                <a16:creationId xmlns:a16="http://schemas.microsoft.com/office/drawing/2014/main" id="{C64B9AB9-5620-0AAE-E781-A766498E225F}"/>
              </a:ext>
            </a:extLst>
          </p:cNvPr>
          <p:cNvSpPr txBox="1"/>
          <p:nvPr/>
        </p:nvSpPr>
        <p:spPr>
          <a:xfrm rot="16200000">
            <a:off x="594013" y="2650830"/>
            <a:ext cx="954108" cy="215444"/>
          </a:xfrm>
          <a:prstGeom prst="rect">
            <a:avLst/>
          </a:prstGeom>
          <a:noFill/>
          <a:ln>
            <a:solidFill>
              <a:schemeClr val="bg1">
                <a:lumMod val="65000"/>
              </a:schemeClr>
            </a:solidFill>
          </a:ln>
        </p:spPr>
        <p:txBody>
          <a:bodyPr wrap="square" rtlCol="0">
            <a:spAutoFit/>
          </a:bodyPr>
          <a:lstStyle/>
          <a:p>
            <a:pPr algn="ctr"/>
            <a:r>
              <a:rPr lang="de-DE" sz="800" dirty="0"/>
              <a:t>Header</a:t>
            </a:r>
          </a:p>
        </p:txBody>
      </p:sp>
      <p:sp>
        <p:nvSpPr>
          <p:cNvPr id="10" name="Textfeld 9">
            <a:extLst>
              <a:ext uri="{FF2B5EF4-FFF2-40B4-BE49-F238E27FC236}">
                <a16:creationId xmlns:a16="http://schemas.microsoft.com/office/drawing/2014/main" id="{3350E2DA-92AC-6750-B803-B912A4A0075F}"/>
              </a:ext>
            </a:extLst>
          </p:cNvPr>
          <p:cNvSpPr txBox="1"/>
          <p:nvPr/>
        </p:nvSpPr>
        <p:spPr>
          <a:xfrm rot="16200000">
            <a:off x="884934" y="1938760"/>
            <a:ext cx="383663" cy="215444"/>
          </a:xfrm>
          <a:prstGeom prst="rect">
            <a:avLst/>
          </a:prstGeom>
          <a:noFill/>
          <a:ln>
            <a:solidFill>
              <a:schemeClr val="bg1">
                <a:lumMod val="65000"/>
              </a:schemeClr>
            </a:solidFill>
          </a:ln>
        </p:spPr>
        <p:txBody>
          <a:bodyPr wrap="square" rtlCol="0">
            <a:spAutoFit/>
          </a:bodyPr>
          <a:lstStyle/>
          <a:p>
            <a:pPr algn="ctr"/>
            <a:r>
              <a:rPr lang="de-DE" sz="800" dirty="0"/>
              <a:t>URI</a:t>
            </a:r>
          </a:p>
        </p:txBody>
      </p:sp>
      <p:sp>
        <p:nvSpPr>
          <p:cNvPr id="11" name="Textfeld 10">
            <a:extLst>
              <a:ext uri="{FF2B5EF4-FFF2-40B4-BE49-F238E27FC236}">
                <a16:creationId xmlns:a16="http://schemas.microsoft.com/office/drawing/2014/main" id="{5E2F1FE0-C36C-0B1A-F7E1-622DD3AEFAD2}"/>
              </a:ext>
            </a:extLst>
          </p:cNvPr>
          <p:cNvSpPr txBox="1"/>
          <p:nvPr/>
        </p:nvSpPr>
        <p:spPr>
          <a:xfrm rot="16200000">
            <a:off x="785071" y="3460709"/>
            <a:ext cx="584776" cy="215444"/>
          </a:xfrm>
          <a:prstGeom prst="rect">
            <a:avLst/>
          </a:prstGeom>
          <a:noFill/>
          <a:ln>
            <a:solidFill>
              <a:schemeClr val="bg1">
                <a:lumMod val="65000"/>
              </a:schemeClr>
            </a:solidFill>
          </a:ln>
        </p:spPr>
        <p:txBody>
          <a:bodyPr wrap="square" rtlCol="0">
            <a:spAutoFit/>
          </a:bodyPr>
          <a:lstStyle/>
          <a:p>
            <a:pPr algn="ctr"/>
            <a:r>
              <a:rPr lang="de-DE" sz="800" dirty="0"/>
              <a:t>Payload</a:t>
            </a:r>
          </a:p>
        </p:txBody>
      </p:sp>
      <p:sp>
        <p:nvSpPr>
          <p:cNvPr id="21" name="Rechteck 20">
            <a:extLst>
              <a:ext uri="{FF2B5EF4-FFF2-40B4-BE49-F238E27FC236}">
                <a16:creationId xmlns:a16="http://schemas.microsoft.com/office/drawing/2014/main" id="{81808B55-784A-2647-A18A-F94CBC30C5AE}"/>
              </a:ext>
            </a:extLst>
          </p:cNvPr>
          <p:cNvSpPr/>
          <p:nvPr/>
        </p:nvSpPr>
        <p:spPr>
          <a:xfrm>
            <a:off x="4273914" y="1692132"/>
            <a:ext cx="2280357" cy="1264040"/>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800" b="1" dirty="0">
                <a:solidFill>
                  <a:schemeClr val="tx1"/>
                </a:solidFill>
              </a:rPr>
              <a:t>RFC 7518 §4  – füge </a:t>
            </a:r>
            <a:r>
              <a:rPr lang="de-DE" sz="800" b="1" u="sng" dirty="0">
                <a:solidFill>
                  <a:schemeClr val="tx1"/>
                </a:solidFill>
              </a:rPr>
              <a:t>JWS </a:t>
            </a:r>
            <a:r>
              <a:rPr lang="de-DE" sz="800" b="1" u="sng" dirty="0" err="1">
                <a:solidFill>
                  <a:schemeClr val="tx1"/>
                </a:solidFill>
              </a:rPr>
              <a:t>Protected</a:t>
            </a:r>
            <a:r>
              <a:rPr lang="de-DE" sz="800" b="1" u="sng" dirty="0">
                <a:solidFill>
                  <a:schemeClr val="tx1"/>
                </a:solidFill>
              </a:rPr>
              <a:t> Header</a:t>
            </a:r>
          </a:p>
          <a:p>
            <a:pPr algn="ctr"/>
            <a:r>
              <a:rPr lang="de-DE" sz="800" b="1" dirty="0">
                <a:solidFill>
                  <a:schemeClr val="tx1"/>
                </a:solidFill>
              </a:rPr>
              <a:t> mit Standard-Felden an den </a:t>
            </a:r>
            <a:r>
              <a:rPr lang="de-DE" sz="800" b="1" dirty="0" err="1">
                <a:solidFill>
                  <a:schemeClr val="tx1"/>
                </a:solidFill>
              </a:rPr>
              <a:t>payload</a:t>
            </a:r>
            <a:r>
              <a:rPr lang="de-DE" sz="800" b="1" dirty="0">
                <a:solidFill>
                  <a:schemeClr val="tx1"/>
                </a:solidFill>
              </a:rPr>
              <a:t> an</a:t>
            </a:r>
            <a:endParaRPr lang="de-DE" sz="800" dirty="0">
              <a:solidFill>
                <a:schemeClr val="tx1"/>
              </a:solidFill>
            </a:endParaRPr>
          </a:p>
        </p:txBody>
      </p:sp>
      <p:sp>
        <p:nvSpPr>
          <p:cNvPr id="2" name="Rechteck 1">
            <a:extLst>
              <a:ext uri="{FF2B5EF4-FFF2-40B4-BE49-F238E27FC236}">
                <a16:creationId xmlns:a16="http://schemas.microsoft.com/office/drawing/2014/main" id="{E8754D38-B10C-C087-D6C1-1EF66A526FF5}"/>
              </a:ext>
            </a:extLst>
          </p:cNvPr>
          <p:cNvSpPr/>
          <p:nvPr/>
        </p:nvSpPr>
        <p:spPr>
          <a:xfrm>
            <a:off x="4388699" y="2041774"/>
            <a:ext cx="2024895" cy="812090"/>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a:t>
            </a:r>
          </a:p>
          <a:p>
            <a:r>
              <a:rPr lang="de-DE" sz="800" dirty="0">
                <a:solidFill>
                  <a:schemeClr val="accent1"/>
                </a:solidFill>
              </a:rPr>
              <a:t>"</a:t>
            </a:r>
            <a:r>
              <a:rPr lang="de-DE" sz="800" dirty="0" err="1">
                <a:solidFill>
                  <a:schemeClr val="accent1"/>
                </a:solidFill>
              </a:rPr>
              <a:t>alg</a:t>
            </a:r>
            <a:r>
              <a:rPr lang="de-DE" sz="800" dirty="0">
                <a:solidFill>
                  <a:schemeClr val="accent1"/>
                </a:solidFill>
              </a:rPr>
              <a:t>": "ES256", </a:t>
            </a:r>
          </a:p>
          <a:p>
            <a:r>
              <a:rPr lang="de-DE" sz="800" dirty="0">
                <a:solidFill>
                  <a:schemeClr val="accent1"/>
                </a:solidFill>
              </a:rPr>
              <a:t>"typ": "JWS", </a:t>
            </a:r>
          </a:p>
          <a:p>
            <a:r>
              <a:rPr lang="de-DE" sz="800" dirty="0">
                <a:solidFill>
                  <a:schemeClr val="accent1"/>
                </a:solidFill>
              </a:rPr>
              <a:t>"</a:t>
            </a:r>
            <a:r>
              <a:rPr lang="de-DE" sz="800" dirty="0" err="1">
                <a:solidFill>
                  <a:schemeClr val="accent1"/>
                </a:solidFill>
              </a:rPr>
              <a:t>kid</a:t>
            </a:r>
            <a:r>
              <a:rPr lang="de-DE" sz="800" dirty="0">
                <a:solidFill>
                  <a:schemeClr val="accent1"/>
                </a:solidFill>
              </a:rPr>
              <a:t>": "EMT.API.NB-12345", </a:t>
            </a:r>
          </a:p>
          <a:p>
            <a:r>
              <a:rPr lang="de-DE" sz="800" dirty="0">
                <a:solidFill>
                  <a:schemeClr val="accent1"/>
                </a:solidFill>
              </a:rPr>
              <a:t>"x5u":"https://makocerts.de/</a:t>
            </a:r>
            <a:r>
              <a:rPr lang="de-DE" sz="800" dirty="0" err="1">
                <a:solidFill>
                  <a:schemeClr val="accent1"/>
                </a:solidFill>
              </a:rPr>
              <a:t>certs</a:t>
            </a:r>
            <a:r>
              <a:rPr lang="de-DE" sz="800" dirty="0">
                <a:solidFill>
                  <a:schemeClr val="accent1"/>
                </a:solidFill>
              </a:rPr>
              <a:t>/</a:t>
            </a:r>
            <a:r>
              <a:rPr lang="de-DE" sz="800" dirty="0" err="1">
                <a:solidFill>
                  <a:schemeClr val="accent1"/>
                </a:solidFill>
              </a:rPr>
              <a:t>current</a:t>
            </a:r>
            <a:r>
              <a:rPr lang="de-DE" sz="800" dirty="0">
                <a:solidFill>
                  <a:schemeClr val="accent1"/>
                </a:solidFill>
              </a:rPr>
              <a:t>" </a:t>
            </a:r>
          </a:p>
          <a:p>
            <a:r>
              <a:rPr lang="de-DE" sz="800" dirty="0">
                <a:solidFill>
                  <a:schemeClr val="accent1"/>
                </a:solidFill>
              </a:rPr>
              <a:t>},</a:t>
            </a:r>
          </a:p>
        </p:txBody>
      </p:sp>
      <p:sp>
        <p:nvSpPr>
          <p:cNvPr id="22" name="Rechteck 21">
            <a:extLst>
              <a:ext uri="{FF2B5EF4-FFF2-40B4-BE49-F238E27FC236}">
                <a16:creationId xmlns:a16="http://schemas.microsoft.com/office/drawing/2014/main" id="{053363B9-CA39-2F60-4F2F-BAA3E4520F29}"/>
              </a:ext>
            </a:extLst>
          </p:cNvPr>
          <p:cNvSpPr/>
          <p:nvPr/>
        </p:nvSpPr>
        <p:spPr>
          <a:xfrm>
            <a:off x="4388699" y="3415959"/>
            <a:ext cx="2024895" cy="306923"/>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a:t>
            </a:r>
            <a:r>
              <a:rPr lang="de-DE" sz="800" dirty="0" err="1">
                <a:solidFill>
                  <a:schemeClr val="accent1"/>
                </a:solidFill>
              </a:rPr>
              <a:t>address</a:t>
            </a:r>
            <a:r>
              <a:rPr lang="de-DE" sz="800" dirty="0">
                <a:solidFill>
                  <a:schemeClr val="accent1"/>
                </a:solidFill>
              </a:rPr>
              <a:t>":{"zip":80001},"customerNumber":6024997}</a:t>
            </a:r>
          </a:p>
        </p:txBody>
      </p:sp>
      <p:sp>
        <p:nvSpPr>
          <p:cNvPr id="25" name="Rechteck 24">
            <a:extLst>
              <a:ext uri="{FF2B5EF4-FFF2-40B4-BE49-F238E27FC236}">
                <a16:creationId xmlns:a16="http://schemas.microsoft.com/office/drawing/2014/main" id="{BC86978C-80C1-EA7A-B6D8-2C55E2FEDF6C}"/>
              </a:ext>
            </a:extLst>
          </p:cNvPr>
          <p:cNvSpPr/>
          <p:nvPr/>
        </p:nvSpPr>
        <p:spPr>
          <a:xfrm>
            <a:off x="4273914" y="4182329"/>
            <a:ext cx="2280357" cy="1467296"/>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800" b="1" dirty="0">
                <a:solidFill>
                  <a:schemeClr val="tx1"/>
                </a:solidFill>
              </a:rPr>
              <a:t>RFC 7515 §§3,5 – JWS Signaturverfahren anwenden</a:t>
            </a:r>
          </a:p>
        </p:txBody>
      </p:sp>
      <p:sp>
        <p:nvSpPr>
          <p:cNvPr id="26" name="Rechteck 25">
            <a:extLst>
              <a:ext uri="{FF2B5EF4-FFF2-40B4-BE49-F238E27FC236}">
                <a16:creationId xmlns:a16="http://schemas.microsoft.com/office/drawing/2014/main" id="{39E4949A-C629-DE8D-1DDD-0612BB0180C5}"/>
              </a:ext>
            </a:extLst>
          </p:cNvPr>
          <p:cNvSpPr/>
          <p:nvPr/>
        </p:nvSpPr>
        <p:spPr>
          <a:xfrm>
            <a:off x="4388700" y="4487930"/>
            <a:ext cx="2024894" cy="415614"/>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ECDSA(SHA256( BASE64URL(JWS </a:t>
            </a:r>
            <a:r>
              <a:rPr lang="de-DE" sz="800" dirty="0" err="1"/>
              <a:t>Protected</a:t>
            </a:r>
            <a:r>
              <a:rPr lang="de-DE" sz="800" dirty="0"/>
              <a:t> Header) + "." + BASE64URL(JWS Payload) ), </a:t>
            </a:r>
            <a:r>
              <a:rPr lang="de-DE" sz="800" dirty="0" err="1"/>
              <a:t>privater_schlüssel</a:t>
            </a:r>
            <a:r>
              <a:rPr lang="de-DE" sz="800" dirty="0"/>
              <a:t>)</a:t>
            </a:r>
          </a:p>
        </p:txBody>
      </p:sp>
      <p:sp>
        <p:nvSpPr>
          <p:cNvPr id="30" name="Rechteck 29">
            <a:extLst>
              <a:ext uri="{FF2B5EF4-FFF2-40B4-BE49-F238E27FC236}">
                <a16:creationId xmlns:a16="http://schemas.microsoft.com/office/drawing/2014/main" id="{8B71AB27-DF6B-CB57-9375-A1467892DBE1}"/>
              </a:ext>
            </a:extLst>
          </p:cNvPr>
          <p:cNvSpPr/>
          <p:nvPr/>
        </p:nvSpPr>
        <p:spPr>
          <a:xfrm>
            <a:off x="4388699" y="4952554"/>
            <a:ext cx="2024895" cy="524422"/>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MEYCIQDn7vK2pX8mRtLsNwQzYcFbJdOeGiKpAsSv3nB1uWzYdAIhAP4vRVA7 xH2sP3kLmN8qT1uWzYdFbJcOeGiKpQsSv2nABC</a:t>
            </a:r>
            <a:endParaRPr lang="de-DE" sz="800" dirty="0"/>
          </a:p>
        </p:txBody>
      </p:sp>
      <p:sp>
        <p:nvSpPr>
          <p:cNvPr id="33" name="Ellipse 32">
            <a:extLst>
              <a:ext uri="{FF2B5EF4-FFF2-40B4-BE49-F238E27FC236}">
                <a16:creationId xmlns:a16="http://schemas.microsoft.com/office/drawing/2014/main" id="{25B1D763-ACDC-38C5-2C23-00F00C4CC04C}"/>
              </a:ext>
            </a:extLst>
          </p:cNvPr>
          <p:cNvSpPr/>
          <p:nvPr/>
        </p:nvSpPr>
        <p:spPr>
          <a:xfrm>
            <a:off x="3966668" y="2177080"/>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1</a:t>
            </a:r>
          </a:p>
        </p:txBody>
      </p:sp>
      <p:sp>
        <p:nvSpPr>
          <p:cNvPr id="38" name="Ellipse 37">
            <a:extLst>
              <a:ext uri="{FF2B5EF4-FFF2-40B4-BE49-F238E27FC236}">
                <a16:creationId xmlns:a16="http://schemas.microsoft.com/office/drawing/2014/main" id="{F876A9E3-595C-EE16-7F79-9FCA95F191AB}"/>
              </a:ext>
            </a:extLst>
          </p:cNvPr>
          <p:cNvSpPr/>
          <p:nvPr/>
        </p:nvSpPr>
        <p:spPr>
          <a:xfrm>
            <a:off x="3722043" y="3253465"/>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2</a:t>
            </a:r>
          </a:p>
        </p:txBody>
      </p:sp>
      <p:cxnSp>
        <p:nvCxnSpPr>
          <p:cNvPr id="40" name="Verbinder: gewinkelt 39">
            <a:extLst>
              <a:ext uri="{FF2B5EF4-FFF2-40B4-BE49-F238E27FC236}">
                <a16:creationId xmlns:a16="http://schemas.microsoft.com/office/drawing/2014/main" id="{BADA4D15-3095-E0EA-588D-24832758843F}"/>
              </a:ext>
            </a:extLst>
          </p:cNvPr>
          <p:cNvCxnSpPr>
            <a:cxnSpLocks/>
            <a:stCxn id="8" idx="3"/>
            <a:endCxn id="22" idx="1"/>
          </p:cNvCxnSpPr>
          <p:nvPr/>
        </p:nvCxnSpPr>
        <p:spPr>
          <a:xfrm flipV="1">
            <a:off x="3234161" y="3569421"/>
            <a:ext cx="1154538" cy="2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Ellipse 40">
            <a:extLst>
              <a:ext uri="{FF2B5EF4-FFF2-40B4-BE49-F238E27FC236}">
                <a16:creationId xmlns:a16="http://schemas.microsoft.com/office/drawing/2014/main" id="{16A745B0-B441-A25E-28C4-F6CB93C2DDAA}"/>
              </a:ext>
            </a:extLst>
          </p:cNvPr>
          <p:cNvSpPr/>
          <p:nvPr/>
        </p:nvSpPr>
        <p:spPr>
          <a:xfrm>
            <a:off x="4938697" y="3880291"/>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3</a:t>
            </a:r>
          </a:p>
        </p:txBody>
      </p:sp>
      <p:cxnSp>
        <p:nvCxnSpPr>
          <p:cNvPr id="43" name="Gerade Verbindung mit Pfeil 42">
            <a:extLst>
              <a:ext uri="{FF2B5EF4-FFF2-40B4-BE49-F238E27FC236}">
                <a16:creationId xmlns:a16="http://schemas.microsoft.com/office/drawing/2014/main" id="{D6A6A030-5869-C431-05AD-41BB574F5F8C}"/>
              </a:ext>
            </a:extLst>
          </p:cNvPr>
          <p:cNvCxnSpPr>
            <a:stCxn id="13" idx="2"/>
            <a:endCxn id="25" idx="0"/>
          </p:cNvCxnSpPr>
          <p:nvPr/>
        </p:nvCxnSpPr>
        <p:spPr>
          <a:xfrm>
            <a:off x="5414093" y="3872398"/>
            <a:ext cx="0" cy="3099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hteck 46">
            <a:extLst>
              <a:ext uri="{FF2B5EF4-FFF2-40B4-BE49-F238E27FC236}">
                <a16:creationId xmlns:a16="http://schemas.microsoft.com/office/drawing/2014/main" id="{CE891990-828A-062A-014A-BF8316C83987}"/>
              </a:ext>
            </a:extLst>
          </p:cNvPr>
          <p:cNvSpPr/>
          <p:nvPr/>
        </p:nvSpPr>
        <p:spPr>
          <a:xfrm>
            <a:off x="7340819" y="2140268"/>
            <a:ext cx="2516611" cy="3498602"/>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800" dirty="0">
              <a:solidFill>
                <a:schemeClr val="tx1"/>
              </a:solidFill>
            </a:endParaRPr>
          </a:p>
          <a:p>
            <a:endParaRPr lang="de-DE" sz="800" dirty="0">
              <a:solidFill>
                <a:schemeClr val="tx1"/>
              </a:solidFill>
            </a:endParaRPr>
          </a:p>
          <a:p>
            <a:endParaRPr lang="de-DE" sz="800" dirty="0">
              <a:solidFill>
                <a:schemeClr val="tx1"/>
              </a:solidFill>
            </a:endParaRPr>
          </a:p>
          <a:p>
            <a:endParaRPr lang="de-DE" sz="800" dirty="0">
              <a:solidFill>
                <a:schemeClr val="tx1"/>
              </a:solidFill>
            </a:endParaRPr>
          </a:p>
        </p:txBody>
      </p:sp>
      <p:sp>
        <p:nvSpPr>
          <p:cNvPr id="48" name="Rechteck 47">
            <a:extLst>
              <a:ext uri="{FF2B5EF4-FFF2-40B4-BE49-F238E27FC236}">
                <a16:creationId xmlns:a16="http://schemas.microsoft.com/office/drawing/2014/main" id="{6370ADF4-5935-D6FB-084C-2978AAC0CD89}"/>
              </a:ext>
            </a:extLst>
          </p:cNvPr>
          <p:cNvSpPr/>
          <p:nvPr/>
        </p:nvSpPr>
        <p:spPr>
          <a:xfrm>
            <a:off x="7340819" y="2645430"/>
            <a:ext cx="2516611" cy="217410"/>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49" name="Rechteck 48">
            <a:extLst>
              <a:ext uri="{FF2B5EF4-FFF2-40B4-BE49-F238E27FC236}">
                <a16:creationId xmlns:a16="http://schemas.microsoft.com/office/drawing/2014/main" id="{4AC75D5C-9E44-F9D4-6F73-1A633DB4761C}"/>
              </a:ext>
            </a:extLst>
          </p:cNvPr>
          <p:cNvSpPr/>
          <p:nvPr/>
        </p:nvSpPr>
        <p:spPr>
          <a:xfrm>
            <a:off x="7685547" y="2244164"/>
            <a:ext cx="2048980" cy="38366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POST /</a:t>
            </a:r>
            <a:r>
              <a:rPr lang="de-DE" sz="800" dirty="0" err="1"/>
              <a:t>malo</a:t>
            </a:r>
            <a:r>
              <a:rPr lang="de-DE" sz="800" dirty="0"/>
              <a:t>/ident HTTP/2</a:t>
            </a:r>
          </a:p>
        </p:txBody>
      </p:sp>
      <p:sp>
        <p:nvSpPr>
          <p:cNvPr id="50" name="Textfeld 49">
            <a:extLst>
              <a:ext uri="{FF2B5EF4-FFF2-40B4-BE49-F238E27FC236}">
                <a16:creationId xmlns:a16="http://schemas.microsoft.com/office/drawing/2014/main" id="{E612EF95-8F79-CF31-F319-4BA9A7B18789}"/>
              </a:ext>
            </a:extLst>
          </p:cNvPr>
          <p:cNvSpPr txBox="1"/>
          <p:nvPr/>
        </p:nvSpPr>
        <p:spPr>
          <a:xfrm>
            <a:off x="7679156" y="2672202"/>
            <a:ext cx="2055371" cy="954107"/>
          </a:xfrm>
          <a:prstGeom prst="rect">
            <a:avLst/>
          </a:prstGeom>
          <a:noFill/>
          <a:ln>
            <a:solidFill>
              <a:schemeClr val="bg1">
                <a:lumMod val="65000"/>
              </a:schemeClr>
            </a:solidFill>
          </a:ln>
        </p:spPr>
        <p:txBody>
          <a:bodyPr wrap="none" rtlCol="0">
            <a:spAutoFit/>
          </a:bodyPr>
          <a:lstStyle/>
          <a:p>
            <a:r>
              <a:rPr lang="de-DE" sz="800" dirty="0"/>
              <a:t>Host: mabishub.com</a:t>
            </a:r>
          </a:p>
          <a:p>
            <a:r>
              <a:rPr lang="de-DE" sz="800" dirty="0"/>
              <a:t>Content-Type: </a:t>
            </a:r>
            <a:r>
              <a:rPr lang="de-DE" sz="800" dirty="0" err="1"/>
              <a:t>application</a:t>
            </a:r>
            <a:r>
              <a:rPr lang="de-DE" sz="800" dirty="0"/>
              <a:t>/</a:t>
            </a:r>
            <a:r>
              <a:rPr lang="de-DE" sz="800" dirty="0" err="1">
                <a:solidFill>
                  <a:schemeClr val="accent1"/>
                </a:solidFill>
              </a:rPr>
              <a:t>jose+</a:t>
            </a:r>
            <a:r>
              <a:rPr lang="de-DE" sz="800" dirty="0" err="1"/>
              <a:t>json</a:t>
            </a:r>
            <a:endParaRPr lang="de-DE" sz="800" dirty="0"/>
          </a:p>
          <a:p>
            <a:r>
              <a:rPr lang="de-DE" sz="800" dirty="0" err="1"/>
              <a:t>Accept</a:t>
            </a:r>
            <a:r>
              <a:rPr lang="de-DE" sz="800" dirty="0"/>
              <a:t>: </a:t>
            </a:r>
            <a:r>
              <a:rPr lang="de-DE" sz="800" dirty="0" err="1"/>
              <a:t>application</a:t>
            </a:r>
            <a:r>
              <a:rPr lang="de-DE" sz="800" dirty="0"/>
              <a:t>/</a:t>
            </a:r>
            <a:r>
              <a:rPr lang="de-DE" sz="800" dirty="0" err="1"/>
              <a:t>json</a:t>
            </a:r>
            <a:endParaRPr lang="de-DE" sz="800" dirty="0"/>
          </a:p>
          <a:p>
            <a:r>
              <a:rPr lang="de-DE" sz="800" dirty="0"/>
              <a:t>Date: Sun, 01 Jun 2026 10:15:30 GMT</a:t>
            </a:r>
          </a:p>
          <a:p>
            <a:r>
              <a:rPr lang="de-DE" sz="800" dirty="0"/>
              <a:t>X-Request-</a:t>
            </a:r>
            <a:r>
              <a:rPr lang="de-DE" sz="800" dirty="0" err="1"/>
              <a:t>Id</a:t>
            </a:r>
            <a:r>
              <a:rPr lang="de-DE" sz="800" dirty="0"/>
              <a:t>: 7b5d3e2a-4c1a-4c0b-xd99</a:t>
            </a:r>
          </a:p>
          <a:p>
            <a:r>
              <a:rPr lang="de-DE" sz="800" dirty="0"/>
              <a:t>X-</a:t>
            </a:r>
            <a:r>
              <a:rPr lang="de-DE" sz="800" dirty="0" err="1"/>
              <a:t>Api</a:t>
            </a:r>
            <a:r>
              <a:rPr lang="de-DE" sz="800" dirty="0"/>
              <a:t>-</a:t>
            </a:r>
            <a:r>
              <a:rPr lang="de-DE" sz="800" dirty="0" err="1"/>
              <a:t>Spec-Ref</a:t>
            </a:r>
            <a:r>
              <a:rPr lang="de-DE" sz="800" dirty="0"/>
              <a:t>: </a:t>
            </a:r>
            <a:r>
              <a:rPr lang="de-DE" sz="800" dirty="0" err="1"/>
              <a:t>git:EDI-Energy</a:t>
            </a:r>
            <a:r>
              <a:rPr lang="de-DE" sz="800" dirty="0"/>
              <a:t>/</a:t>
            </a:r>
            <a:r>
              <a:rPr lang="de-DE" sz="800" dirty="0" err="1"/>
              <a:t>api-electricity</a:t>
            </a:r>
            <a:endParaRPr lang="de-DE" sz="800" dirty="0"/>
          </a:p>
          <a:p>
            <a:r>
              <a:rPr lang="de-DE" sz="800" dirty="0"/>
              <a:t>X-</a:t>
            </a:r>
            <a:r>
              <a:rPr lang="de-DE" sz="800" dirty="0" err="1"/>
              <a:t>Api</a:t>
            </a:r>
            <a:r>
              <a:rPr lang="de-DE" sz="800" dirty="0"/>
              <a:t>-</a:t>
            </a:r>
            <a:r>
              <a:rPr lang="de-DE" sz="800" dirty="0" err="1"/>
              <a:t>Spec</a:t>
            </a:r>
            <a:r>
              <a:rPr lang="de-DE" sz="800" dirty="0"/>
              <a:t>-Version: 1.2</a:t>
            </a:r>
          </a:p>
        </p:txBody>
      </p:sp>
      <p:sp>
        <p:nvSpPr>
          <p:cNvPr id="52" name="Textfeld 51">
            <a:extLst>
              <a:ext uri="{FF2B5EF4-FFF2-40B4-BE49-F238E27FC236}">
                <a16:creationId xmlns:a16="http://schemas.microsoft.com/office/drawing/2014/main" id="{19CB5285-10D6-80EB-7C59-3969E8E59F72}"/>
              </a:ext>
            </a:extLst>
          </p:cNvPr>
          <p:cNvSpPr txBox="1"/>
          <p:nvPr/>
        </p:nvSpPr>
        <p:spPr>
          <a:xfrm rot="16200000">
            <a:off x="7094379" y="3040345"/>
            <a:ext cx="954108" cy="215444"/>
          </a:xfrm>
          <a:prstGeom prst="rect">
            <a:avLst/>
          </a:prstGeom>
          <a:noFill/>
          <a:ln>
            <a:solidFill>
              <a:schemeClr val="bg1">
                <a:lumMod val="65000"/>
              </a:schemeClr>
            </a:solidFill>
          </a:ln>
        </p:spPr>
        <p:txBody>
          <a:bodyPr wrap="square" rtlCol="0">
            <a:spAutoFit/>
          </a:bodyPr>
          <a:lstStyle/>
          <a:p>
            <a:pPr algn="ctr"/>
            <a:r>
              <a:rPr lang="de-DE" sz="800" dirty="0"/>
              <a:t>Header</a:t>
            </a:r>
          </a:p>
        </p:txBody>
      </p:sp>
      <p:sp>
        <p:nvSpPr>
          <p:cNvPr id="53" name="Textfeld 52">
            <a:extLst>
              <a:ext uri="{FF2B5EF4-FFF2-40B4-BE49-F238E27FC236}">
                <a16:creationId xmlns:a16="http://schemas.microsoft.com/office/drawing/2014/main" id="{D255765A-FFB7-53F8-3021-3098B3EAACC3}"/>
              </a:ext>
            </a:extLst>
          </p:cNvPr>
          <p:cNvSpPr txBox="1"/>
          <p:nvPr/>
        </p:nvSpPr>
        <p:spPr>
          <a:xfrm rot="16200000">
            <a:off x="7385300" y="2328275"/>
            <a:ext cx="383663" cy="215444"/>
          </a:xfrm>
          <a:prstGeom prst="rect">
            <a:avLst/>
          </a:prstGeom>
          <a:noFill/>
          <a:ln>
            <a:solidFill>
              <a:schemeClr val="bg1">
                <a:lumMod val="65000"/>
              </a:schemeClr>
            </a:solidFill>
          </a:ln>
        </p:spPr>
        <p:txBody>
          <a:bodyPr wrap="square" rtlCol="0">
            <a:spAutoFit/>
          </a:bodyPr>
          <a:lstStyle/>
          <a:p>
            <a:pPr algn="ctr"/>
            <a:r>
              <a:rPr lang="de-DE" sz="800" dirty="0"/>
              <a:t>URI</a:t>
            </a:r>
          </a:p>
        </p:txBody>
      </p:sp>
      <p:sp>
        <p:nvSpPr>
          <p:cNvPr id="54" name="Textfeld 53">
            <a:extLst>
              <a:ext uri="{FF2B5EF4-FFF2-40B4-BE49-F238E27FC236}">
                <a16:creationId xmlns:a16="http://schemas.microsoft.com/office/drawing/2014/main" id="{8C10E9A3-0E72-D530-B5DD-5C038A707CD9}"/>
              </a:ext>
            </a:extLst>
          </p:cNvPr>
          <p:cNvSpPr txBox="1"/>
          <p:nvPr/>
        </p:nvSpPr>
        <p:spPr>
          <a:xfrm rot="16200000">
            <a:off x="6636387" y="4499274"/>
            <a:ext cx="1882876" cy="215444"/>
          </a:xfrm>
          <a:prstGeom prst="rect">
            <a:avLst/>
          </a:prstGeom>
          <a:noFill/>
          <a:ln>
            <a:solidFill>
              <a:schemeClr val="bg1">
                <a:lumMod val="65000"/>
              </a:schemeClr>
            </a:solidFill>
          </a:ln>
        </p:spPr>
        <p:txBody>
          <a:bodyPr wrap="square" rtlCol="0">
            <a:spAutoFit/>
          </a:bodyPr>
          <a:lstStyle/>
          <a:p>
            <a:pPr algn="ctr"/>
            <a:r>
              <a:rPr lang="de-DE" sz="800" dirty="0"/>
              <a:t>Payload String mit .-Notation</a:t>
            </a:r>
          </a:p>
        </p:txBody>
      </p:sp>
      <p:sp>
        <p:nvSpPr>
          <p:cNvPr id="55" name="Ellipse 54">
            <a:extLst>
              <a:ext uri="{FF2B5EF4-FFF2-40B4-BE49-F238E27FC236}">
                <a16:creationId xmlns:a16="http://schemas.microsoft.com/office/drawing/2014/main" id="{C2603019-4595-11C9-C9EA-CA2529F78D6E}"/>
              </a:ext>
            </a:extLst>
          </p:cNvPr>
          <p:cNvSpPr/>
          <p:nvPr/>
        </p:nvSpPr>
        <p:spPr>
          <a:xfrm>
            <a:off x="9435400" y="2742540"/>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4</a:t>
            </a:r>
          </a:p>
        </p:txBody>
      </p:sp>
      <p:sp>
        <p:nvSpPr>
          <p:cNvPr id="60" name="Textfeld 59">
            <a:extLst>
              <a:ext uri="{FF2B5EF4-FFF2-40B4-BE49-F238E27FC236}">
                <a16:creationId xmlns:a16="http://schemas.microsoft.com/office/drawing/2014/main" id="{879B9C5B-79FE-D3C4-E8D8-2F34D9E943A5}"/>
              </a:ext>
            </a:extLst>
          </p:cNvPr>
          <p:cNvSpPr txBox="1"/>
          <p:nvPr/>
        </p:nvSpPr>
        <p:spPr>
          <a:xfrm>
            <a:off x="7955624" y="3698728"/>
            <a:ext cx="1735497" cy="707886"/>
          </a:xfrm>
          <a:prstGeom prst="rect">
            <a:avLst/>
          </a:prstGeom>
          <a:noFill/>
          <a:ln>
            <a:solidFill>
              <a:schemeClr val="bg1">
                <a:lumMod val="65000"/>
              </a:schemeClr>
            </a:solidFill>
          </a:ln>
        </p:spPr>
        <p:txBody>
          <a:bodyPr wrap="square" rtlCol="0">
            <a:spAutoFit/>
          </a:bodyPr>
          <a:lstStyle/>
          <a:p>
            <a:r>
              <a:rPr lang="de-DE" sz="800" dirty="0">
                <a:solidFill>
                  <a:schemeClr val="tx1">
                    <a:lumMod val="85000"/>
                    <a:lumOff val="15000"/>
                  </a:schemeClr>
                </a:solidFill>
              </a:rPr>
              <a:t>eyJhbGciOiJFUzI1NiIsInR5cCI6IkpXUyIsImtpZCI6IkVNVC5BUEkuTkItMTIzNDUiLCJ4NXUiOiJodHRwczovL3ZlcnplaWNobmlzLm5ldHpiZXRyZWliZXIuZGUvY2VydHMvY3VycmVudCJ9.</a:t>
            </a:r>
            <a:endParaRPr lang="de-DE" sz="800" dirty="0"/>
          </a:p>
        </p:txBody>
      </p:sp>
      <p:sp>
        <p:nvSpPr>
          <p:cNvPr id="61" name="Textfeld 60">
            <a:extLst>
              <a:ext uri="{FF2B5EF4-FFF2-40B4-BE49-F238E27FC236}">
                <a16:creationId xmlns:a16="http://schemas.microsoft.com/office/drawing/2014/main" id="{C17058A1-CCAF-E1B3-49B6-85043ABC4279}"/>
              </a:ext>
            </a:extLst>
          </p:cNvPr>
          <p:cNvSpPr txBox="1"/>
          <p:nvPr/>
        </p:nvSpPr>
        <p:spPr>
          <a:xfrm>
            <a:off x="7955624" y="4421317"/>
            <a:ext cx="1735496" cy="461665"/>
          </a:xfrm>
          <a:prstGeom prst="rect">
            <a:avLst/>
          </a:prstGeom>
          <a:noFill/>
          <a:ln>
            <a:solidFill>
              <a:schemeClr val="bg1">
                <a:lumMod val="65000"/>
              </a:schemeClr>
            </a:solidFill>
          </a:ln>
        </p:spPr>
        <p:txBody>
          <a:bodyPr wrap="square" rtlCol="0">
            <a:spAutoFit/>
          </a:bodyPr>
          <a:lstStyle/>
          <a:p>
            <a:r>
              <a:rPr lang="de-DE" sz="800" dirty="0">
                <a:solidFill>
                  <a:schemeClr val="accent4">
                    <a:lumMod val="50000"/>
                  </a:schemeClr>
                </a:solidFill>
              </a:rPr>
              <a:t>eyJhZGRyZXNzIjp7InppcCI6ODAwMDF9LCJjdXN0b21lck51bWJlciI6NjAyNDk5N30</a:t>
            </a:r>
            <a:r>
              <a:rPr lang="de-DE" sz="800" dirty="0">
                <a:solidFill>
                  <a:schemeClr val="accent1"/>
                </a:solidFill>
              </a:rPr>
              <a:t>.</a:t>
            </a:r>
            <a:endParaRPr lang="de-DE" sz="800" dirty="0"/>
          </a:p>
        </p:txBody>
      </p:sp>
      <p:sp>
        <p:nvSpPr>
          <p:cNvPr id="63" name="Textfeld 62">
            <a:extLst>
              <a:ext uri="{FF2B5EF4-FFF2-40B4-BE49-F238E27FC236}">
                <a16:creationId xmlns:a16="http://schemas.microsoft.com/office/drawing/2014/main" id="{3C23EE52-8E16-6E50-7848-7267B56250F4}"/>
              </a:ext>
            </a:extLst>
          </p:cNvPr>
          <p:cNvSpPr txBox="1"/>
          <p:nvPr/>
        </p:nvSpPr>
        <p:spPr>
          <a:xfrm>
            <a:off x="7955625" y="4922314"/>
            <a:ext cx="1735496" cy="584775"/>
          </a:xfrm>
          <a:prstGeom prst="rect">
            <a:avLst/>
          </a:prstGeom>
          <a:noFill/>
          <a:ln>
            <a:solidFill>
              <a:schemeClr val="bg1">
                <a:lumMod val="65000"/>
              </a:schemeClr>
            </a:solidFill>
          </a:ln>
        </p:spPr>
        <p:txBody>
          <a:bodyPr wrap="square" rtlCol="0">
            <a:spAutoFit/>
          </a:bodyPr>
          <a:lstStyle/>
          <a:p>
            <a:r>
              <a:rPr lang="de-DE" sz="800" dirty="0">
                <a:solidFill>
                  <a:schemeClr val="accent1"/>
                </a:solidFill>
              </a:rPr>
              <a:t>MEYCIQDn7vK2pX8mRtLsNwQzYcFbJdOeGiKpAsSv3nB1uWzYdAIhAP4vRVA7xH2sP3kLmN8qT1uWzYdFbJcOeGiKpQsSv2nABC</a:t>
            </a:r>
            <a:endParaRPr lang="de-DE" sz="800" dirty="0"/>
          </a:p>
        </p:txBody>
      </p:sp>
      <p:sp>
        <p:nvSpPr>
          <p:cNvPr id="66" name="Rechteck 65">
            <a:extLst>
              <a:ext uri="{FF2B5EF4-FFF2-40B4-BE49-F238E27FC236}">
                <a16:creationId xmlns:a16="http://schemas.microsoft.com/office/drawing/2014/main" id="{667DB03C-531C-8FE0-FBCF-5BF262763619}"/>
              </a:ext>
            </a:extLst>
          </p:cNvPr>
          <p:cNvSpPr/>
          <p:nvPr/>
        </p:nvSpPr>
        <p:spPr>
          <a:xfrm>
            <a:off x="7685547" y="3665557"/>
            <a:ext cx="2048980" cy="1799918"/>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67" name="Rechteck 66">
            <a:extLst>
              <a:ext uri="{FF2B5EF4-FFF2-40B4-BE49-F238E27FC236}">
                <a16:creationId xmlns:a16="http://schemas.microsoft.com/office/drawing/2014/main" id="{DC9E04F7-0AD3-C81A-6E81-FBAED6C477FA}"/>
              </a:ext>
            </a:extLst>
          </p:cNvPr>
          <p:cNvSpPr/>
          <p:nvPr/>
        </p:nvSpPr>
        <p:spPr>
          <a:xfrm>
            <a:off x="7685547" y="3665557"/>
            <a:ext cx="2048980" cy="188287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ln>
                <a:solidFill>
                  <a:schemeClr val="bg1">
                    <a:lumMod val="65000"/>
                  </a:schemeClr>
                </a:solidFill>
              </a:ln>
            </a:endParaRPr>
          </a:p>
        </p:txBody>
      </p:sp>
      <p:sp>
        <p:nvSpPr>
          <p:cNvPr id="68" name="Textfeld 67">
            <a:extLst>
              <a:ext uri="{FF2B5EF4-FFF2-40B4-BE49-F238E27FC236}">
                <a16:creationId xmlns:a16="http://schemas.microsoft.com/office/drawing/2014/main" id="{B235DC79-F6C7-7B73-F3C8-D9B9B1D23BCE}"/>
              </a:ext>
            </a:extLst>
          </p:cNvPr>
          <p:cNvSpPr txBox="1"/>
          <p:nvPr/>
        </p:nvSpPr>
        <p:spPr>
          <a:xfrm rot="16200000">
            <a:off x="7492665" y="3943655"/>
            <a:ext cx="710473" cy="215444"/>
          </a:xfrm>
          <a:prstGeom prst="rect">
            <a:avLst/>
          </a:prstGeom>
          <a:noFill/>
          <a:ln>
            <a:solidFill>
              <a:schemeClr val="bg1">
                <a:lumMod val="65000"/>
              </a:schemeClr>
            </a:solidFill>
          </a:ln>
        </p:spPr>
        <p:txBody>
          <a:bodyPr wrap="square" rtlCol="0">
            <a:spAutoFit/>
          </a:bodyPr>
          <a:lstStyle/>
          <a:p>
            <a:pPr algn="ctr"/>
            <a:r>
              <a:rPr lang="de-DE" sz="800" dirty="0"/>
              <a:t>JWS Header</a:t>
            </a:r>
          </a:p>
        </p:txBody>
      </p:sp>
      <p:sp>
        <p:nvSpPr>
          <p:cNvPr id="69" name="Textfeld 68">
            <a:extLst>
              <a:ext uri="{FF2B5EF4-FFF2-40B4-BE49-F238E27FC236}">
                <a16:creationId xmlns:a16="http://schemas.microsoft.com/office/drawing/2014/main" id="{B8116B9F-3FE8-3EB6-22D4-2FAA3445199C}"/>
              </a:ext>
            </a:extLst>
          </p:cNvPr>
          <p:cNvSpPr txBox="1"/>
          <p:nvPr/>
        </p:nvSpPr>
        <p:spPr>
          <a:xfrm rot="16200000">
            <a:off x="7619319" y="4543684"/>
            <a:ext cx="461666" cy="215444"/>
          </a:xfrm>
          <a:prstGeom prst="rect">
            <a:avLst/>
          </a:prstGeom>
          <a:noFill/>
          <a:ln>
            <a:solidFill>
              <a:schemeClr val="bg1">
                <a:lumMod val="65000"/>
              </a:schemeClr>
            </a:solidFill>
          </a:ln>
        </p:spPr>
        <p:txBody>
          <a:bodyPr wrap="square" rtlCol="0">
            <a:spAutoFit/>
          </a:bodyPr>
          <a:lstStyle/>
          <a:p>
            <a:pPr algn="ctr"/>
            <a:r>
              <a:rPr lang="de-DE" sz="800" dirty="0" err="1"/>
              <a:t>payld</a:t>
            </a:r>
            <a:endParaRPr lang="de-DE" sz="800" dirty="0"/>
          </a:p>
        </p:txBody>
      </p:sp>
      <p:sp>
        <p:nvSpPr>
          <p:cNvPr id="70" name="Textfeld 69">
            <a:extLst>
              <a:ext uri="{FF2B5EF4-FFF2-40B4-BE49-F238E27FC236}">
                <a16:creationId xmlns:a16="http://schemas.microsoft.com/office/drawing/2014/main" id="{7068E202-8E4E-549F-E86C-7771F05B2BEA}"/>
              </a:ext>
            </a:extLst>
          </p:cNvPr>
          <p:cNvSpPr txBox="1"/>
          <p:nvPr/>
        </p:nvSpPr>
        <p:spPr>
          <a:xfrm rot="16200000">
            <a:off x="7555514" y="5106152"/>
            <a:ext cx="584775" cy="215444"/>
          </a:xfrm>
          <a:prstGeom prst="rect">
            <a:avLst/>
          </a:prstGeom>
          <a:noFill/>
          <a:ln>
            <a:solidFill>
              <a:schemeClr val="bg1">
                <a:lumMod val="65000"/>
              </a:schemeClr>
            </a:solidFill>
          </a:ln>
        </p:spPr>
        <p:txBody>
          <a:bodyPr wrap="square" rtlCol="0">
            <a:spAutoFit/>
          </a:bodyPr>
          <a:lstStyle/>
          <a:p>
            <a:pPr algn="ctr"/>
            <a:r>
              <a:rPr lang="de-DE" sz="800" dirty="0"/>
              <a:t>Signatur</a:t>
            </a:r>
          </a:p>
        </p:txBody>
      </p:sp>
      <p:cxnSp>
        <p:nvCxnSpPr>
          <p:cNvPr id="72" name="Verbinder: gewinkelt 71">
            <a:extLst>
              <a:ext uri="{FF2B5EF4-FFF2-40B4-BE49-F238E27FC236}">
                <a16:creationId xmlns:a16="http://schemas.microsoft.com/office/drawing/2014/main" id="{0F0E08A4-653A-08C1-56FF-21FE9A23AEA4}"/>
              </a:ext>
            </a:extLst>
          </p:cNvPr>
          <p:cNvCxnSpPr>
            <a:cxnSpLocks/>
            <a:stCxn id="2" idx="3"/>
            <a:endCxn id="68" idx="0"/>
          </p:cNvCxnSpPr>
          <p:nvPr/>
        </p:nvCxnSpPr>
        <p:spPr>
          <a:xfrm>
            <a:off x="6413594" y="2447819"/>
            <a:ext cx="1326586" cy="160355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Ellipse 73">
            <a:extLst>
              <a:ext uri="{FF2B5EF4-FFF2-40B4-BE49-F238E27FC236}">
                <a16:creationId xmlns:a16="http://schemas.microsoft.com/office/drawing/2014/main" id="{C2F92562-9B1F-ED2B-6C13-622036D1E47C}"/>
              </a:ext>
            </a:extLst>
          </p:cNvPr>
          <p:cNvSpPr/>
          <p:nvPr/>
        </p:nvSpPr>
        <p:spPr>
          <a:xfrm>
            <a:off x="6585223" y="2134083"/>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5</a:t>
            </a:r>
          </a:p>
        </p:txBody>
      </p:sp>
      <p:cxnSp>
        <p:nvCxnSpPr>
          <p:cNvPr id="75" name="Verbinder: gewinkelt 74">
            <a:extLst>
              <a:ext uri="{FF2B5EF4-FFF2-40B4-BE49-F238E27FC236}">
                <a16:creationId xmlns:a16="http://schemas.microsoft.com/office/drawing/2014/main" id="{B0A3EF06-60A2-CAED-5A2E-A449CB2C797B}"/>
              </a:ext>
            </a:extLst>
          </p:cNvPr>
          <p:cNvCxnSpPr>
            <a:cxnSpLocks/>
            <a:stCxn id="22" idx="3"/>
            <a:endCxn id="69" idx="0"/>
          </p:cNvCxnSpPr>
          <p:nvPr/>
        </p:nvCxnSpPr>
        <p:spPr>
          <a:xfrm>
            <a:off x="6413594" y="3569421"/>
            <a:ext cx="1328836" cy="108198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Ellipse 78">
            <a:extLst>
              <a:ext uri="{FF2B5EF4-FFF2-40B4-BE49-F238E27FC236}">
                <a16:creationId xmlns:a16="http://schemas.microsoft.com/office/drawing/2014/main" id="{D0FD21C7-5EAA-D784-D9C2-393A07BB2A3B}"/>
              </a:ext>
            </a:extLst>
          </p:cNvPr>
          <p:cNvSpPr/>
          <p:nvPr/>
        </p:nvSpPr>
        <p:spPr>
          <a:xfrm>
            <a:off x="6595853" y="3260718"/>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6</a:t>
            </a:r>
          </a:p>
        </p:txBody>
      </p:sp>
      <p:cxnSp>
        <p:nvCxnSpPr>
          <p:cNvPr id="81" name="Verbinder: gewinkelt 80">
            <a:extLst>
              <a:ext uri="{FF2B5EF4-FFF2-40B4-BE49-F238E27FC236}">
                <a16:creationId xmlns:a16="http://schemas.microsoft.com/office/drawing/2014/main" id="{1A52DB8F-FEEE-5746-507F-03B29B28B158}"/>
              </a:ext>
            </a:extLst>
          </p:cNvPr>
          <p:cNvCxnSpPr>
            <a:stCxn id="30" idx="3"/>
            <a:endCxn id="70" idx="0"/>
          </p:cNvCxnSpPr>
          <p:nvPr/>
        </p:nvCxnSpPr>
        <p:spPr>
          <a:xfrm flipV="1">
            <a:off x="6413594" y="5213874"/>
            <a:ext cx="1326586" cy="89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Ellipse 81">
            <a:extLst>
              <a:ext uri="{FF2B5EF4-FFF2-40B4-BE49-F238E27FC236}">
                <a16:creationId xmlns:a16="http://schemas.microsoft.com/office/drawing/2014/main" id="{8A32CE93-8604-3D3F-42CB-2B594940AC3A}"/>
              </a:ext>
            </a:extLst>
          </p:cNvPr>
          <p:cNvSpPr/>
          <p:nvPr/>
        </p:nvSpPr>
        <p:spPr>
          <a:xfrm>
            <a:off x="6844434" y="4894342"/>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7</a:t>
            </a:r>
          </a:p>
        </p:txBody>
      </p:sp>
    </p:spTree>
    <p:extLst>
      <p:ext uri="{BB962C8B-B14F-4D97-AF65-F5344CB8AC3E}">
        <p14:creationId xmlns:p14="http://schemas.microsoft.com/office/powerpoint/2010/main" val="1885614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A3990-C0A7-A1BA-CF12-7ED04D63DA22}"/>
            </a:ext>
          </a:extLst>
        </p:cNvPr>
        <p:cNvGrpSpPr/>
        <p:nvPr/>
      </p:nvGrpSpPr>
      <p:grpSpPr>
        <a:xfrm>
          <a:off x="0" y="0"/>
          <a:ext cx="0" cy="0"/>
          <a:chOff x="0" y="0"/>
          <a:chExt cx="0" cy="0"/>
        </a:xfrm>
      </p:grpSpPr>
      <p:sp>
        <p:nvSpPr>
          <p:cNvPr id="3" name="Textfeld 2">
            <a:extLst>
              <a:ext uri="{FF2B5EF4-FFF2-40B4-BE49-F238E27FC236}">
                <a16:creationId xmlns:a16="http://schemas.microsoft.com/office/drawing/2014/main" id="{42D788DB-1A56-29B3-7283-E6FD73848FC4}"/>
              </a:ext>
            </a:extLst>
          </p:cNvPr>
          <p:cNvSpPr txBox="1"/>
          <p:nvPr/>
        </p:nvSpPr>
        <p:spPr>
          <a:xfrm>
            <a:off x="1057861" y="238921"/>
            <a:ext cx="8490175" cy="1046440"/>
          </a:xfrm>
          <a:prstGeom prst="rect">
            <a:avLst/>
          </a:prstGeom>
          <a:noFill/>
        </p:spPr>
        <p:txBody>
          <a:bodyPr wrap="square" rtlCol="0">
            <a:spAutoFit/>
          </a:bodyPr>
          <a:lstStyle/>
          <a:p>
            <a:r>
              <a:rPr lang="de-DE" sz="2400" b="1" dirty="0"/>
              <a:t>Payload Signatur, Vergleich Standard RFC ./. </a:t>
            </a:r>
            <a:r>
              <a:rPr lang="de-DE" sz="2400" b="1" dirty="0" err="1"/>
              <a:t>Schleupen</a:t>
            </a:r>
            <a:r>
              <a:rPr lang="de-DE" sz="2400" b="1" dirty="0"/>
              <a:t> Vorschlag</a:t>
            </a:r>
            <a:br>
              <a:rPr lang="de-DE" sz="2400" b="1" dirty="0"/>
            </a:br>
            <a:r>
              <a:rPr lang="de-DE" sz="1200" b="1" dirty="0"/>
              <a:t>(Der </a:t>
            </a:r>
            <a:r>
              <a:rPr lang="de-DE" sz="1200" b="1" dirty="0" err="1"/>
              <a:t>Schleupen</a:t>
            </a:r>
            <a:r>
              <a:rPr lang="de-DE" sz="1200" b="1" dirty="0"/>
              <a:t>-Vorschlag ist abzulehnen, da er sich an keinerlei Standards hält und am Markt Verwerfungen aufgrund Unverständlichkeit hervorrufen wird. Die Zukunftsfähigkeit ist ausschließlich mit Standards gegeben)</a:t>
            </a:r>
            <a:br>
              <a:rPr lang="de-DE" sz="1400" b="1" dirty="0"/>
            </a:br>
            <a:endParaRPr lang="de-DE" sz="1400" b="1" dirty="0"/>
          </a:p>
        </p:txBody>
      </p:sp>
      <p:sp>
        <p:nvSpPr>
          <p:cNvPr id="4" name="Rechteck 3">
            <a:extLst>
              <a:ext uri="{FF2B5EF4-FFF2-40B4-BE49-F238E27FC236}">
                <a16:creationId xmlns:a16="http://schemas.microsoft.com/office/drawing/2014/main" id="{B435C22A-944D-679A-B306-0FD0EF9069CE}"/>
              </a:ext>
            </a:extLst>
          </p:cNvPr>
          <p:cNvSpPr/>
          <p:nvPr/>
        </p:nvSpPr>
        <p:spPr>
          <a:xfrm>
            <a:off x="287821" y="2426445"/>
            <a:ext cx="2516611" cy="2514099"/>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800" dirty="0">
              <a:solidFill>
                <a:schemeClr val="tx1"/>
              </a:solidFill>
            </a:endParaRPr>
          </a:p>
          <a:p>
            <a:endParaRPr lang="de-DE" sz="800" dirty="0">
              <a:solidFill>
                <a:schemeClr val="tx1"/>
              </a:solidFill>
            </a:endParaRPr>
          </a:p>
          <a:p>
            <a:endParaRPr lang="de-DE" sz="800" dirty="0">
              <a:solidFill>
                <a:schemeClr val="tx1"/>
              </a:solidFill>
            </a:endParaRPr>
          </a:p>
          <a:p>
            <a:endParaRPr lang="de-DE" sz="800" dirty="0">
              <a:solidFill>
                <a:schemeClr val="tx1"/>
              </a:solidFill>
            </a:endParaRPr>
          </a:p>
        </p:txBody>
      </p:sp>
      <p:sp>
        <p:nvSpPr>
          <p:cNvPr id="5" name="Rechteck 4">
            <a:extLst>
              <a:ext uri="{FF2B5EF4-FFF2-40B4-BE49-F238E27FC236}">
                <a16:creationId xmlns:a16="http://schemas.microsoft.com/office/drawing/2014/main" id="{A5907F9B-3DD3-4F88-D91C-F19863C4A5D7}"/>
              </a:ext>
            </a:extLst>
          </p:cNvPr>
          <p:cNvSpPr/>
          <p:nvPr/>
        </p:nvSpPr>
        <p:spPr>
          <a:xfrm>
            <a:off x="287821" y="3206065"/>
            <a:ext cx="2516611" cy="217410"/>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6" name="Rechteck 5">
            <a:extLst>
              <a:ext uri="{FF2B5EF4-FFF2-40B4-BE49-F238E27FC236}">
                <a16:creationId xmlns:a16="http://schemas.microsoft.com/office/drawing/2014/main" id="{8709C777-6DBF-AE6F-CBA1-1265F7C0532E}"/>
              </a:ext>
            </a:extLst>
          </p:cNvPr>
          <p:cNvSpPr/>
          <p:nvPr/>
        </p:nvSpPr>
        <p:spPr>
          <a:xfrm>
            <a:off x="632549" y="2804799"/>
            <a:ext cx="2048980" cy="38366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POST /</a:t>
            </a:r>
            <a:r>
              <a:rPr lang="de-DE" sz="800" dirty="0" err="1"/>
              <a:t>malo</a:t>
            </a:r>
            <a:r>
              <a:rPr lang="de-DE" sz="800" dirty="0"/>
              <a:t>/ident HTTP/2</a:t>
            </a:r>
          </a:p>
        </p:txBody>
      </p:sp>
      <p:sp>
        <p:nvSpPr>
          <p:cNvPr id="7" name="Textfeld 6">
            <a:extLst>
              <a:ext uri="{FF2B5EF4-FFF2-40B4-BE49-F238E27FC236}">
                <a16:creationId xmlns:a16="http://schemas.microsoft.com/office/drawing/2014/main" id="{ABA614EB-EF93-CAB3-5EAF-9E73DA6DBC34}"/>
              </a:ext>
            </a:extLst>
          </p:cNvPr>
          <p:cNvSpPr txBox="1"/>
          <p:nvPr/>
        </p:nvSpPr>
        <p:spPr>
          <a:xfrm>
            <a:off x="626158" y="3232837"/>
            <a:ext cx="2055371" cy="954107"/>
          </a:xfrm>
          <a:prstGeom prst="rect">
            <a:avLst/>
          </a:prstGeom>
          <a:noFill/>
          <a:ln>
            <a:solidFill>
              <a:schemeClr val="bg1">
                <a:lumMod val="65000"/>
              </a:schemeClr>
            </a:solidFill>
          </a:ln>
        </p:spPr>
        <p:txBody>
          <a:bodyPr wrap="none" rtlCol="0">
            <a:spAutoFit/>
          </a:bodyPr>
          <a:lstStyle/>
          <a:p>
            <a:r>
              <a:rPr lang="de-DE" sz="800" dirty="0"/>
              <a:t>Host: mabishub.com</a:t>
            </a:r>
          </a:p>
          <a:p>
            <a:r>
              <a:rPr lang="de-DE" sz="800" dirty="0"/>
              <a:t>Content-Type: </a:t>
            </a:r>
            <a:r>
              <a:rPr lang="de-DE" sz="800" dirty="0" err="1"/>
              <a:t>application</a:t>
            </a:r>
            <a:r>
              <a:rPr lang="de-DE" sz="800" dirty="0"/>
              <a:t>/</a:t>
            </a:r>
            <a:r>
              <a:rPr lang="de-DE" sz="800" dirty="0" err="1"/>
              <a:t>json</a:t>
            </a:r>
            <a:endParaRPr lang="de-DE" sz="800" dirty="0"/>
          </a:p>
          <a:p>
            <a:r>
              <a:rPr lang="de-DE" sz="800" dirty="0" err="1"/>
              <a:t>Accept</a:t>
            </a:r>
            <a:r>
              <a:rPr lang="de-DE" sz="800" dirty="0"/>
              <a:t>: </a:t>
            </a:r>
            <a:r>
              <a:rPr lang="de-DE" sz="800" dirty="0" err="1"/>
              <a:t>application</a:t>
            </a:r>
            <a:r>
              <a:rPr lang="de-DE" sz="800" dirty="0"/>
              <a:t>/</a:t>
            </a:r>
            <a:r>
              <a:rPr lang="de-DE" sz="800" dirty="0" err="1"/>
              <a:t>json</a:t>
            </a:r>
            <a:endParaRPr lang="de-DE" sz="800" dirty="0"/>
          </a:p>
          <a:p>
            <a:r>
              <a:rPr lang="de-DE" sz="800" dirty="0"/>
              <a:t>Date: Sun, 01 Jun 2026 10:15:30 GMT</a:t>
            </a:r>
          </a:p>
          <a:p>
            <a:r>
              <a:rPr lang="de-DE" sz="800" dirty="0"/>
              <a:t>X-Request-</a:t>
            </a:r>
            <a:r>
              <a:rPr lang="de-DE" sz="800" dirty="0" err="1"/>
              <a:t>Id</a:t>
            </a:r>
            <a:r>
              <a:rPr lang="de-DE" sz="800" dirty="0"/>
              <a:t>: 7b5d3e2a-4c1a-4c0b-xd99</a:t>
            </a:r>
          </a:p>
          <a:p>
            <a:r>
              <a:rPr lang="de-DE" sz="800" dirty="0"/>
              <a:t>X-</a:t>
            </a:r>
            <a:r>
              <a:rPr lang="de-DE" sz="800" dirty="0" err="1"/>
              <a:t>Api</a:t>
            </a:r>
            <a:r>
              <a:rPr lang="de-DE" sz="800" dirty="0"/>
              <a:t>-</a:t>
            </a:r>
            <a:r>
              <a:rPr lang="de-DE" sz="800" dirty="0" err="1"/>
              <a:t>Spec-Ref</a:t>
            </a:r>
            <a:r>
              <a:rPr lang="de-DE" sz="800" dirty="0"/>
              <a:t>: </a:t>
            </a:r>
            <a:r>
              <a:rPr lang="de-DE" sz="800" dirty="0" err="1"/>
              <a:t>git:EDI-Energy</a:t>
            </a:r>
            <a:r>
              <a:rPr lang="de-DE" sz="800" dirty="0"/>
              <a:t>/</a:t>
            </a:r>
            <a:r>
              <a:rPr lang="de-DE" sz="800" dirty="0" err="1"/>
              <a:t>api-electricity</a:t>
            </a:r>
            <a:endParaRPr lang="de-DE" sz="800" dirty="0"/>
          </a:p>
          <a:p>
            <a:r>
              <a:rPr lang="de-DE" sz="800" dirty="0"/>
              <a:t>X-</a:t>
            </a:r>
            <a:r>
              <a:rPr lang="de-DE" sz="800" dirty="0" err="1"/>
              <a:t>Api</a:t>
            </a:r>
            <a:r>
              <a:rPr lang="de-DE" sz="800" dirty="0"/>
              <a:t>-</a:t>
            </a:r>
            <a:r>
              <a:rPr lang="de-DE" sz="800" dirty="0" err="1"/>
              <a:t>Spec</a:t>
            </a:r>
            <a:r>
              <a:rPr lang="de-DE" sz="800" dirty="0"/>
              <a:t>-Version: 1.2</a:t>
            </a:r>
          </a:p>
        </p:txBody>
      </p:sp>
      <p:sp>
        <p:nvSpPr>
          <p:cNvPr id="8" name="Textfeld 7">
            <a:extLst>
              <a:ext uri="{FF2B5EF4-FFF2-40B4-BE49-F238E27FC236}">
                <a16:creationId xmlns:a16="http://schemas.microsoft.com/office/drawing/2014/main" id="{77691BD0-80A3-5ED2-A872-CEE374A23C22}"/>
              </a:ext>
            </a:extLst>
          </p:cNvPr>
          <p:cNvSpPr txBox="1"/>
          <p:nvPr/>
        </p:nvSpPr>
        <p:spPr>
          <a:xfrm>
            <a:off x="628942" y="4227383"/>
            <a:ext cx="2052587" cy="584775"/>
          </a:xfrm>
          <a:prstGeom prst="rect">
            <a:avLst/>
          </a:prstGeom>
          <a:noFill/>
          <a:ln>
            <a:solidFill>
              <a:schemeClr val="bg1">
                <a:lumMod val="65000"/>
              </a:schemeClr>
            </a:solidFill>
          </a:ln>
        </p:spPr>
        <p:txBody>
          <a:bodyPr wrap="square" rtlCol="0">
            <a:spAutoFit/>
          </a:bodyPr>
          <a:lstStyle/>
          <a:p>
            <a:r>
              <a:rPr lang="de-DE" sz="800" dirty="0"/>
              <a:t>{</a:t>
            </a:r>
          </a:p>
          <a:p>
            <a:r>
              <a:rPr lang="de-DE" sz="800" dirty="0"/>
              <a:t>  “</a:t>
            </a:r>
            <a:r>
              <a:rPr lang="de-DE" sz="800" dirty="0" err="1"/>
              <a:t>address</a:t>
            </a:r>
            <a:r>
              <a:rPr lang="de-DE" sz="800" dirty="0"/>
              <a:t>“: {"</a:t>
            </a:r>
            <a:r>
              <a:rPr lang="de-DE" sz="800" dirty="0" err="1"/>
              <a:t>zip</a:t>
            </a:r>
            <a:r>
              <a:rPr lang="de-DE" sz="800" dirty="0"/>
              <a:t>": 80001 },</a:t>
            </a:r>
          </a:p>
          <a:p>
            <a:r>
              <a:rPr lang="de-DE" sz="800" dirty="0"/>
              <a:t>  “</a:t>
            </a:r>
            <a:r>
              <a:rPr lang="de-DE" sz="800" dirty="0" err="1"/>
              <a:t>customerNumber</a:t>
            </a:r>
            <a:r>
              <a:rPr lang="de-DE" sz="800" dirty="0"/>
              <a:t>“: 6024997 </a:t>
            </a:r>
          </a:p>
          <a:p>
            <a:r>
              <a:rPr lang="de-DE" sz="800" dirty="0"/>
              <a:t>}</a:t>
            </a:r>
          </a:p>
        </p:txBody>
      </p:sp>
      <p:sp>
        <p:nvSpPr>
          <p:cNvPr id="9" name="Textfeld 8">
            <a:extLst>
              <a:ext uri="{FF2B5EF4-FFF2-40B4-BE49-F238E27FC236}">
                <a16:creationId xmlns:a16="http://schemas.microsoft.com/office/drawing/2014/main" id="{4E65D5A0-BEBD-D0B7-1814-725B7A042C44}"/>
              </a:ext>
            </a:extLst>
          </p:cNvPr>
          <p:cNvSpPr txBox="1"/>
          <p:nvPr/>
        </p:nvSpPr>
        <p:spPr>
          <a:xfrm rot="16200000">
            <a:off x="41381" y="3600980"/>
            <a:ext cx="954108" cy="215444"/>
          </a:xfrm>
          <a:prstGeom prst="rect">
            <a:avLst/>
          </a:prstGeom>
          <a:noFill/>
          <a:ln>
            <a:solidFill>
              <a:schemeClr val="bg1">
                <a:lumMod val="65000"/>
              </a:schemeClr>
            </a:solidFill>
          </a:ln>
        </p:spPr>
        <p:txBody>
          <a:bodyPr wrap="square" rtlCol="0">
            <a:spAutoFit/>
          </a:bodyPr>
          <a:lstStyle/>
          <a:p>
            <a:pPr algn="ctr"/>
            <a:r>
              <a:rPr lang="de-DE" sz="800" dirty="0"/>
              <a:t>Header</a:t>
            </a:r>
          </a:p>
        </p:txBody>
      </p:sp>
      <p:sp>
        <p:nvSpPr>
          <p:cNvPr id="10" name="Textfeld 9">
            <a:extLst>
              <a:ext uri="{FF2B5EF4-FFF2-40B4-BE49-F238E27FC236}">
                <a16:creationId xmlns:a16="http://schemas.microsoft.com/office/drawing/2014/main" id="{26690EF1-FB63-16BC-29EF-63478056D459}"/>
              </a:ext>
            </a:extLst>
          </p:cNvPr>
          <p:cNvSpPr txBox="1"/>
          <p:nvPr/>
        </p:nvSpPr>
        <p:spPr>
          <a:xfrm rot="16200000">
            <a:off x="332302" y="2888910"/>
            <a:ext cx="383663" cy="215444"/>
          </a:xfrm>
          <a:prstGeom prst="rect">
            <a:avLst/>
          </a:prstGeom>
          <a:noFill/>
          <a:ln>
            <a:solidFill>
              <a:schemeClr val="bg1">
                <a:lumMod val="65000"/>
              </a:schemeClr>
            </a:solidFill>
          </a:ln>
        </p:spPr>
        <p:txBody>
          <a:bodyPr wrap="square" rtlCol="0">
            <a:spAutoFit/>
          </a:bodyPr>
          <a:lstStyle/>
          <a:p>
            <a:pPr algn="ctr"/>
            <a:r>
              <a:rPr lang="de-DE" sz="800" dirty="0"/>
              <a:t>URI</a:t>
            </a:r>
          </a:p>
        </p:txBody>
      </p:sp>
      <p:sp>
        <p:nvSpPr>
          <p:cNvPr id="11" name="Textfeld 10">
            <a:extLst>
              <a:ext uri="{FF2B5EF4-FFF2-40B4-BE49-F238E27FC236}">
                <a16:creationId xmlns:a16="http://schemas.microsoft.com/office/drawing/2014/main" id="{225480AC-2F9A-1C0F-E4D2-774FB1FE843E}"/>
              </a:ext>
            </a:extLst>
          </p:cNvPr>
          <p:cNvSpPr txBox="1"/>
          <p:nvPr/>
        </p:nvSpPr>
        <p:spPr>
          <a:xfrm rot="16200000">
            <a:off x="232439" y="4410859"/>
            <a:ext cx="584776" cy="215444"/>
          </a:xfrm>
          <a:prstGeom prst="rect">
            <a:avLst/>
          </a:prstGeom>
          <a:noFill/>
          <a:ln>
            <a:solidFill>
              <a:schemeClr val="bg1">
                <a:lumMod val="65000"/>
              </a:schemeClr>
            </a:solidFill>
          </a:ln>
        </p:spPr>
        <p:txBody>
          <a:bodyPr wrap="square" rtlCol="0">
            <a:spAutoFit/>
          </a:bodyPr>
          <a:lstStyle/>
          <a:p>
            <a:pPr algn="ctr"/>
            <a:r>
              <a:rPr lang="de-DE" sz="800" dirty="0"/>
              <a:t>Payload</a:t>
            </a:r>
          </a:p>
        </p:txBody>
      </p:sp>
      <p:sp>
        <p:nvSpPr>
          <p:cNvPr id="21" name="Rechteck 20">
            <a:extLst>
              <a:ext uri="{FF2B5EF4-FFF2-40B4-BE49-F238E27FC236}">
                <a16:creationId xmlns:a16="http://schemas.microsoft.com/office/drawing/2014/main" id="{C6795500-9978-C1A7-A4AE-78CF840B89EA}"/>
              </a:ext>
            </a:extLst>
          </p:cNvPr>
          <p:cNvSpPr/>
          <p:nvPr/>
        </p:nvSpPr>
        <p:spPr>
          <a:xfrm>
            <a:off x="3142769" y="1204979"/>
            <a:ext cx="2280357" cy="1264040"/>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800" b="1" dirty="0">
                <a:solidFill>
                  <a:schemeClr val="tx1"/>
                </a:solidFill>
              </a:rPr>
              <a:t>RFC 7518 §4  – füge </a:t>
            </a:r>
            <a:r>
              <a:rPr lang="de-DE" sz="800" b="1" u="sng" dirty="0">
                <a:solidFill>
                  <a:schemeClr val="tx1"/>
                </a:solidFill>
              </a:rPr>
              <a:t>JWS </a:t>
            </a:r>
            <a:r>
              <a:rPr lang="de-DE" sz="800" b="1" u="sng" dirty="0" err="1">
                <a:solidFill>
                  <a:schemeClr val="tx1"/>
                </a:solidFill>
              </a:rPr>
              <a:t>Protected</a:t>
            </a:r>
            <a:r>
              <a:rPr lang="de-DE" sz="800" b="1" u="sng" dirty="0">
                <a:solidFill>
                  <a:schemeClr val="tx1"/>
                </a:solidFill>
              </a:rPr>
              <a:t> Header</a:t>
            </a:r>
          </a:p>
          <a:p>
            <a:pPr algn="ctr"/>
            <a:r>
              <a:rPr lang="de-DE" sz="800" b="1" dirty="0">
                <a:solidFill>
                  <a:schemeClr val="tx1"/>
                </a:solidFill>
              </a:rPr>
              <a:t> mit Standard-Felden an den </a:t>
            </a:r>
            <a:r>
              <a:rPr lang="de-DE" sz="800" b="1" dirty="0" err="1">
                <a:solidFill>
                  <a:schemeClr val="tx1"/>
                </a:solidFill>
              </a:rPr>
              <a:t>payload</a:t>
            </a:r>
            <a:r>
              <a:rPr lang="de-DE" sz="800" b="1" dirty="0">
                <a:solidFill>
                  <a:schemeClr val="tx1"/>
                </a:solidFill>
              </a:rPr>
              <a:t> an</a:t>
            </a:r>
            <a:endParaRPr lang="de-DE" sz="800" dirty="0">
              <a:solidFill>
                <a:schemeClr val="tx1"/>
              </a:solidFill>
            </a:endParaRPr>
          </a:p>
        </p:txBody>
      </p:sp>
      <p:sp>
        <p:nvSpPr>
          <p:cNvPr id="2" name="Rechteck 1">
            <a:extLst>
              <a:ext uri="{FF2B5EF4-FFF2-40B4-BE49-F238E27FC236}">
                <a16:creationId xmlns:a16="http://schemas.microsoft.com/office/drawing/2014/main" id="{79D1178F-DC53-7F5C-1273-DEBBFBF96DBD}"/>
              </a:ext>
            </a:extLst>
          </p:cNvPr>
          <p:cNvSpPr/>
          <p:nvPr/>
        </p:nvSpPr>
        <p:spPr>
          <a:xfrm>
            <a:off x="3257554" y="1554621"/>
            <a:ext cx="2024895" cy="812090"/>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a:t>
            </a:r>
          </a:p>
          <a:p>
            <a:r>
              <a:rPr lang="de-DE" sz="800" dirty="0">
                <a:solidFill>
                  <a:schemeClr val="accent1"/>
                </a:solidFill>
              </a:rPr>
              <a:t>"</a:t>
            </a:r>
            <a:r>
              <a:rPr lang="de-DE" sz="800" dirty="0" err="1">
                <a:solidFill>
                  <a:schemeClr val="accent1"/>
                </a:solidFill>
              </a:rPr>
              <a:t>alg</a:t>
            </a:r>
            <a:r>
              <a:rPr lang="de-DE" sz="800" dirty="0">
                <a:solidFill>
                  <a:schemeClr val="accent1"/>
                </a:solidFill>
              </a:rPr>
              <a:t>": "ES256", </a:t>
            </a:r>
          </a:p>
          <a:p>
            <a:r>
              <a:rPr lang="de-DE" sz="800" dirty="0">
                <a:solidFill>
                  <a:schemeClr val="accent1"/>
                </a:solidFill>
              </a:rPr>
              <a:t>"typ": "JWS", </a:t>
            </a:r>
          </a:p>
          <a:p>
            <a:r>
              <a:rPr lang="de-DE" sz="800" dirty="0">
                <a:solidFill>
                  <a:schemeClr val="accent1"/>
                </a:solidFill>
              </a:rPr>
              <a:t>"</a:t>
            </a:r>
            <a:r>
              <a:rPr lang="de-DE" sz="800" dirty="0" err="1">
                <a:solidFill>
                  <a:schemeClr val="accent1"/>
                </a:solidFill>
              </a:rPr>
              <a:t>kid</a:t>
            </a:r>
            <a:r>
              <a:rPr lang="de-DE" sz="800" dirty="0">
                <a:solidFill>
                  <a:schemeClr val="accent1"/>
                </a:solidFill>
              </a:rPr>
              <a:t>": "EMT.API.NB-12345", </a:t>
            </a:r>
          </a:p>
          <a:p>
            <a:r>
              <a:rPr lang="de-DE" sz="800" dirty="0">
                <a:solidFill>
                  <a:schemeClr val="accent1"/>
                </a:solidFill>
              </a:rPr>
              <a:t>"x5u":"https://makocerts.de/</a:t>
            </a:r>
            <a:r>
              <a:rPr lang="de-DE" sz="800" dirty="0" err="1">
                <a:solidFill>
                  <a:schemeClr val="accent1"/>
                </a:solidFill>
              </a:rPr>
              <a:t>certs</a:t>
            </a:r>
            <a:r>
              <a:rPr lang="de-DE" sz="800" dirty="0">
                <a:solidFill>
                  <a:schemeClr val="accent1"/>
                </a:solidFill>
              </a:rPr>
              <a:t>/</a:t>
            </a:r>
            <a:r>
              <a:rPr lang="de-DE" sz="800" dirty="0" err="1">
                <a:solidFill>
                  <a:schemeClr val="accent1"/>
                </a:solidFill>
              </a:rPr>
              <a:t>current</a:t>
            </a:r>
            <a:r>
              <a:rPr lang="de-DE" sz="800" dirty="0">
                <a:solidFill>
                  <a:schemeClr val="accent1"/>
                </a:solidFill>
              </a:rPr>
              <a:t>" </a:t>
            </a:r>
          </a:p>
          <a:p>
            <a:r>
              <a:rPr lang="de-DE" sz="800" dirty="0">
                <a:solidFill>
                  <a:schemeClr val="accent1"/>
                </a:solidFill>
              </a:rPr>
              <a:t>},</a:t>
            </a:r>
          </a:p>
        </p:txBody>
      </p:sp>
      <p:sp>
        <p:nvSpPr>
          <p:cNvPr id="25" name="Rechteck 24">
            <a:extLst>
              <a:ext uri="{FF2B5EF4-FFF2-40B4-BE49-F238E27FC236}">
                <a16:creationId xmlns:a16="http://schemas.microsoft.com/office/drawing/2014/main" id="{B5044147-B9B5-A2B4-137D-76E6F9D9ED7C}"/>
              </a:ext>
            </a:extLst>
          </p:cNvPr>
          <p:cNvSpPr/>
          <p:nvPr/>
        </p:nvSpPr>
        <p:spPr>
          <a:xfrm>
            <a:off x="5564422" y="2033039"/>
            <a:ext cx="2280357" cy="1467296"/>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800" b="1" dirty="0">
                <a:solidFill>
                  <a:schemeClr val="tx1"/>
                </a:solidFill>
              </a:rPr>
              <a:t>RFC 7515 §§3,5 – JWS Signaturverfahren anwenden</a:t>
            </a:r>
          </a:p>
        </p:txBody>
      </p:sp>
      <p:sp>
        <p:nvSpPr>
          <p:cNvPr id="26" name="Rechteck 25">
            <a:extLst>
              <a:ext uri="{FF2B5EF4-FFF2-40B4-BE49-F238E27FC236}">
                <a16:creationId xmlns:a16="http://schemas.microsoft.com/office/drawing/2014/main" id="{BFA0AF3A-CA57-10AB-E8BF-8A35A4F296E4}"/>
              </a:ext>
            </a:extLst>
          </p:cNvPr>
          <p:cNvSpPr/>
          <p:nvPr/>
        </p:nvSpPr>
        <p:spPr>
          <a:xfrm>
            <a:off x="5679208" y="2338640"/>
            <a:ext cx="2024894" cy="415614"/>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ECDSA(SHA256( BASE64URL(JWS </a:t>
            </a:r>
            <a:r>
              <a:rPr lang="de-DE" sz="800" dirty="0" err="1"/>
              <a:t>Protected</a:t>
            </a:r>
            <a:r>
              <a:rPr lang="de-DE" sz="800" dirty="0"/>
              <a:t> Header) + "." + BASE64URL(JWS Payload) ), </a:t>
            </a:r>
            <a:r>
              <a:rPr lang="de-DE" sz="800" dirty="0" err="1"/>
              <a:t>privater_schlüssel</a:t>
            </a:r>
            <a:r>
              <a:rPr lang="de-DE" sz="800" dirty="0"/>
              <a:t>)</a:t>
            </a:r>
          </a:p>
        </p:txBody>
      </p:sp>
      <p:sp>
        <p:nvSpPr>
          <p:cNvPr id="30" name="Rechteck 29">
            <a:extLst>
              <a:ext uri="{FF2B5EF4-FFF2-40B4-BE49-F238E27FC236}">
                <a16:creationId xmlns:a16="http://schemas.microsoft.com/office/drawing/2014/main" id="{21BC6904-0AB5-F8D6-B523-B50412A79495}"/>
              </a:ext>
            </a:extLst>
          </p:cNvPr>
          <p:cNvSpPr/>
          <p:nvPr/>
        </p:nvSpPr>
        <p:spPr>
          <a:xfrm>
            <a:off x="5679207" y="2803264"/>
            <a:ext cx="2024895" cy="524422"/>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MEYCIQDn7vK2pX8mRtLsNwQzYcFbJdOeGiKpAsSv3nB1uWzYdAIhAP4vRVA7 xH2sP3kLmN8qT1uWzYdFbJcOeGiKpQsSv2nABC</a:t>
            </a:r>
            <a:endParaRPr lang="de-DE" sz="800" dirty="0"/>
          </a:p>
        </p:txBody>
      </p:sp>
      <p:sp>
        <p:nvSpPr>
          <p:cNvPr id="47" name="Rechteck 46">
            <a:extLst>
              <a:ext uri="{FF2B5EF4-FFF2-40B4-BE49-F238E27FC236}">
                <a16:creationId xmlns:a16="http://schemas.microsoft.com/office/drawing/2014/main" id="{BF7744F1-F0E7-DB2E-56F3-2FCADF9DF662}"/>
              </a:ext>
            </a:extLst>
          </p:cNvPr>
          <p:cNvSpPr/>
          <p:nvPr/>
        </p:nvSpPr>
        <p:spPr>
          <a:xfrm>
            <a:off x="9548036" y="95780"/>
            <a:ext cx="2516611" cy="3498602"/>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800" dirty="0">
              <a:solidFill>
                <a:schemeClr val="tx1"/>
              </a:solidFill>
            </a:endParaRPr>
          </a:p>
          <a:p>
            <a:endParaRPr lang="de-DE" sz="800" dirty="0">
              <a:solidFill>
                <a:schemeClr val="tx1"/>
              </a:solidFill>
            </a:endParaRPr>
          </a:p>
          <a:p>
            <a:endParaRPr lang="de-DE" sz="800" dirty="0">
              <a:solidFill>
                <a:schemeClr val="tx1"/>
              </a:solidFill>
            </a:endParaRPr>
          </a:p>
          <a:p>
            <a:endParaRPr lang="de-DE" sz="800" dirty="0">
              <a:solidFill>
                <a:schemeClr val="tx1"/>
              </a:solidFill>
            </a:endParaRPr>
          </a:p>
        </p:txBody>
      </p:sp>
      <p:sp>
        <p:nvSpPr>
          <p:cNvPr id="48" name="Rechteck 47">
            <a:extLst>
              <a:ext uri="{FF2B5EF4-FFF2-40B4-BE49-F238E27FC236}">
                <a16:creationId xmlns:a16="http://schemas.microsoft.com/office/drawing/2014/main" id="{46517A02-7B69-F525-9832-C4015FF648C8}"/>
              </a:ext>
            </a:extLst>
          </p:cNvPr>
          <p:cNvSpPr/>
          <p:nvPr/>
        </p:nvSpPr>
        <p:spPr>
          <a:xfrm>
            <a:off x="9548036" y="600942"/>
            <a:ext cx="2516611" cy="217410"/>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49" name="Rechteck 48">
            <a:extLst>
              <a:ext uri="{FF2B5EF4-FFF2-40B4-BE49-F238E27FC236}">
                <a16:creationId xmlns:a16="http://schemas.microsoft.com/office/drawing/2014/main" id="{604D685E-1EE2-68ED-EE46-25064365C004}"/>
              </a:ext>
            </a:extLst>
          </p:cNvPr>
          <p:cNvSpPr/>
          <p:nvPr/>
        </p:nvSpPr>
        <p:spPr>
          <a:xfrm>
            <a:off x="9892764" y="199676"/>
            <a:ext cx="2048980" cy="38366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POST /</a:t>
            </a:r>
            <a:r>
              <a:rPr lang="de-DE" sz="800" dirty="0" err="1"/>
              <a:t>malo</a:t>
            </a:r>
            <a:r>
              <a:rPr lang="de-DE" sz="800" dirty="0"/>
              <a:t>/ident HTTP/2</a:t>
            </a:r>
          </a:p>
        </p:txBody>
      </p:sp>
      <p:sp>
        <p:nvSpPr>
          <p:cNvPr id="50" name="Textfeld 49">
            <a:extLst>
              <a:ext uri="{FF2B5EF4-FFF2-40B4-BE49-F238E27FC236}">
                <a16:creationId xmlns:a16="http://schemas.microsoft.com/office/drawing/2014/main" id="{667FE9BD-7F4E-41CA-E367-B258893FA429}"/>
              </a:ext>
            </a:extLst>
          </p:cNvPr>
          <p:cNvSpPr txBox="1"/>
          <p:nvPr/>
        </p:nvSpPr>
        <p:spPr>
          <a:xfrm>
            <a:off x="9886373" y="627714"/>
            <a:ext cx="2055371" cy="954107"/>
          </a:xfrm>
          <a:prstGeom prst="rect">
            <a:avLst/>
          </a:prstGeom>
          <a:noFill/>
          <a:ln>
            <a:solidFill>
              <a:schemeClr val="bg1">
                <a:lumMod val="65000"/>
              </a:schemeClr>
            </a:solidFill>
          </a:ln>
        </p:spPr>
        <p:txBody>
          <a:bodyPr wrap="none" rtlCol="0">
            <a:spAutoFit/>
          </a:bodyPr>
          <a:lstStyle/>
          <a:p>
            <a:r>
              <a:rPr lang="de-DE" sz="800" dirty="0"/>
              <a:t>Host: mabishub.com</a:t>
            </a:r>
          </a:p>
          <a:p>
            <a:r>
              <a:rPr lang="de-DE" sz="800" dirty="0"/>
              <a:t>Content-Type: </a:t>
            </a:r>
            <a:r>
              <a:rPr lang="de-DE" sz="800" dirty="0" err="1"/>
              <a:t>application</a:t>
            </a:r>
            <a:r>
              <a:rPr lang="de-DE" sz="800" dirty="0"/>
              <a:t>/</a:t>
            </a:r>
            <a:r>
              <a:rPr lang="de-DE" sz="800" dirty="0" err="1">
                <a:solidFill>
                  <a:schemeClr val="accent1"/>
                </a:solidFill>
              </a:rPr>
              <a:t>jose+</a:t>
            </a:r>
            <a:r>
              <a:rPr lang="de-DE" sz="800" dirty="0" err="1"/>
              <a:t>json</a:t>
            </a:r>
            <a:endParaRPr lang="de-DE" sz="800" dirty="0"/>
          </a:p>
          <a:p>
            <a:r>
              <a:rPr lang="de-DE" sz="800" dirty="0" err="1"/>
              <a:t>Accept</a:t>
            </a:r>
            <a:r>
              <a:rPr lang="de-DE" sz="800" dirty="0"/>
              <a:t>: </a:t>
            </a:r>
            <a:r>
              <a:rPr lang="de-DE" sz="800" dirty="0" err="1"/>
              <a:t>application</a:t>
            </a:r>
            <a:r>
              <a:rPr lang="de-DE" sz="800" dirty="0"/>
              <a:t>/</a:t>
            </a:r>
            <a:r>
              <a:rPr lang="de-DE" sz="800" dirty="0" err="1"/>
              <a:t>json</a:t>
            </a:r>
            <a:endParaRPr lang="de-DE" sz="800" dirty="0"/>
          </a:p>
          <a:p>
            <a:r>
              <a:rPr lang="de-DE" sz="800" dirty="0"/>
              <a:t>Date: Sun, 01 Jun 2026 10:15:30 GMT</a:t>
            </a:r>
          </a:p>
          <a:p>
            <a:r>
              <a:rPr lang="de-DE" sz="800" dirty="0"/>
              <a:t>X-Request-</a:t>
            </a:r>
            <a:r>
              <a:rPr lang="de-DE" sz="800" dirty="0" err="1"/>
              <a:t>Id</a:t>
            </a:r>
            <a:r>
              <a:rPr lang="de-DE" sz="800" dirty="0"/>
              <a:t>: 7b5d3e2a-4c1a-4c0b-xd99</a:t>
            </a:r>
          </a:p>
          <a:p>
            <a:r>
              <a:rPr lang="de-DE" sz="800" dirty="0"/>
              <a:t>X-</a:t>
            </a:r>
            <a:r>
              <a:rPr lang="de-DE" sz="800" dirty="0" err="1"/>
              <a:t>Api</a:t>
            </a:r>
            <a:r>
              <a:rPr lang="de-DE" sz="800" dirty="0"/>
              <a:t>-</a:t>
            </a:r>
            <a:r>
              <a:rPr lang="de-DE" sz="800" dirty="0" err="1"/>
              <a:t>Spec-Ref</a:t>
            </a:r>
            <a:r>
              <a:rPr lang="de-DE" sz="800" dirty="0"/>
              <a:t>: </a:t>
            </a:r>
            <a:r>
              <a:rPr lang="de-DE" sz="800" dirty="0" err="1"/>
              <a:t>git:EDI-Energy</a:t>
            </a:r>
            <a:r>
              <a:rPr lang="de-DE" sz="800" dirty="0"/>
              <a:t>/</a:t>
            </a:r>
            <a:r>
              <a:rPr lang="de-DE" sz="800" dirty="0" err="1"/>
              <a:t>api-electricity</a:t>
            </a:r>
            <a:endParaRPr lang="de-DE" sz="800" dirty="0"/>
          </a:p>
          <a:p>
            <a:r>
              <a:rPr lang="de-DE" sz="800" dirty="0"/>
              <a:t>X-</a:t>
            </a:r>
            <a:r>
              <a:rPr lang="de-DE" sz="800" dirty="0" err="1"/>
              <a:t>Api</a:t>
            </a:r>
            <a:r>
              <a:rPr lang="de-DE" sz="800" dirty="0"/>
              <a:t>-</a:t>
            </a:r>
            <a:r>
              <a:rPr lang="de-DE" sz="800" dirty="0" err="1"/>
              <a:t>Spec</a:t>
            </a:r>
            <a:r>
              <a:rPr lang="de-DE" sz="800" dirty="0"/>
              <a:t>-Version: 1.2</a:t>
            </a:r>
          </a:p>
        </p:txBody>
      </p:sp>
      <p:sp>
        <p:nvSpPr>
          <p:cNvPr id="52" name="Textfeld 51">
            <a:extLst>
              <a:ext uri="{FF2B5EF4-FFF2-40B4-BE49-F238E27FC236}">
                <a16:creationId xmlns:a16="http://schemas.microsoft.com/office/drawing/2014/main" id="{2D94B65E-B31E-7000-2870-D6D7DDF961C7}"/>
              </a:ext>
            </a:extLst>
          </p:cNvPr>
          <p:cNvSpPr txBox="1"/>
          <p:nvPr/>
        </p:nvSpPr>
        <p:spPr>
          <a:xfrm rot="16200000">
            <a:off x="9301979" y="998124"/>
            <a:ext cx="954108" cy="215444"/>
          </a:xfrm>
          <a:prstGeom prst="rect">
            <a:avLst/>
          </a:prstGeom>
          <a:noFill/>
          <a:ln>
            <a:solidFill>
              <a:schemeClr val="bg1">
                <a:lumMod val="65000"/>
              </a:schemeClr>
            </a:solidFill>
          </a:ln>
        </p:spPr>
        <p:txBody>
          <a:bodyPr wrap="square" rtlCol="0">
            <a:spAutoFit/>
          </a:bodyPr>
          <a:lstStyle/>
          <a:p>
            <a:pPr algn="ctr"/>
            <a:r>
              <a:rPr lang="de-DE" sz="800" dirty="0"/>
              <a:t>Header</a:t>
            </a:r>
          </a:p>
        </p:txBody>
      </p:sp>
      <p:sp>
        <p:nvSpPr>
          <p:cNvPr id="53" name="Textfeld 52">
            <a:extLst>
              <a:ext uri="{FF2B5EF4-FFF2-40B4-BE49-F238E27FC236}">
                <a16:creationId xmlns:a16="http://schemas.microsoft.com/office/drawing/2014/main" id="{05CC2AEF-F2AB-5999-E41A-0A08CF318787}"/>
              </a:ext>
            </a:extLst>
          </p:cNvPr>
          <p:cNvSpPr txBox="1"/>
          <p:nvPr/>
        </p:nvSpPr>
        <p:spPr>
          <a:xfrm rot="16200000">
            <a:off x="9592517" y="283787"/>
            <a:ext cx="383663" cy="215444"/>
          </a:xfrm>
          <a:prstGeom prst="rect">
            <a:avLst/>
          </a:prstGeom>
          <a:noFill/>
          <a:ln>
            <a:solidFill>
              <a:schemeClr val="bg1">
                <a:lumMod val="65000"/>
              </a:schemeClr>
            </a:solidFill>
          </a:ln>
        </p:spPr>
        <p:txBody>
          <a:bodyPr wrap="square" rtlCol="0">
            <a:spAutoFit/>
          </a:bodyPr>
          <a:lstStyle/>
          <a:p>
            <a:pPr algn="ctr"/>
            <a:r>
              <a:rPr lang="de-DE" sz="800" dirty="0"/>
              <a:t>URI</a:t>
            </a:r>
          </a:p>
        </p:txBody>
      </p:sp>
      <p:sp>
        <p:nvSpPr>
          <p:cNvPr id="54" name="Textfeld 53">
            <a:extLst>
              <a:ext uri="{FF2B5EF4-FFF2-40B4-BE49-F238E27FC236}">
                <a16:creationId xmlns:a16="http://schemas.microsoft.com/office/drawing/2014/main" id="{62D11112-C3EC-277D-78E4-5FD86F26BB46}"/>
              </a:ext>
            </a:extLst>
          </p:cNvPr>
          <p:cNvSpPr txBox="1"/>
          <p:nvPr/>
        </p:nvSpPr>
        <p:spPr>
          <a:xfrm rot="16200000">
            <a:off x="8843604" y="2454786"/>
            <a:ext cx="1882876" cy="215444"/>
          </a:xfrm>
          <a:prstGeom prst="rect">
            <a:avLst/>
          </a:prstGeom>
          <a:noFill/>
          <a:ln>
            <a:solidFill>
              <a:schemeClr val="bg1">
                <a:lumMod val="65000"/>
              </a:schemeClr>
            </a:solidFill>
          </a:ln>
        </p:spPr>
        <p:txBody>
          <a:bodyPr wrap="square" rtlCol="0">
            <a:spAutoFit/>
          </a:bodyPr>
          <a:lstStyle/>
          <a:p>
            <a:pPr algn="ctr"/>
            <a:r>
              <a:rPr lang="de-DE" sz="800" dirty="0"/>
              <a:t>Payload String mit .-Notation</a:t>
            </a:r>
          </a:p>
        </p:txBody>
      </p:sp>
      <p:sp>
        <p:nvSpPr>
          <p:cNvPr id="60" name="Textfeld 59">
            <a:extLst>
              <a:ext uri="{FF2B5EF4-FFF2-40B4-BE49-F238E27FC236}">
                <a16:creationId xmlns:a16="http://schemas.microsoft.com/office/drawing/2014/main" id="{255B8A88-0594-122D-9CDA-9A398BD89992}"/>
              </a:ext>
            </a:extLst>
          </p:cNvPr>
          <p:cNvSpPr txBox="1"/>
          <p:nvPr/>
        </p:nvSpPr>
        <p:spPr>
          <a:xfrm>
            <a:off x="10162841" y="1654240"/>
            <a:ext cx="1735497" cy="707886"/>
          </a:xfrm>
          <a:prstGeom prst="rect">
            <a:avLst/>
          </a:prstGeom>
          <a:noFill/>
          <a:ln>
            <a:solidFill>
              <a:schemeClr val="bg1">
                <a:lumMod val="65000"/>
              </a:schemeClr>
            </a:solidFill>
          </a:ln>
        </p:spPr>
        <p:txBody>
          <a:bodyPr wrap="square" rtlCol="0">
            <a:spAutoFit/>
          </a:bodyPr>
          <a:lstStyle/>
          <a:p>
            <a:r>
              <a:rPr lang="de-DE" sz="800" dirty="0">
                <a:solidFill>
                  <a:schemeClr val="tx1">
                    <a:lumMod val="85000"/>
                    <a:lumOff val="15000"/>
                  </a:schemeClr>
                </a:solidFill>
              </a:rPr>
              <a:t>eyJhbGciOiJFUzI1NiIsInR5cCI6IkpXUyIsImtpZCI6IkVNVC5BUEkuTkItMTIzNDUiLCJ4NXUiOiJodHRwczovL3ZlcnplaWNobmlzLm5ldHpiZXRyZWliZXIuZGUvY2VydHMvY3VycmVudCJ9.</a:t>
            </a:r>
            <a:endParaRPr lang="de-DE" sz="800" dirty="0"/>
          </a:p>
        </p:txBody>
      </p:sp>
      <p:sp>
        <p:nvSpPr>
          <p:cNvPr id="61" name="Textfeld 60">
            <a:extLst>
              <a:ext uri="{FF2B5EF4-FFF2-40B4-BE49-F238E27FC236}">
                <a16:creationId xmlns:a16="http://schemas.microsoft.com/office/drawing/2014/main" id="{151E7FF1-749A-AC62-F3C7-7CDF7E482384}"/>
              </a:ext>
            </a:extLst>
          </p:cNvPr>
          <p:cNvSpPr txBox="1"/>
          <p:nvPr/>
        </p:nvSpPr>
        <p:spPr>
          <a:xfrm>
            <a:off x="10162841" y="2376829"/>
            <a:ext cx="1735496" cy="461665"/>
          </a:xfrm>
          <a:prstGeom prst="rect">
            <a:avLst/>
          </a:prstGeom>
          <a:noFill/>
          <a:ln>
            <a:solidFill>
              <a:schemeClr val="bg1">
                <a:lumMod val="65000"/>
              </a:schemeClr>
            </a:solidFill>
          </a:ln>
        </p:spPr>
        <p:txBody>
          <a:bodyPr wrap="square" rtlCol="0">
            <a:spAutoFit/>
          </a:bodyPr>
          <a:lstStyle/>
          <a:p>
            <a:r>
              <a:rPr lang="de-DE" sz="800" dirty="0">
                <a:solidFill>
                  <a:schemeClr val="accent4">
                    <a:lumMod val="50000"/>
                  </a:schemeClr>
                </a:solidFill>
              </a:rPr>
              <a:t>eyJhZGRyZXNzIjp7InppcCI6ODAwMDF9LCJjdXN0b21lck51bWJlciI6NjAyNDk5N30</a:t>
            </a:r>
            <a:r>
              <a:rPr lang="de-DE" sz="800" dirty="0">
                <a:solidFill>
                  <a:schemeClr val="accent1"/>
                </a:solidFill>
              </a:rPr>
              <a:t>.</a:t>
            </a:r>
            <a:endParaRPr lang="de-DE" sz="800" dirty="0"/>
          </a:p>
        </p:txBody>
      </p:sp>
      <p:sp>
        <p:nvSpPr>
          <p:cNvPr id="63" name="Textfeld 62">
            <a:extLst>
              <a:ext uri="{FF2B5EF4-FFF2-40B4-BE49-F238E27FC236}">
                <a16:creationId xmlns:a16="http://schemas.microsoft.com/office/drawing/2014/main" id="{1DD8A288-8294-CEB8-0B71-358BEA44D4B0}"/>
              </a:ext>
            </a:extLst>
          </p:cNvPr>
          <p:cNvSpPr txBox="1"/>
          <p:nvPr/>
        </p:nvSpPr>
        <p:spPr>
          <a:xfrm>
            <a:off x="10162842" y="2861878"/>
            <a:ext cx="1735496" cy="584775"/>
          </a:xfrm>
          <a:prstGeom prst="rect">
            <a:avLst/>
          </a:prstGeom>
          <a:noFill/>
          <a:ln>
            <a:solidFill>
              <a:schemeClr val="bg1">
                <a:lumMod val="65000"/>
              </a:schemeClr>
            </a:solidFill>
          </a:ln>
        </p:spPr>
        <p:txBody>
          <a:bodyPr wrap="square" rtlCol="0">
            <a:spAutoFit/>
          </a:bodyPr>
          <a:lstStyle/>
          <a:p>
            <a:r>
              <a:rPr lang="de-DE" sz="800" dirty="0">
                <a:solidFill>
                  <a:schemeClr val="accent1"/>
                </a:solidFill>
              </a:rPr>
              <a:t>MEYCIQDn7vK2pX8mRtLsNwQzYcFbJdOeGiKpAsSv3nB1uWzYdAIhAP4vRVA7xH2sP3kLmN8qT1uWzYdFbJcOeGiKpQsSv2nABC</a:t>
            </a:r>
            <a:endParaRPr lang="de-DE" sz="800" dirty="0"/>
          </a:p>
        </p:txBody>
      </p:sp>
      <p:sp>
        <p:nvSpPr>
          <p:cNvPr id="66" name="Rechteck 65">
            <a:extLst>
              <a:ext uri="{FF2B5EF4-FFF2-40B4-BE49-F238E27FC236}">
                <a16:creationId xmlns:a16="http://schemas.microsoft.com/office/drawing/2014/main" id="{68EBC167-9EC7-D8E3-A83F-14B5B21FC820}"/>
              </a:ext>
            </a:extLst>
          </p:cNvPr>
          <p:cNvSpPr/>
          <p:nvPr/>
        </p:nvSpPr>
        <p:spPr>
          <a:xfrm>
            <a:off x="9892764" y="1621069"/>
            <a:ext cx="2048980" cy="1799918"/>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67" name="Rechteck 66">
            <a:extLst>
              <a:ext uri="{FF2B5EF4-FFF2-40B4-BE49-F238E27FC236}">
                <a16:creationId xmlns:a16="http://schemas.microsoft.com/office/drawing/2014/main" id="{0A4FD470-910E-BA17-A083-CAFAE2F0E2EB}"/>
              </a:ext>
            </a:extLst>
          </p:cNvPr>
          <p:cNvSpPr/>
          <p:nvPr/>
        </p:nvSpPr>
        <p:spPr>
          <a:xfrm>
            <a:off x="9892764" y="1621069"/>
            <a:ext cx="2048980" cy="1882877"/>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ln>
                <a:solidFill>
                  <a:schemeClr val="bg1">
                    <a:lumMod val="65000"/>
                  </a:schemeClr>
                </a:solidFill>
              </a:ln>
            </a:endParaRPr>
          </a:p>
        </p:txBody>
      </p:sp>
      <p:sp>
        <p:nvSpPr>
          <p:cNvPr id="68" name="Textfeld 67">
            <a:extLst>
              <a:ext uri="{FF2B5EF4-FFF2-40B4-BE49-F238E27FC236}">
                <a16:creationId xmlns:a16="http://schemas.microsoft.com/office/drawing/2014/main" id="{D335EAF0-A89F-0D92-993C-E4C2385BC580}"/>
              </a:ext>
            </a:extLst>
          </p:cNvPr>
          <p:cNvSpPr txBox="1"/>
          <p:nvPr/>
        </p:nvSpPr>
        <p:spPr>
          <a:xfrm rot="16200000">
            <a:off x="9699882" y="1899167"/>
            <a:ext cx="710473" cy="215444"/>
          </a:xfrm>
          <a:prstGeom prst="rect">
            <a:avLst/>
          </a:prstGeom>
          <a:noFill/>
          <a:ln>
            <a:solidFill>
              <a:schemeClr val="bg1">
                <a:lumMod val="65000"/>
              </a:schemeClr>
            </a:solidFill>
          </a:ln>
        </p:spPr>
        <p:txBody>
          <a:bodyPr wrap="square" rtlCol="0">
            <a:spAutoFit/>
          </a:bodyPr>
          <a:lstStyle/>
          <a:p>
            <a:pPr algn="ctr"/>
            <a:r>
              <a:rPr lang="de-DE" sz="800" dirty="0"/>
              <a:t>JWS Header</a:t>
            </a:r>
          </a:p>
        </p:txBody>
      </p:sp>
      <p:sp>
        <p:nvSpPr>
          <p:cNvPr id="69" name="Textfeld 68">
            <a:extLst>
              <a:ext uri="{FF2B5EF4-FFF2-40B4-BE49-F238E27FC236}">
                <a16:creationId xmlns:a16="http://schemas.microsoft.com/office/drawing/2014/main" id="{5BD63D4C-EE3A-4176-D03E-046310EDA833}"/>
              </a:ext>
            </a:extLst>
          </p:cNvPr>
          <p:cNvSpPr txBox="1"/>
          <p:nvPr/>
        </p:nvSpPr>
        <p:spPr>
          <a:xfrm rot="16200000">
            <a:off x="9826536" y="2499196"/>
            <a:ext cx="461666" cy="215444"/>
          </a:xfrm>
          <a:prstGeom prst="rect">
            <a:avLst/>
          </a:prstGeom>
          <a:noFill/>
          <a:ln>
            <a:solidFill>
              <a:schemeClr val="bg1">
                <a:lumMod val="65000"/>
              </a:schemeClr>
            </a:solidFill>
          </a:ln>
        </p:spPr>
        <p:txBody>
          <a:bodyPr wrap="square" rtlCol="0">
            <a:spAutoFit/>
          </a:bodyPr>
          <a:lstStyle/>
          <a:p>
            <a:pPr algn="ctr"/>
            <a:r>
              <a:rPr lang="de-DE" sz="800" dirty="0" err="1"/>
              <a:t>payld</a:t>
            </a:r>
            <a:endParaRPr lang="de-DE" sz="800" dirty="0"/>
          </a:p>
        </p:txBody>
      </p:sp>
      <p:sp>
        <p:nvSpPr>
          <p:cNvPr id="70" name="Textfeld 69">
            <a:extLst>
              <a:ext uri="{FF2B5EF4-FFF2-40B4-BE49-F238E27FC236}">
                <a16:creationId xmlns:a16="http://schemas.microsoft.com/office/drawing/2014/main" id="{754E165A-ECC3-934F-E6C6-25116ED7936A}"/>
              </a:ext>
            </a:extLst>
          </p:cNvPr>
          <p:cNvSpPr txBox="1"/>
          <p:nvPr/>
        </p:nvSpPr>
        <p:spPr>
          <a:xfrm rot="16200000">
            <a:off x="9762731" y="3045716"/>
            <a:ext cx="584775" cy="215444"/>
          </a:xfrm>
          <a:prstGeom prst="rect">
            <a:avLst/>
          </a:prstGeom>
          <a:noFill/>
          <a:ln>
            <a:solidFill>
              <a:schemeClr val="bg1">
                <a:lumMod val="65000"/>
              </a:schemeClr>
            </a:solidFill>
          </a:ln>
        </p:spPr>
        <p:txBody>
          <a:bodyPr wrap="square" rtlCol="0">
            <a:spAutoFit/>
          </a:bodyPr>
          <a:lstStyle/>
          <a:p>
            <a:pPr algn="ctr"/>
            <a:r>
              <a:rPr lang="de-DE" sz="800" dirty="0"/>
              <a:t>Signatur</a:t>
            </a:r>
          </a:p>
        </p:txBody>
      </p:sp>
      <p:cxnSp>
        <p:nvCxnSpPr>
          <p:cNvPr id="75" name="Verbinder: gewinkelt 74">
            <a:extLst>
              <a:ext uri="{FF2B5EF4-FFF2-40B4-BE49-F238E27FC236}">
                <a16:creationId xmlns:a16="http://schemas.microsoft.com/office/drawing/2014/main" id="{FDF19BB8-60A4-7C77-F1B3-9DB817FBA30F}"/>
              </a:ext>
            </a:extLst>
          </p:cNvPr>
          <p:cNvCxnSpPr>
            <a:cxnSpLocks/>
            <a:stCxn id="22" idx="3"/>
            <a:endCxn id="69" idx="0"/>
          </p:cNvCxnSpPr>
          <p:nvPr/>
        </p:nvCxnSpPr>
        <p:spPr>
          <a:xfrm>
            <a:off x="7719859" y="1653603"/>
            <a:ext cx="2229788" cy="95331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Verbinder: gewinkelt 80">
            <a:extLst>
              <a:ext uri="{FF2B5EF4-FFF2-40B4-BE49-F238E27FC236}">
                <a16:creationId xmlns:a16="http://schemas.microsoft.com/office/drawing/2014/main" id="{3EEA34AE-3911-CACE-B82B-67221054028A}"/>
              </a:ext>
            </a:extLst>
          </p:cNvPr>
          <p:cNvCxnSpPr>
            <a:stCxn id="30" idx="3"/>
            <a:endCxn id="70" idx="0"/>
          </p:cNvCxnSpPr>
          <p:nvPr/>
        </p:nvCxnSpPr>
        <p:spPr>
          <a:xfrm>
            <a:off x="7704102" y="3065475"/>
            <a:ext cx="2243295" cy="879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hteck 17">
            <a:extLst>
              <a:ext uri="{FF2B5EF4-FFF2-40B4-BE49-F238E27FC236}">
                <a16:creationId xmlns:a16="http://schemas.microsoft.com/office/drawing/2014/main" id="{ADE97111-61EC-15C8-E99E-7F93259AF528}"/>
              </a:ext>
            </a:extLst>
          </p:cNvPr>
          <p:cNvSpPr/>
          <p:nvPr/>
        </p:nvSpPr>
        <p:spPr>
          <a:xfrm>
            <a:off x="3128090" y="3794644"/>
            <a:ext cx="2280357" cy="2859619"/>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800" b="1" dirty="0">
                <a:solidFill>
                  <a:schemeClr val="tx1"/>
                </a:solidFill>
              </a:rPr>
              <a:t>Vorschlag 1 </a:t>
            </a:r>
            <a:r>
              <a:rPr lang="de-DE" sz="800" b="1" dirty="0" err="1">
                <a:solidFill>
                  <a:schemeClr val="tx1"/>
                </a:solidFill>
              </a:rPr>
              <a:t>Schleupen</a:t>
            </a:r>
            <a:endParaRPr lang="de-DE" sz="800" dirty="0">
              <a:solidFill>
                <a:schemeClr val="tx1"/>
              </a:solidFill>
            </a:endParaRPr>
          </a:p>
        </p:txBody>
      </p:sp>
      <p:sp>
        <p:nvSpPr>
          <p:cNvPr id="20" name="Rechteck 19">
            <a:extLst>
              <a:ext uri="{FF2B5EF4-FFF2-40B4-BE49-F238E27FC236}">
                <a16:creationId xmlns:a16="http://schemas.microsoft.com/office/drawing/2014/main" id="{9BAF91DC-9232-A49D-EA50-86C13108064A}"/>
              </a:ext>
            </a:extLst>
          </p:cNvPr>
          <p:cNvSpPr/>
          <p:nvPr/>
        </p:nvSpPr>
        <p:spPr>
          <a:xfrm>
            <a:off x="3255820" y="4079879"/>
            <a:ext cx="2024895" cy="2491042"/>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a:t>
            </a:r>
          </a:p>
          <a:p>
            <a:r>
              <a:rPr lang="de-DE" sz="800" dirty="0"/>
              <a:t>"</a:t>
            </a:r>
            <a:r>
              <a:rPr lang="de-DE" sz="800" dirty="0" err="1"/>
              <a:t>senderId</a:t>
            </a:r>
            <a:r>
              <a:rPr lang="de-DE" sz="800" dirty="0"/>
              <a:t>": "1234567890123", </a:t>
            </a:r>
          </a:p>
          <a:p>
            <a:r>
              <a:rPr lang="de-DE" sz="800" dirty="0"/>
              <a:t>"</a:t>
            </a:r>
            <a:r>
              <a:rPr lang="de-DE" sz="800" dirty="0" err="1"/>
              <a:t>receiverId</a:t>
            </a:r>
            <a:r>
              <a:rPr lang="de-DE" sz="800" dirty="0"/>
              <a:t>": "9999999999999", </a:t>
            </a:r>
          </a:p>
          <a:p>
            <a:r>
              <a:rPr lang="de-DE" sz="800" dirty="0"/>
              <a:t>"</a:t>
            </a:r>
            <a:r>
              <a:rPr lang="de-DE" sz="800" dirty="0" err="1"/>
              <a:t>transactionId</a:t>
            </a:r>
            <a:r>
              <a:rPr lang="de-DE" sz="800" dirty="0"/>
              <a:t>": "12345678-1234-1234-1234-123456789012", </a:t>
            </a:r>
          </a:p>
          <a:p>
            <a:r>
              <a:rPr lang="de-DE" sz="800" dirty="0"/>
              <a:t>"</a:t>
            </a:r>
            <a:r>
              <a:rPr lang="de-DE" sz="800" dirty="0" err="1"/>
              <a:t>initialTransactionId</a:t>
            </a:r>
            <a:r>
              <a:rPr lang="de-DE" sz="800" dirty="0"/>
              <a:t>": "12345678-1234-1234-1234-123456789012", </a:t>
            </a:r>
          </a:p>
          <a:p>
            <a:r>
              <a:rPr lang="de-DE" sz="800" dirty="0"/>
              <a:t>"</a:t>
            </a:r>
            <a:r>
              <a:rPr lang="de-DE" sz="800" dirty="0" err="1"/>
              <a:t>referenceId</a:t>
            </a:r>
            <a:r>
              <a:rPr lang="de-DE" sz="800" dirty="0"/>
              <a:t>": "12345678-1234-1234-1234-123456789012", </a:t>
            </a:r>
          </a:p>
          <a:p>
            <a:r>
              <a:rPr lang="de-DE" sz="800" dirty="0"/>
              <a:t>"</a:t>
            </a:r>
            <a:r>
              <a:rPr lang="de-DE" sz="800" dirty="0" err="1"/>
              <a:t>creationDateTime</a:t>
            </a:r>
            <a:r>
              <a:rPr lang="de-DE" sz="800" dirty="0"/>
              <a:t>": "2026-04-01 12:00:00.000000Z", </a:t>
            </a:r>
          </a:p>
          <a:p>
            <a:r>
              <a:rPr lang="de-DE" sz="800" dirty="0"/>
              <a:t>"</a:t>
            </a:r>
            <a:r>
              <a:rPr lang="de-DE" sz="800" dirty="0" err="1"/>
              <a:t>data</a:t>
            </a:r>
            <a:r>
              <a:rPr lang="de-DE" sz="800" dirty="0"/>
              <a:t>": </a:t>
            </a:r>
          </a:p>
          <a:p>
            <a:r>
              <a:rPr lang="de-DE" sz="800" dirty="0"/>
              <a:t>{</a:t>
            </a:r>
          </a:p>
          <a:p>
            <a:r>
              <a:rPr lang="de-DE" sz="800" dirty="0"/>
              <a:t> “</a:t>
            </a:r>
            <a:r>
              <a:rPr lang="de-DE" sz="800" dirty="0" err="1"/>
              <a:t>address</a:t>
            </a:r>
            <a:r>
              <a:rPr lang="de-DE" sz="800" dirty="0"/>
              <a:t>“: {"</a:t>
            </a:r>
            <a:r>
              <a:rPr lang="de-DE" sz="800" dirty="0" err="1"/>
              <a:t>zip</a:t>
            </a:r>
            <a:r>
              <a:rPr lang="de-DE" sz="800" dirty="0"/>
              <a:t>": 80001 },</a:t>
            </a:r>
          </a:p>
          <a:p>
            <a:r>
              <a:rPr lang="de-DE" sz="800" dirty="0"/>
              <a:t>  “</a:t>
            </a:r>
            <a:r>
              <a:rPr lang="de-DE" sz="800" dirty="0" err="1"/>
              <a:t>customerNumber</a:t>
            </a:r>
            <a:r>
              <a:rPr lang="de-DE" sz="800" dirty="0"/>
              <a:t>“: 6024997 </a:t>
            </a:r>
          </a:p>
          <a:p>
            <a:r>
              <a:rPr lang="de-DE" sz="800" dirty="0"/>
              <a:t>}</a:t>
            </a:r>
          </a:p>
          <a:p>
            <a:r>
              <a:rPr lang="de-DE" sz="800" dirty="0">
                <a:solidFill>
                  <a:schemeClr val="accent1"/>
                </a:solidFill>
              </a:rPr>
              <a:t>},</a:t>
            </a:r>
          </a:p>
        </p:txBody>
      </p:sp>
      <p:cxnSp>
        <p:nvCxnSpPr>
          <p:cNvPr id="46" name="Verbinder: gewinkelt 45">
            <a:extLst>
              <a:ext uri="{FF2B5EF4-FFF2-40B4-BE49-F238E27FC236}">
                <a16:creationId xmlns:a16="http://schemas.microsoft.com/office/drawing/2014/main" id="{47BC0339-5F23-6823-641E-39FF6A786ABC}"/>
              </a:ext>
            </a:extLst>
          </p:cNvPr>
          <p:cNvCxnSpPr>
            <a:cxnSpLocks/>
            <a:stCxn id="7" idx="3"/>
            <a:endCxn id="20" idx="0"/>
          </p:cNvCxnSpPr>
          <p:nvPr/>
        </p:nvCxnSpPr>
        <p:spPr>
          <a:xfrm>
            <a:off x="2681529" y="3709891"/>
            <a:ext cx="1586739" cy="36998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Verbinder: gewinkelt 58">
            <a:extLst>
              <a:ext uri="{FF2B5EF4-FFF2-40B4-BE49-F238E27FC236}">
                <a16:creationId xmlns:a16="http://schemas.microsoft.com/office/drawing/2014/main" id="{7D607C0C-D578-D308-4970-EEFBCAF262FE}"/>
              </a:ext>
            </a:extLst>
          </p:cNvPr>
          <p:cNvCxnSpPr>
            <a:cxnSpLocks/>
            <a:stCxn id="8" idx="2"/>
          </p:cNvCxnSpPr>
          <p:nvPr/>
        </p:nvCxnSpPr>
        <p:spPr>
          <a:xfrm rot="16200000" flipH="1">
            <a:off x="1898197" y="4569197"/>
            <a:ext cx="1075194" cy="156111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Rechteck 76">
            <a:extLst>
              <a:ext uri="{FF2B5EF4-FFF2-40B4-BE49-F238E27FC236}">
                <a16:creationId xmlns:a16="http://schemas.microsoft.com/office/drawing/2014/main" id="{03A0BE7D-D5A7-2D2D-50CB-C28AD873489F}"/>
              </a:ext>
            </a:extLst>
          </p:cNvPr>
          <p:cNvSpPr/>
          <p:nvPr/>
        </p:nvSpPr>
        <p:spPr>
          <a:xfrm>
            <a:off x="8193212" y="3789230"/>
            <a:ext cx="3871435" cy="2859620"/>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800" dirty="0">
              <a:solidFill>
                <a:schemeClr val="tx1"/>
              </a:solidFill>
            </a:endParaRPr>
          </a:p>
          <a:p>
            <a:endParaRPr lang="de-DE" sz="800" dirty="0">
              <a:solidFill>
                <a:schemeClr val="tx1"/>
              </a:solidFill>
            </a:endParaRPr>
          </a:p>
          <a:p>
            <a:endParaRPr lang="de-DE" sz="800" dirty="0">
              <a:solidFill>
                <a:schemeClr val="tx1"/>
              </a:solidFill>
            </a:endParaRPr>
          </a:p>
          <a:p>
            <a:endParaRPr lang="de-DE" sz="800" dirty="0">
              <a:solidFill>
                <a:schemeClr val="tx1"/>
              </a:solidFill>
            </a:endParaRPr>
          </a:p>
        </p:txBody>
      </p:sp>
      <p:sp>
        <p:nvSpPr>
          <p:cNvPr id="78" name="Rechteck 77">
            <a:extLst>
              <a:ext uri="{FF2B5EF4-FFF2-40B4-BE49-F238E27FC236}">
                <a16:creationId xmlns:a16="http://schemas.microsoft.com/office/drawing/2014/main" id="{6C809E7E-93E2-ADED-38DA-E67ED7A64594}"/>
              </a:ext>
            </a:extLst>
          </p:cNvPr>
          <p:cNvSpPr/>
          <p:nvPr/>
        </p:nvSpPr>
        <p:spPr>
          <a:xfrm>
            <a:off x="9548036" y="4457308"/>
            <a:ext cx="2516611" cy="217410"/>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80" name="Rechteck 79">
            <a:extLst>
              <a:ext uri="{FF2B5EF4-FFF2-40B4-BE49-F238E27FC236}">
                <a16:creationId xmlns:a16="http://schemas.microsoft.com/office/drawing/2014/main" id="{BB55DBDE-AFC2-8B9A-11D4-7F413BE39599}"/>
              </a:ext>
            </a:extLst>
          </p:cNvPr>
          <p:cNvSpPr/>
          <p:nvPr/>
        </p:nvSpPr>
        <p:spPr>
          <a:xfrm>
            <a:off x="8527631" y="4056042"/>
            <a:ext cx="3414113" cy="38366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POST //</a:t>
            </a:r>
            <a:r>
              <a:rPr lang="de-DE" sz="800" dirty="0" err="1"/>
              <a:t>maloId</a:t>
            </a:r>
            <a:r>
              <a:rPr lang="de-DE" sz="800" dirty="0"/>
              <a:t>/</a:t>
            </a:r>
            <a:r>
              <a:rPr lang="de-DE" sz="800" dirty="0" err="1"/>
              <a:t>request</a:t>
            </a:r>
            <a:r>
              <a:rPr lang="de-DE" sz="800" dirty="0"/>
              <a:t>/v2 HTTP/1.1</a:t>
            </a:r>
          </a:p>
        </p:txBody>
      </p:sp>
      <p:sp>
        <p:nvSpPr>
          <p:cNvPr id="83" name="Textfeld 82">
            <a:extLst>
              <a:ext uri="{FF2B5EF4-FFF2-40B4-BE49-F238E27FC236}">
                <a16:creationId xmlns:a16="http://schemas.microsoft.com/office/drawing/2014/main" id="{AD528AA0-1DC7-B0C4-31F3-4D5889C39695}"/>
              </a:ext>
            </a:extLst>
          </p:cNvPr>
          <p:cNvSpPr txBox="1"/>
          <p:nvPr/>
        </p:nvSpPr>
        <p:spPr>
          <a:xfrm>
            <a:off x="8527631" y="4462816"/>
            <a:ext cx="3414113" cy="707886"/>
          </a:xfrm>
          <a:prstGeom prst="rect">
            <a:avLst/>
          </a:prstGeom>
          <a:noFill/>
          <a:ln>
            <a:solidFill>
              <a:schemeClr val="bg1">
                <a:lumMod val="65000"/>
              </a:schemeClr>
            </a:solidFill>
          </a:ln>
        </p:spPr>
        <p:txBody>
          <a:bodyPr wrap="square" rtlCol="0">
            <a:spAutoFit/>
          </a:bodyPr>
          <a:lstStyle/>
          <a:p>
            <a:r>
              <a:rPr lang="de-DE" sz="800" dirty="0"/>
              <a:t>Content-Type: </a:t>
            </a:r>
            <a:r>
              <a:rPr lang="de-DE" sz="800" dirty="0" err="1"/>
              <a:t>application</a:t>
            </a:r>
            <a:r>
              <a:rPr lang="de-DE" sz="800" dirty="0"/>
              <a:t>/</a:t>
            </a:r>
            <a:r>
              <a:rPr lang="de-DE" sz="800" dirty="0" err="1"/>
              <a:t>json</a:t>
            </a:r>
            <a:endParaRPr lang="de-DE" sz="800" dirty="0"/>
          </a:p>
          <a:p>
            <a:r>
              <a:rPr lang="de-DE" sz="800" dirty="0" err="1"/>
              <a:t>Accept</a:t>
            </a:r>
            <a:r>
              <a:rPr lang="de-DE" sz="800" dirty="0"/>
              <a:t>: </a:t>
            </a:r>
            <a:r>
              <a:rPr lang="de-DE" sz="800" dirty="0" err="1"/>
              <a:t>application</a:t>
            </a:r>
            <a:r>
              <a:rPr lang="de-DE" sz="800" dirty="0"/>
              <a:t>/</a:t>
            </a:r>
            <a:r>
              <a:rPr lang="de-DE" sz="800" dirty="0" err="1"/>
              <a:t>json</a:t>
            </a:r>
            <a:endParaRPr lang="de-DE" sz="800" dirty="0"/>
          </a:p>
          <a:p>
            <a:r>
              <a:rPr lang="de-DE" sz="800" dirty="0">
                <a:solidFill>
                  <a:schemeClr val="accent1"/>
                </a:solidFill>
              </a:rPr>
              <a:t>X-BDEW-DIGEST</a:t>
            </a:r>
            <a:r>
              <a:rPr lang="de-DE" sz="800" dirty="0"/>
              <a:t>: </a:t>
            </a:r>
            <a:r>
              <a:rPr lang="de-DE" sz="800" dirty="0">
                <a:solidFill>
                  <a:schemeClr val="accent1"/>
                </a:solidFill>
              </a:rPr>
              <a:t>MEYCIQDn7vK2pX8mRtLsNwQzYcFbJdOeGiKpAsSv3nB1uWzYdAIhAP4vRVA7xH2sP3kLmN8qT1uWzYdFbJcOeGiKpQsSv2nABC</a:t>
            </a:r>
            <a:endParaRPr lang="de-DE" sz="800" dirty="0"/>
          </a:p>
        </p:txBody>
      </p:sp>
      <p:sp>
        <p:nvSpPr>
          <p:cNvPr id="84" name="Textfeld 83">
            <a:extLst>
              <a:ext uri="{FF2B5EF4-FFF2-40B4-BE49-F238E27FC236}">
                <a16:creationId xmlns:a16="http://schemas.microsoft.com/office/drawing/2014/main" id="{2AAE7421-3BA4-A224-39F5-E6A71C1D52FF}"/>
              </a:ext>
            </a:extLst>
          </p:cNvPr>
          <p:cNvSpPr txBox="1"/>
          <p:nvPr/>
        </p:nvSpPr>
        <p:spPr>
          <a:xfrm rot="16200000">
            <a:off x="8065966" y="4705428"/>
            <a:ext cx="707886" cy="215444"/>
          </a:xfrm>
          <a:prstGeom prst="rect">
            <a:avLst/>
          </a:prstGeom>
          <a:noFill/>
          <a:ln>
            <a:solidFill>
              <a:schemeClr val="bg1">
                <a:lumMod val="65000"/>
              </a:schemeClr>
            </a:solidFill>
          </a:ln>
        </p:spPr>
        <p:txBody>
          <a:bodyPr wrap="square" rtlCol="0">
            <a:spAutoFit/>
          </a:bodyPr>
          <a:lstStyle/>
          <a:p>
            <a:pPr algn="ctr"/>
            <a:r>
              <a:rPr lang="de-DE" sz="800" dirty="0"/>
              <a:t>Header</a:t>
            </a:r>
          </a:p>
        </p:txBody>
      </p:sp>
      <p:sp>
        <p:nvSpPr>
          <p:cNvPr id="85" name="Textfeld 84">
            <a:extLst>
              <a:ext uri="{FF2B5EF4-FFF2-40B4-BE49-F238E27FC236}">
                <a16:creationId xmlns:a16="http://schemas.microsoft.com/office/drawing/2014/main" id="{0A202315-B81F-0C02-8DEB-96A5CE67852D}"/>
              </a:ext>
            </a:extLst>
          </p:cNvPr>
          <p:cNvSpPr txBox="1"/>
          <p:nvPr/>
        </p:nvSpPr>
        <p:spPr>
          <a:xfrm rot="16200000">
            <a:off x="8228077" y="4140151"/>
            <a:ext cx="383663" cy="215444"/>
          </a:xfrm>
          <a:prstGeom prst="rect">
            <a:avLst/>
          </a:prstGeom>
          <a:noFill/>
          <a:ln>
            <a:solidFill>
              <a:schemeClr val="bg1">
                <a:lumMod val="65000"/>
              </a:schemeClr>
            </a:solidFill>
          </a:ln>
        </p:spPr>
        <p:txBody>
          <a:bodyPr wrap="square" rtlCol="0">
            <a:spAutoFit/>
          </a:bodyPr>
          <a:lstStyle/>
          <a:p>
            <a:pPr algn="ctr"/>
            <a:r>
              <a:rPr lang="de-DE" sz="800" dirty="0"/>
              <a:t>URI</a:t>
            </a:r>
          </a:p>
        </p:txBody>
      </p:sp>
      <p:sp>
        <p:nvSpPr>
          <p:cNvPr id="86" name="Textfeld 85">
            <a:extLst>
              <a:ext uri="{FF2B5EF4-FFF2-40B4-BE49-F238E27FC236}">
                <a16:creationId xmlns:a16="http://schemas.microsoft.com/office/drawing/2014/main" id="{0901AF37-34AF-EE51-4B8C-BDB879C73608}"/>
              </a:ext>
            </a:extLst>
          </p:cNvPr>
          <p:cNvSpPr txBox="1"/>
          <p:nvPr/>
        </p:nvSpPr>
        <p:spPr>
          <a:xfrm rot="16200000">
            <a:off x="7767766" y="5763695"/>
            <a:ext cx="1304283" cy="215444"/>
          </a:xfrm>
          <a:prstGeom prst="rect">
            <a:avLst/>
          </a:prstGeom>
          <a:noFill/>
          <a:ln>
            <a:solidFill>
              <a:schemeClr val="bg1">
                <a:lumMod val="65000"/>
              </a:schemeClr>
            </a:solidFill>
          </a:ln>
        </p:spPr>
        <p:txBody>
          <a:bodyPr wrap="square" rtlCol="0">
            <a:spAutoFit/>
          </a:bodyPr>
          <a:lstStyle/>
          <a:p>
            <a:pPr algn="ctr"/>
            <a:r>
              <a:rPr lang="de-DE" sz="800" dirty="0"/>
              <a:t>Payload</a:t>
            </a:r>
          </a:p>
        </p:txBody>
      </p:sp>
      <p:sp>
        <p:nvSpPr>
          <p:cNvPr id="90" name="Rechteck 89">
            <a:extLst>
              <a:ext uri="{FF2B5EF4-FFF2-40B4-BE49-F238E27FC236}">
                <a16:creationId xmlns:a16="http://schemas.microsoft.com/office/drawing/2014/main" id="{B9329EEE-7714-3823-70D3-544D493F0A6B}"/>
              </a:ext>
            </a:extLst>
          </p:cNvPr>
          <p:cNvSpPr/>
          <p:nvPr/>
        </p:nvSpPr>
        <p:spPr>
          <a:xfrm>
            <a:off x="9855199" y="4753939"/>
            <a:ext cx="2048980" cy="1799918"/>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91" name="Rechteck 90">
            <a:extLst>
              <a:ext uri="{FF2B5EF4-FFF2-40B4-BE49-F238E27FC236}">
                <a16:creationId xmlns:a16="http://schemas.microsoft.com/office/drawing/2014/main" id="{621C4F67-1FED-D2BF-D092-80ED42D32DCB}"/>
              </a:ext>
            </a:extLst>
          </p:cNvPr>
          <p:cNvSpPr/>
          <p:nvPr/>
        </p:nvSpPr>
        <p:spPr>
          <a:xfrm>
            <a:off x="8520070" y="5215667"/>
            <a:ext cx="3421673" cy="1307892"/>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a:t>
            </a:r>
            <a:r>
              <a:rPr lang="de-DE" sz="800" dirty="0" err="1">
                <a:solidFill>
                  <a:schemeClr val="accent1"/>
                </a:solidFill>
              </a:rPr>
              <a:t>meta</a:t>
            </a:r>
            <a:r>
              <a:rPr lang="de-DE" sz="800" dirty="0">
                <a:solidFill>
                  <a:schemeClr val="accent1"/>
                </a:solidFill>
              </a:rPr>
              <a:t>:{</a:t>
            </a:r>
            <a:r>
              <a:rPr lang="de-DE" sz="800" dirty="0"/>
              <a:t>"</a:t>
            </a:r>
            <a:r>
              <a:rPr lang="de-DE" sz="800" dirty="0" err="1"/>
              <a:t>senderId</a:t>
            </a:r>
            <a:r>
              <a:rPr lang="de-DE" sz="800" dirty="0"/>
              <a:t>": "1234567890123", "</a:t>
            </a:r>
            <a:r>
              <a:rPr lang="de-DE" sz="800" dirty="0" err="1"/>
              <a:t>receiverId</a:t>
            </a:r>
            <a:r>
              <a:rPr lang="de-DE" sz="800" dirty="0"/>
              <a:t>": "9999999999999","transactionId": "12345678-1234-1234-1234-123456789012","initialTransactionId": "12345678-1234-1234-1234-123456789012", "</a:t>
            </a:r>
            <a:r>
              <a:rPr lang="de-DE" sz="800" dirty="0" err="1"/>
              <a:t>referenceId</a:t>
            </a:r>
            <a:r>
              <a:rPr lang="de-DE" sz="800" dirty="0"/>
              <a:t>": "12345678-1234-1234-1234123456789012","creationDateTime": "2026-04-01 12:00:00.000000Z",</a:t>
            </a:r>
          </a:p>
          <a:p>
            <a:r>
              <a:rPr lang="de-DE" sz="800" dirty="0">
                <a:solidFill>
                  <a:srgbClr val="FF0000"/>
                </a:solidFill>
              </a:rPr>
              <a:t>},</a:t>
            </a:r>
          </a:p>
          <a:p>
            <a:r>
              <a:rPr lang="de-DE" sz="800" dirty="0"/>
              <a:t>"</a:t>
            </a:r>
            <a:r>
              <a:rPr lang="de-DE" sz="800" dirty="0" err="1"/>
              <a:t>data</a:t>
            </a:r>
            <a:r>
              <a:rPr lang="de-DE" sz="800" dirty="0"/>
              <a:t>": </a:t>
            </a:r>
          </a:p>
          <a:p>
            <a:r>
              <a:rPr lang="de-DE" sz="800" dirty="0"/>
              <a:t>{ “</a:t>
            </a:r>
            <a:r>
              <a:rPr lang="de-DE" sz="800" dirty="0" err="1"/>
              <a:t>address</a:t>
            </a:r>
            <a:r>
              <a:rPr lang="de-DE" sz="800" dirty="0"/>
              <a:t>“: {"</a:t>
            </a:r>
            <a:r>
              <a:rPr lang="de-DE" sz="800" dirty="0" err="1"/>
              <a:t>zip</a:t>
            </a:r>
            <a:r>
              <a:rPr lang="de-DE" sz="800" dirty="0"/>
              <a:t>": 80001 }, “</a:t>
            </a:r>
            <a:r>
              <a:rPr lang="de-DE" sz="800" dirty="0" err="1"/>
              <a:t>customerNumber</a:t>
            </a:r>
            <a:r>
              <a:rPr lang="de-DE" sz="800" dirty="0"/>
              <a:t>“: 6024997 </a:t>
            </a:r>
          </a:p>
          <a:p>
            <a:r>
              <a:rPr lang="de-DE" sz="800" dirty="0"/>
              <a:t>}</a:t>
            </a:r>
          </a:p>
          <a:p>
            <a:r>
              <a:rPr lang="de-DE" sz="800" dirty="0">
                <a:solidFill>
                  <a:schemeClr val="accent1"/>
                </a:solidFill>
              </a:rPr>
              <a:t>},</a:t>
            </a:r>
          </a:p>
        </p:txBody>
      </p:sp>
      <p:sp>
        <p:nvSpPr>
          <p:cNvPr id="95" name="Textfeld 94">
            <a:extLst>
              <a:ext uri="{FF2B5EF4-FFF2-40B4-BE49-F238E27FC236}">
                <a16:creationId xmlns:a16="http://schemas.microsoft.com/office/drawing/2014/main" id="{01A0C1A9-1AB8-79AB-3CEE-CFCED327EBFF}"/>
              </a:ext>
            </a:extLst>
          </p:cNvPr>
          <p:cNvSpPr txBox="1"/>
          <p:nvPr/>
        </p:nvSpPr>
        <p:spPr>
          <a:xfrm>
            <a:off x="504970" y="2426445"/>
            <a:ext cx="1803314" cy="276999"/>
          </a:xfrm>
          <a:prstGeom prst="rect">
            <a:avLst/>
          </a:prstGeom>
          <a:noFill/>
        </p:spPr>
        <p:txBody>
          <a:bodyPr wrap="none" rtlCol="0">
            <a:spAutoFit/>
          </a:bodyPr>
          <a:lstStyle/>
          <a:p>
            <a:r>
              <a:rPr lang="de-DE" sz="1200" dirty="0"/>
              <a:t>Beispiel Standard Request</a:t>
            </a:r>
          </a:p>
        </p:txBody>
      </p:sp>
      <p:sp>
        <p:nvSpPr>
          <p:cNvPr id="96" name="Textfeld 95">
            <a:extLst>
              <a:ext uri="{FF2B5EF4-FFF2-40B4-BE49-F238E27FC236}">
                <a16:creationId xmlns:a16="http://schemas.microsoft.com/office/drawing/2014/main" id="{AD898BE5-1B77-E7E0-7273-3F31B2422A8C}"/>
              </a:ext>
            </a:extLst>
          </p:cNvPr>
          <p:cNvSpPr txBox="1"/>
          <p:nvPr/>
        </p:nvSpPr>
        <p:spPr>
          <a:xfrm>
            <a:off x="417105" y="1561329"/>
            <a:ext cx="2000869" cy="369332"/>
          </a:xfrm>
          <a:prstGeom prst="rect">
            <a:avLst/>
          </a:prstGeom>
          <a:noFill/>
        </p:spPr>
        <p:txBody>
          <a:bodyPr wrap="none" rtlCol="0">
            <a:spAutoFit/>
          </a:bodyPr>
          <a:lstStyle/>
          <a:p>
            <a:r>
              <a:rPr lang="de-DE" dirty="0"/>
              <a:t>Standard nach RFC:</a:t>
            </a:r>
          </a:p>
        </p:txBody>
      </p:sp>
      <p:sp>
        <p:nvSpPr>
          <p:cNvPr id="97" name="Textfeld 96">
            <a:extLst>
              <a:ext uri="{FF2B5EF4-FFF2-40B4-BE49-F238E27FC236}">
                <a16:creationId xmlns:a16="http://schemas.microsoft.com/office/drawing/2014/main" id="{57EBB443-4338-5031-32AE-7EDDA5082F82}"/>
              </a:ext>
            </a:extLst>
          </p:cNvPr>
          <p:cNvSpPr txBox="1"/>
          <p:nvPr/>
        </p:nvSpPr>
        <p:spPr>
          <a:xfrm>
            <a:off x="440155" y="5438187"/>
            <a:ext cx="2289858" cy="369332"/>
          </a:xfrm>
          <a:prstGeom prst="rect">
            <a:avLst/>
          </a:prstGeom>
          <a:noFill/>
        </p:spPr>
        <p:txBody>
          <a:bodyPr wrap="none" rtlCol="0">
            <a:spAutoFit/>
          </a:bodyPr>
          <a:lstStyle/>
          <a:p>
            <a:r>
              <a:rPr lang="de-DE" dirty="0" err="1"/>
              <a:t>Schleupen</a:t>
            </a:r>
            <a:r>
              <a:rPr lang="de-DE" dirty="0"/>
              <a:t> Vorschläge:</a:t>
            </a:r>
          </a:p>
        </p:txBody>
      </p:sp>
      <p:cxnSp>
        <p:nvCxnSpPr>
          <p:cNvPr id="101" name="Verbinder: gewinkelt 100">
            <a:extLst>
              <a:ext uri="{FF2B5EF4-FFF2-40B4-BE49-F238E27FC236}">
                <a16:creationId xmlns:a16="http://schemas.microsoft.com/office/drawing/2014/main" id="{F78CFF20-EEFC-0A00-3334-3E0F46C79CE1}"/>
              </a:ext>
            </a:extLst>
          </p:cNvPr>
          <p:cNvCxnSpPr>
            <a:stCxn id="95" idx="0"/>
            <a:endCxn id="21" idx="1"/>
          </p:cNvCxnSpPr>
          <p:nvPr/>
        </p:nvCxnSpPr>
        <p:spPr>
          <a:xfrm rot="5400000" flipH="1" flipV="1">
            <a:off x="1979975" y="1263651"/>
            <a:ext cx="589446" cy="173614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Verbinder: gewinkelt 101">
            <a:extLst>
              <a:ext uri="{FF2B5EF4-FFF2-40B4-BE49-F238E27FC236}">
                <a16:creationId xmlns:a16="http://schemas.microsoft.com/office/drawing/2014/main" id="{043A780F-9967-98B8-CCE0-56A63B05D533}"/>
              </a:ext>
            </a:extLst>
          </p:cNvPr>
          <p:cNvCxnSpPr>
            <a:cxnSpLocks/>
            <a:stCxn id="2" idx="3"/>
            <a:endCxn id="68" idx="0"/>
          </p:cNvCxnSpPr>
          <p:nvPr/>
        </p:nvCxnSpPr>
        <p:spPr>
          <a:xfrm>
            <a:off x="5282449" y="1960666"/>
            <a:ext cx="4664948" cy="46223"/>
          </a:xfrm>
          <a:prstGeom prst="bentConnector3">
            <a:avLst>
              <a:gd name="adj1" fmla="val 76097"/>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hteck 12">
            <a:extLst>
              <a:ext uri="{FF2B5EF4-FFF2-40B4-BE49-F238E27FC236}">
                <a16:creationId xmlns:a16="http://schemas.microsoft.com/office/drawing/2014/main" id="{2FEE6C9E-11CA-75E5-AE30-804C786AD5DC}"/>
              </a:ext>
            </a:extLst>
          </p:cNvPr>
          <p:cNvSpPr/>
          <p:nvPr/>
        </p:nvSpPr>
        <p:spPr>
          <a:xfrm>
            <a:off x="5580179" y="1218232"/>
            <a:ext cx="2280357" cy="738348"/>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800" b="1" dirty="0">
                <a:solidFill>
                  <a:schemeClr val="tx1"/>
                </a:solidFill>
              </a:rPr>
              <a:t>RFC 8785 – Kanonisiere den </a:t>
            </a:r>
            <a:r>
              <a:rPr lang="de-DE" sz="800" b="1" u="sng" dirty="0">
                <a:solidFill>
                  <a:schemeClr val="tx1"/>
                </a:solidFill>
              </a:rPr>
              <a:t>JWS </a:t>
            </a:r>
            <a:r>
              <a:rPr lang="de-DE" sz="800" b="1" u="sng" dirty="0" err="1">
                <a:solidFill>
                  <a:schemeClr val="tx1"/>
                </a:solidFill>
              </a:rPr>
              <a:t>payload</a:t>
            </a:r>
            <a:endParaRPr lang="de-DE" sz="800" u="sng" dirty="0">
              <a:solidFill>
                <a:schemeClr val="tx1"/>
              </a:solidFill>
            </a:endParaRPr>
          </a:p>
        </p:txBody>
      </p:sp>
      <p:sp>
        <p:nvSpPr>
          <p:cNvPr id="22" name="Rechteck 21">
            <a:extLst>
              <a:ext uri="{FF2B5EF4-FFF2-40B4-BE49-F238E27FC236}">
                <a16:creationId xmlns:a16="http://schemas.microsoft.com/office/drawing/2014/main" id="{4949F907-3280-77C8-2714-EA96F70DA34C}"/>
              </a:ext>
            </a:extLst>
          </p:cNvPr>
          <p:cNvSpPr/>
          <p:nvPr/>
        </p:nvSpPr>
        <p:spPr>
          <a:xfrm>
            <a:off x="5694964" y="1500141"/>
            <a:ext cx="2024895" cy="306923"/>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a:t>
            </a:r>
            <a:r>
              <a:rPr lang="de-DE" sz="800" dirty="0" err="1">
                <a:solidFill>
                  <a:schemeClr val="accent1"/>
                </a:solidFill>
              </a:rPr>
              <a:t>address</a:t>
            </a:r>
            <a:r>
              <a:rPr lang="de-DE" sz="800" dirty="0">
                <a:solidFill>
                  <a:schemeClr val="accent1"/>
                </a:solidFill>
              </a:rPr>
              <a:t>":{"zip":80001},"customerNumber":6024997}</a:t>
            </a:r>
          </a:p>
        </p:txBody>
      </p:sp>
      <p:cxnSp>
        <p:nvCxnSpPr>
          <p:cNvPr id="106" name="Verbinder: gewinkelt 105">
            <a:extLst>
              <a:ext uri="{FF2B5EF4-FFF2-40B4-BE49-F238E27FC236}">
                <a16:creationId xmlns:a16="http://schemas.microsoft.com/office/drawing/2014/main" id="{11C2C22D-0C46-39A2-A50E-F8AC3684A4FA}"/>
              </a:ext>
            </a:extLst>
          </p:cNvPr>
          <p:cNvCxnSpPr>
            <a:cxnSpLocks/>
            <a:stCxn id="20" idx="3"/>
            <a:endCxn id="86" idx="0"/>
          </p:cNvCxnSpPr>
          <p:nvPr/>
        </p:nvCxnSpPr>
        <p:spPr>
          <a:xfrm>
            <a:off x="5280715" y="5325400"/>
            <a:ext cx="3031471" cy="54601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Rechteck 38">
            <a:extLst>
              <a:ext uri="{FF2B5EF4-FFF2-40B4-BE49-F238E27FC236}">
                <a16:creationId xmlns:a16="http://schemas.microsoft.com/office/drawing/2014/main" id="{855AA2E5-FEB2-8A6B-5F7E-BABE859D5DD1}"/>
              </a:ext>
            </a:extLst>
          </p:cNvPr>
          <p:cNvSpPr/>
          <p:nvPr/>
        </p:nvSpPr>
        <p:spPr>
          <a:xfrm>
            <a:off x="5580179" y="3794644"/>
            <a:ext cx="2280357" cy="2859619"/>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800" b="1" dirty="0">
                <a:solidFill>
                  <a:schemeClr val="tx1"/>
                </a:solidFill>
              </a:rPr>
              <a:t>Vorschlag 2 </a:t>
            </a:r>
            <a:r>
              <a:rPr lang="de-DE" sz="800" b="1" dirty="0" err="1">
                <a:solidFill>
                  <a:schemeClr val="tx1"/>
                </a:solidFill>
              </a:rPr>
              <a:t>Schleupen</a:t>
            </a:r>
            <a:endParaRPr lang="de-DE" sz="800" dirty="0">
              <a:solidFill>
                <a:schemeClr val="tx1"/>
              </a:solidFill>
            </a:endParaRPr>
          </a:p>
        </p:txBody>
      </p:sp>
      <p:sp>
        <p:nvSpPr>
          <p:cNvPr id="42" name="Rechteck 41">
            <a:extLst>
              <a:ext uri="{FF2B5EF4-FFF2-40B4-BE49-F238E27FC236}">
                <a16:creationId xmlns:a16="http://schemas.microsoft.com/office/drawing/2014/main" id="{4D2D6EDE-06E0-74C2-1677-D72EB248741B}"/>
              </a:ext>
            </a:extLst>
          </p:cNvPr>
          <p:cNvSpPr/>
          <p:nvPr/>
        </p:nvSpPr>
        <p:spPr>
          <a:xfrm>
            <a:off x="5707909" y="4079879"/>
            <a:ext cx="2024895" cy="2491042"/>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a:t>
            </a:r>
          </a:p>
          <a:p>
            <a:r>
              <a:rPr lang="de-DE" sz="800" dirty="0" err="1">
                <a:solidFill>
                  <a:schemeClr val="accent1"/>
                </a:solidFill>
              </a:rPr>
              <a:t>meta</a:t>
            </a:r>
            <a:r>
              <a:rPr lang="de-DE" sz="800" dirty="0">
                <a:solidFill>
                  <a:schemeClr val="accent1"/>
                </a:solidFill>
              </a:rPr>
              <a:t>:</a:t>
            </a:r>
          </a:p>
          <a:p>
            <a:r>
              <a:rPr lang="de-DE" sz="800" dirty="0">
                <a:solidFill>
                  <a:schemeClr val="accent1"/>
                </a:solidFill>
              </a:rPr>
              <a:t>{</a:t>
            </a:r>
          </a:p>
          <a:p>
            <a:r>
              <a:rPr lang="de-DE" sz="800" dirty="0"/>
              <a:t>"</a:t>
            </a:r>
            <a:r>
              <a:rPr lang="de-DE" sz="800" dirty="0" err="1"/>
              <a:t>senderId</a:t>
            </a:r>
            <a:r>
              <a:rPr lang="de-DE" sz="800" dirty="0"/>
              <a:t>": "1234567890123", </a:t>
            </a:r>
          </a:p>
          <a:p>
            <a:r>
              <a:rPr lang="de-DE" sz="800" dirty="0"/>
              <a:t>"</a:t>
            </a:r>
            <a:r>
              <a:rPr lang="de-DE" sz="800" dirty="0" err="1"/>
              <a:t>receiverId</a:t>
            </a:r>
            <a:r>
              <a:rPr lang="de-DE" sz="800" dirty="0"/>
              <a:t>": "9999999999999", </a:t>
            </a:r>
          </a:p>
          <a:p>
            <a:r>
              <a:rPr lang="de-DE" sz="800" dirty="0"/>
              <a:t>"</a:t>
            </a:r>
            <a:r>
              <a:rPr lang="de-DE" sz="800" dirty="0" err="1"/>
              <a:t>transactionId</a:t>
            </a:r>
            <a:r>
              <a:rPr lang="de-DE" sz="800" dirty="0"/>
              <a:t>": "12345678-1234-1234-1234-123456789012", </a:t>
            </a:r>
          </a:p>
          <a:p>
            <a:r>
              <a:rPr lang="de-DE" sz="800" dirty="0"/>
              <a:t>"</a:t>
            </a:r>
            <a:r>
              <a:rPr lang="de-DE" sz="800" dirty="0" err="1"/>
              <a:t>initialTransactionId</a:t>
            </a:r>
            <a:r>
              <a:rPr lang="de-DE" sz="800" dirty="0"/>
              <a:t>": "12345678-1234-1234-1234-123456789012", </a:t>
            </a:r>
          </a:p>
          <a:p>
            <a:r>
              <a:rPr lang="de-DE" sz="800" dirty="0"/>
              <a:t>"</a:t>
            </a:r>
            <a:r>
              <a:rPr lang="de-DE" sz="800" dirty="0" err="1"/>
              <a:t>referenceId</a:t>
            </a:r>
            <a:r>
              <a:rPr lang="de-DE" sz="800" dirty="0"/>
              <a:t>": "12345678-1234-1234-1234-123456789012", </a:t>
            </a:r>
          </a:p>
          <a:p>
            <a:r>
              <a:rPr lang="de-DE" sz="800" dirty="0"/>
              <a:t>"</a:t>
            </a:r>
            <a:r>
              <a:rPr lang="de-DE" sz="800" dirty="0" err="1"/>
              <a:t>creationDateTime</a:t>
            </a:r>
            <a:r>
              <a:rPr lang="de-DE" sz="800" dirty="0"/>
              <a:t>": "2026-04-01 12:00:00.000000Z", </a:t>
            </a:r>
          </a:p>
          <a:p>
            <a:r>
              <a:rPr lang="de-DE" sz="800" dirty="0">
                <a:solidFill>
                  <a:srgbClr val="FF0000"/>
                </a:solidFill>
              </a:rPr>
              <a:t>},</a:t>
            </a:r>
          </a:p>
          <a:p>
            <a:r>
              <a:rPr lang="de-DE" sz="800" dirty="0"/>
              <a:t>"</a:t>
            </a:r>
            <a:r>
              <a:rPr lang="de-DE" sz="800" dirty="0" err="1"/>
              <a:t>data</a:t>
            </a:r>
            <a:r>
              <a:rPr lang="de-DE" sz="800" dirty="0"/>
              <a:t>": </a:t>
            </a:r>
          </a:p>
          <a:p>
            <a:r>
              <a:rPr lang="de-DE" sz="800" dirty="0"/>
              <a:t>{</a:t>
            </a:r>
          </a:p>
          <a:p>
            <a:r>
              <a:rPr lang="de-DE" sz="800" dirty="0"/>
              <a:t> “</a:t>
            </a:r>
            <a:r>
              <a:rPr lang="de-DE" sz="800" dirty="0" err="1"/>
              <a:t>address</a:t>
            </a:r>
            <a:r>
              <a:rPr lang="de-DE" sz="800" dirty="0"/>
              <a:t>“: {"</a:t>
            </a:r>
            <a:r>
              <a:rPr lang="de-DE" sz="800" dirty="0" err="1"/>
              <a:t>zip</a:t>
            </a:r>
            <a:r>
              <a:rPr lang="de-DE" sz="800" dirty="0"/>
              <a:t>": 80001 },</a:t>
            </a:r>
          </a:p>
          <a:p>
            <a:r>
              <a:rPr lang="de-DE" sz="800" dirty="0"/>
              <a:t>  “</a:t>
            </a:r>
            <a:r>
              <a:rPr lang="de-DE" sz="800" dirty="0" err="1"/>
              <a:t>customerNumber</a:t>
            </a:r>
            <a:r>
              <a:rPr lang="de-DE" sz="800" dirty="0"/>
              <a:t>“: 6024997 </a:t>
            </a:r>
          </a:p>
          <a:p>
            <a:r>
              <a:rPr lang="de-DE" sz="800" dirty="0"/>
              <a:t>}</a:t>
            </a:r>
          </a:p>
          <a:p>
            <a:r>
              <a:rPr lang="de-DE" sz="800" dirty="0">
                <a:solidFill>
                  <a:schemeClr val="accent1"/>
                </a:solidFill>
              </a:rPr>
              <a:t>},</a:t>
            </a:r>
          </a:p>
        </p:txBody>
      </p:sp>
      <p:cxnSp>
        <p:nvCxnSpPr>
          <p:cNvPr id="99" name="Verbinder: gewinkelt 98">
            <a:extLst>
              <a:ext uri="{FF2B5EF4-FFF2-40B4-BE49-F238E27FC236}">
                <a16:creationId xmlns:a16="http://schemas.microsoft.com/office/drawing/2014/main" id="{720CC3F4-CFB9-CCF3-9FB0-611F87DFC277}"/>
              </a:ext>
            </a:extLst>
          </p:cNvPr>
          <p:cNvCxnSpPr>
            <a:endCxn id="86" idx="0"/>
          </p:cNvCxnSpPr>
          <p:nvPr/>
        </p:nvCxnSpPr>
        <p:spPr>
          <a:xfrm>
            <a:off x="7719859" y="5284381"/>
            <a:ext cx="592327" cy="58703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Verbinder: gewinkelt 72">
            <a:extLst>
              <a:ext uri="{FF2B5EF4-FFF2-40B4-BE49-F238E27FC236}">
                <a16:creationId xmlns:a16="http://schemas.microsoft.com/office/drawing/2014/main" id="{97F2AB1D-E5FE-840F-33B0-677B1729B4C4}"/>
              </a:ext>
            </a:extLst>
          </p:cNvPr>
          <p:cNvCxnSpPr>
            <a:stCxn id="8" idx="2"/>
          </p:cNvCxnSpPr>
          <p:nvPr/>
        </p:nvCxnSpPr>
        <p:spPr>
          <a:xfrm rot="16200000" flipH="1">
            <a:off x="3005804" y="3461589"/>
            <a:ext cx="1322834" cy="402397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Verbinder: gewinkelt 50">
            <a:extLst>
              <a:ext uri="{FF2B5EF4-FFF2-40B4-BE49-F238E27FC236}">
                <a16:creationId xmlns:a16="http://schemas.microsoft.com/office/drawing/2014/main" id="{F807ED76-3B63-5786-94AF-762C940A7704}"/>
              </a:ext>
            </a:extLst>
          </p:cNvPr>
          <p:cNvCxnSpPr>
            <a:cxnSpLocks/>
            <a:stCxn id="7" idx="3"/>
            <a:endCxn id="42" idx="0"/>
          </p:cNvCxnSpPr>
          <p:nvPr/>
        </p:nvCxnSpPr>
        <p:spPr>
          <a:xfrm>
            <a:off x="2681529" y="3709891"/>
            <a:ext cx="4038828" cy="36998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Gerader Verbinder 112">
            <a:extLst>
              <a:ext uri="{FF2B5EF4-FFF2-40B4-BE49-F238E27FC236}">
                <a16:creationId xmlns:a16="http://schemas.microsoft.com/office/drawing/2014/main" id="{D792FF6E-55A6-6C87-0321-32BA9D5499C8}"/>
              </a:ext>
            </a:extLst>
          </p:cNvPr>
          <p:cNvCxnSpPr>
            <a:cxnSpLocks/>
          </p:cNvCxnSpPr>
          <p:nvPr/>
        </p:nvCxnSpPr>
        <p:spPr>
          <a:xfrm>
            <a:off x="2844210" y="3658174"/>
            <a:ext cx="9199173"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518434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04E98-77E4-9530-3189-119FEF6ACEBA}"/>
            </a:ext>
          </a:extLst>
        </p:cNvPr>
        <p:cNvGrpSpPr/>
        <p:nvPr/>
      </p:nvGrpSpPr>
      <p:grpSpPr>
        <a:xfrm>
          <a:off x="0" y="0"/>
          <a:ext cx="0" cy="0"/>
          <a:chOff x="0" y="0"/>
          <a:chExt cx="0" cy="0"/>
        </a:xfrm>
      </p:grpSpPr>
      <p:sp>
        <p:nvSpPr>
          <p:cNvPr id="13" name="Rechteck 12">
            <a:extLst>
              <a:ext uri="{FF2B5EF4-FFF2-40B4-BE49-F238E27FC236}">
                <a16:creationId xmlns:a16="http://schemas.microsoft.com/office/drawing/2014/main" id="{FDB3D1BE-F544-4140-94B7-DA6C680BA0E1}"/>
              </a:ext>
            </a:extLst>
          </p:cNvPr>
          <p:cNvSpPr/>
          <p:nvPr/>
        </p:nvSpPr>
        <p:spPr>
          <a:xfrm>
            <a:off x="3851004" y="1032517"/>
            <a:ext cx="3010806" cy="443792"/>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de-DE" sz="800" b="1" dirty="0">
                <a:solidFill>
                  <a:schemeClr val="tx1"/>
                </a:solidFill>
              </a:rPr>
              <a:t>RFC 8785 – Kanonisiere den JCS </a:t>
            </a:r>
            <a:r>
              <a:rPr lang="de-DE" sz="800" b="1" u="sng" dirty="0" err="1">
                <a:solidFill>
                  <a:schemeClr val="tx1"/>
                </a:solidFill>
              </a:rPr>
              <a:t>payload</a:t>
            </a:r>
            <a:endParaRPr lang="de-DE" sz="800" u="sng" dirty="0">
              <a:solidFill>
                <a:schemeClr val="tx1"/>
              </a:solidFill>
            </a:endParaRPr>
          </a:p>
        </p:txBody>
      </p:sp>
      <p:sp>
        <p:nvSpPr>
          <p:cNvPr id="3" name="Textfeld 2">
            <a:extLst>
              <a:ext uri="{FF2B5EF4-FFF2-40B4-BE49-F238E27FC236}">
                <a16:creationId xmlns:a16="http://schemas.microsoft.com/office/drawing/2014/main" id="{66D9C62F-1D24-6DA8-001C-EDCC1822C03D}"/>
              </a:ext>
            </a:extLst>
          </p:cNvPr>
          <p:cNvSpPr txBox="1"/>
          <p:nvPr/>
        </p:nvSpPr>
        <p:spPr>
          <a:xfrm>
            <a:off x="1057862" y="238921"/>
            <a:ext cx="8377538" cy="861774"/>
          </a:xfrm>
          <a:prstGeom prst="rect">
            <a:avLst/>
          </a:prstGeom>
          <a:noFill/>
        </p:spPr>
        <p:txBody>
          <a:bodyPr wrap="square" rtlCol="0">
            <a:spAutoFit/>
          </a:bodyPr>
          <a:lstStyle/>
          <a:p>
            <a:r>
              <a:rPr lang="de-DE" sz="2400" b="1" dirty="0"/>
              <a:t>HTTP Header Signatur (RFC 9421, 9530, 8785), Schritt für Schitt</a:t>
            </a:r>
            <a:br>
              <a:rPr lang="de-DE" sz="2400" b="1" dirty="0"/>
            </a:br>
            <a:r>
              <a:rPr lang="de-DE" sz="1200" b="1" dirty="0"/>
              <a:t>(der präferierte und sichere Weg für Stand-Alone Signaturen – Signierung von Header und </a:t>
            </a:r>
            <a:r>
              <a:rPr lang="de-DE" sz="1200" b="1" dirty="0" err="1"/>
              <a:t>payload</a:t>
            </a:r>
            <a:r>
              <a:rPr lang="de-DE" sz="1200" b="1" dirty="0"/>
              <a:t>)</a:t>
            </a:r>
            <a:br>
              <a:rPr lang="de-DE" sz="1400" b="1" dirty="0"/>
            </a:br>
            <a:endParaRPr lang="de-DE" sz="1400" b="1" dirty="0"/>
          </a:p>
        </p:txBody>
      </p:sp>
      <p:sp>
        <p:nvSpPr>
          <p:cNvPr id="4" name="Rechteck 3">
            <a:extLst>
              <a:ext uri="{FF2B5EF4-FFF2-40B4-BE49-F238E27FC236}">
                <a16:creationId xmlns:a16="http://schemas.microsoft.com/office/drawing/2014/main" id="{76F67866-850B-9FC8-8BE6-46BAF2629072}"/>
              </a:ext>
            </a:extLst>
          </p:cNvPr>
          <p:cNvSpPr/>
          <p:nvPr/>
        </p:nvSpPr>
        <p:spPr>
          <a:xfrm>
            <a:off x="840453" y="2362252"/>
            <a:ext cx="2516611" cy="2239641"/>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800" dirty="0">
              <a:solidFill>
                <a:schemeClr val="tx1"/>
              </a:solidFill>
            </a:endParaRPr>
          </a:p>
          <a:p>
            <a:endParaRPr lang="de-DE" sz="800" dirty="0">
              <a:solidFill>
                <a:schemeClr val="tx1"/>
              </a:solidFill>
            </a:endParaRPr>
          </a:p>
          <a:p>
            <a:endParaRPr lang="de-DE" sz="800" dirty="0">
              <a:solidFill>
                <a:schemeClr val="tx1"/>
              </a:solidFill>
            </a:endParaRPr>
          </a:p>
          <a:p>
            <a:endParaRPr lang="de-DE" sz="800" dirty="0">
              <a:solidFill>
                <a:schemeClr val="tx1"/>
              </a:solidFill>
            </a:endParaRPr>
          </a:p>
        </p:txBody>
      </p:sp>
      <p:sp>
        <p:nvSpPr>
          <p:cNvPr id="5" name="Rechteck 4">
            <a:extLst>
              <a:ext uri="{FF2B5EF4-FFF2-40B4-BE49-F238E27FC236}">
                <a16:creationId xmlns:a16="http://schemas.microsoft.com/office/drawing/2014/main" id="{FC2E5662-C7D4-F2DA-D389-CA59968C9E65}"/>
              </a:ext>
            </a:extLst>
          </p:cNvPr>
          <p:cNvSpPr/>
          <p:nvPr/>
        </p:nvSpPr>
        <p:spPr>
          <a:xfrm>
            <a:off x="840453" y="2867414"/>
            <a:ext cx="2516611" cy="217410"/>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6" name="Rechteck 5">
            <a:extLst>
              <a:ext uri="{FF2B5EF4-FFF2-40B4-BE49-F238E27FC236}">
                <a16:creationId xmlns:a16="http://schemas.microsoft.com/office/drawing/2014/main" id="{AD053B22-EE6E-9A23-F040-C7B0E065132B}"/>
              </a:ext>
            </a:extLst>
          </p:cNvPr>
          <p:cNvSpPr/>
          <p:nvPr/>
        </p:nvSpPr>
        <p:spPr>
          <a:xfrm>
            <a:off x="1185181" y="2466148"/>
            <a:ext cx="2048980" cy="38366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POST /</a:t>
            </a:r>
            <a:r>
              <a:rPr lang="de-DE" sz="800" dirty="0" err="1"/>
              <a:t>malo</a:t>
            </a:r>
            <a:r>
              <a:rPr lang="de-DE" sz="800" dirty="0"/>
              <a:t>/ident HTTP/2</a:t>
            </a:r>
          </a:p>
        </p:txBody>
      </p:sp>
      <p:sp>
        <p:nvSpPr>
          <p:cNvPr id="7" name="Textfeld 6">
            <a:extLst>
              <a:ext uri="{FF2B5EF4-FFF2-40B4-BE49-F238E27FC236}">
                <a16:creationId xmlns:a16="http://schemas.microsoft.com/office/drawing/2014/main" id="{8E9E24B2-1CCF-7D90-1062-51551D67A2E9}"/>
              </a:ext>
            </a:extLst>
          </p:cNvPr>
          <p:cNvSpPr txBox="1"/>
          <p:nvPr/>
        </p:nvSpPr>
        <p:spPr>
          <a:xfrm>
            <a:off x="1178790" y="2894186"/>
            <a:ext cx="2055371" cy="954107"/>
          </a:xfrm>
          <a:prstGeom prst="rect">
            <a:avLst/>
          </a:prstGeom>
          <a:noFill/>
          <a:ln>
            <a:solidFill>
              <a:schemeClr val="bg1">
                <a:lumMod val="65000"/>
              </a:schemeClr>
            </a:solidFill>
          </a:ln>
        </p:spPr>
        <p:txBody>
          <a:bodyPr wrap="none" rtlCol="0">
            <a:spAutoFit/>
          </a:bodyPr>
          <a:lstStyle/>
          <a:p>
            <a:r>
              <a:rPr lang="de-DE" sz="800" dirty="0"/>
              <a:t>Host: mabishub.com</a:t>
            </a:r>
          </a:p>
          <a:p>
            <a:r>
              <a:rPr lang="de-DE" sz="800" dirty="0"/>
              <a:t>Content-Type: </a:t>
            </a:r>
            <a:r>
              <a:rPr lang="de-DE" sz="800" dirty="0" err="1"/>
              <a:t>application</a:t>
            </a:r>
            <a:r>
              <a:rPr lang="de-DE" sz="800" dirty="0"/>
              <a:t>/</a:t>
            </a:r>
            <a:r>
              <a:rPr lang="de-DE" sz="800" dirty="0" err="1"/>
              <a:t>json</a:t>
            </a:r>
            <a:endParaRPr lang="de-DE" sz="800" dirty="0"/>
          </a:p>
          <a:p>
            <a:r>
              <a:rPr lang="de-DE" sz="800" dirty="0" err="1"/>
              <a:t>Accept</a:t>
            </a:r>
            <a:r>
              <a:rPr lang="de-DE" sz="800" dirty="0"/>
              <a:t>: </a:t>
            </a:r>
            <a:r>
              <a:rPr lang="de-DE" sz="800" dirty="0" err="1"/>
              <a:t>application</a:t>
            </a:r>
            <a:r>
              <a:rPr lang="de-DE" sz="800" dirty="0"/>
              <a:t>/</a:t>
            </a:r>
            <a:r>
              <a:rPr lang="de-DE" sz="800" dirty="0" err="1"/>
              <a:t>json</a:t>
            </a:r>
            <a:endParaRPr lang="de-DE" sz="800" dirty="0"/>
          </a:p>
          <a:p>
            <a:r>
              <a:rPr lang="de-DE" sz="800" dirty="0"/>
              <a:t>Date: Sun, 01 Jun 2026 10:15:30 GMT</a:t>
            </a:r>
          </a:p>
          <a:p>
            <a:r>
              <a:rPr lang="de-DE" sz="800" dirty="0"/>
              <a:t>X-Request-</a:t>
            </a:r>
            <a:r>
              <a:rPr lang="de-DE" sz="800" dirty="0" err="1"/>
              <a:t>Id</a:t>
            </a:r>
            <a:r>
              <a:rPr lang="de-DE" sz="800" dirty="0"/>
              <a:t>: 7b5d3e2a-4c1a-4c0b-xd99</a:t>
            </a:r>
          </a:p>
          <a:p>
            <a:r>
              <a:rPr lang="de-DE" sz="800" dirty="0"/>
              <a:t>X-</a:t>
            </a:r>
            <a:r>
              <a:rPr lang="de-DE" sz="800" dirty="0" err="1"/>
              <a:t>Api</a:t>
            </a:r>
            <a:r>
              <a:rPr lang="de-DE" sz="800" dirty="0"/>
              <a:t>-</a:t>
            </a:r>
            <a:r>
              <a:rPr lang="de-DE" sz="800" dirty="0" err="1"/>
              <a:t>Spec-Ref</a:t>
            </a:r>
            <a:r>
              <a:rPr lang="de-DE" sz="800" dirty="0"/>
              <a:t>: </a:t>
            </a:r>
            <a:r>
              <a:rPr lang="de-DE" sz="800" dirty="0" err="1"/>
              <a:t>git:EDI-Energy</a:t>
            </a:r>
            <a:r>
              <a:rPr lang="de-DE" sz="800" dirty="0"/>
              <a:t>/</a:t>
            </a:r>
            <a:r>
              <a:rPr lang="de-DE" sz="800" dirty="0" err="1"/>
              <a:t>api-electricity</a:t>
            </a:r>
            <a:endParaRPr lang="de-DE" sz="800" dirty="0"/>
          </a:p>
          <a:p>
            <a:r>
              <a:rPr lang="de-DE" sz="800" dirty="0"/>
              <a:t>X-</a:t>
            </a:r>
            <a:r>
              <a:rPr lang="de-DE" sz="800" dirty="0" err="1"/>
              <a:t>Api</a:t>
            </a:r>
            <a:r>
              <a:rPr lang="de-DE" sz="800" dirty="0"/>
              <a:t>-</a:t>
            </a:r>
            <a:r>
              <a:rPr lang="de-DE" sz="800" dirty="0" err="1"/>
              <a:t>Spec</a:t>
            </a:r>
            <a:r>
              <a:rPr lang="de-DE" sz="800" dirty="0"/>
              <a:t>-Version: 1.2</a:t>
            </a:r>
          </a:p>
        </p:txBody>
      </p:sp>
      <p:sp>
        <p:nvSpPr>
          <p:cNvPr id="8" name="Textfeld 7">
            <a:extLst>
              <a:ext uri="{FF2B5EF4-FFF2-40B4-BE49-F238E27FC236}">
                <a16:creationId xmlns:a16="http://schemas.microsoft.com/office/drawing/2014/main" id="{CCE473F8-3F09-D3DA-C035-1186B7F88CD4}"/>
              </a:ext>
            </a:extLst>
          </p:cNvPr>
          <p:cNvSpPr txBox="1"/>
          <p:nvPr/>
        </p:nvSpPr>
        <p:spPr>
          <a:xfrm>
            <a:off x="1181574" y="3888732"/>
            <a:ext cx="2052587" cy="584775"/>
          </a:xfrm>
          <a:prstGeom prst="rect">
            <a:avLst/>
          </a:prstGeom>
          <a:noFill/>
          <a:ln>
            <a:solidFill>
              <a:schemeClr val="bg1">
                <a:lumMod val="65000"/>
              </a:schemeClr>
            </a:solidFill>
          </a:ln>
        </p:spPr>
        <p:txBody>
          <a:bodyPr wrap="square" rtlCol="0">
            <a:spAutoFit/>
          </a:bodyPr>
          <a:lstStyle/>
          <a:p>
            <a:r>
              <a:rPr lang="de-DE" sz="800" dirty="0"/>
              <a:t>{</a:t>
            </a:r>
          </a:p>
          <a:p>
            <a:r>
              <a:rPr lang="de-DE" sz="800" dirty="0"/>
              <a:t>  “</a:t>
            </a:r>
            <a:r>
              <a:rPr lang="de-DE" sz="800" dirty="0" err="1"/>
              <a:t>address</a:t>
            </a:r>
            <a:r>
              <a:rPr lang="de-DE" sz="800" dirty="0"/>
              <a:t>“: {"</a:t>
            </a:r>
            <a:r>
              <a:rPr lang="de-DE" sz="800" dirty="0" err="1"/>
              <a:t>zip</a:t>
            </a:r>
            <a:r>
              <a:rPr lang="de-DE" sz="800" dirty="0"/>
              <a:t>": 80001 },</a:t>
            </a:r>
          </a:p>
          <a:p>
            <a:r>
              <a:rPr lang="de-DE" sz="800" dirty="0"/>
              <a:t>  “</a:t>
            </a:r>
            <a:r>
              <a:rPr lang="de-DE" sz="800" dirty="0" err="1"/>
              <a:t>customerNumber</a:t>
            </a:r>
            <a:r>
              <a:rPr lang="de-DE" sz="800" dirty="0"/>
              <a:t>“: 6024997 </a:t>
            </a:r>
          </a:p>
          <a:p>
            <a:r>
              <a:rPr lang="de-DE" sz="800" dirty="0"/>
              <a:t>}</a:t>
            </a:r>
          </a:p>
        </p:txBody>
      </p:sp>
      <p:sp>
        <p:nvSpPr>
          <p:cNvPr id="9" name="Textfeld 8">
            <a:extLst>
              <a:ext uri="{FF2B5EF4-FFF2-40B4-BE49-F238E27FC236}">
                <a16:creationId xmlns:a16="http://schemas.microsoft.com/office/drawing/2014/main" id="{29C3EECA-0FB5-FB66-06B5-FF526802E06D}"/>
              </a:ext>
            </a:extLst>
          </p:cNvPr>
          <p:cNvSpPr txBox="1"/>
          <p:nvPr/>
        </p:nvSpPr>
        <p:spPr>
          <a:xfrm rot="16200000">
            <a:off x="594013" y="3262329"/>
            <a:ext cx="954108" cy="215444"/>
          </a:xfrm>
          <a:prstGeom prst="rect">
            <a:avLst/>
          </a:prstGeom>
          <a:noFill/>
          <a:ln>
            <a:solidFill>
              <a:schemeClr val="bg1">
                <a:lumMod val="65000"/>
              </a:schemeClr>
            </a:solidFill>
          </a:ln>
        </p:spPr>
        <p:txBody>
          <a:bodyPr wrap="square" rtlCol="0">
            <a:spAutoFit/>
          </a:bodyPr>
          <a:lstStyle/>
          <a:p>
            <a:pPr algn="ctr"/>
            <a:r>
              <a:rPr lang="de-DE" sz="800" dirty="0"/>
              <a:t>Header</a:t>
            </a:r>
          </a:p>
        </p:txBody>
      </p:sp>
      <p:sp>
        <p:nvSpPr>
          <p:cNvPr id="10" name="Textfeld 9">
            <a:extLst>
              <a:ext uri="{FF2B5EF4-FFF2-40B4-BE49-F238E27FC236}">
                <a16:creationId xmlns:a16="http://schemas.microsoft.com/office/drawing/2014/main" id="{C164BDCD-A3DC-C204-14E2-3F754981C15E}"/>
              </a:ext>
            </a:extLst>
          </p:cNvPr>
          <p:cNvSpPr txBox="1"/>
          <p:nvPr/>
        </p:nvSpPr>
        <p:spPr>
          <a:xfrm rot="16200000">
            <a:off x="884934" y="2550259"/>
            <a:ext cx="383663" cy="215444"/>
          </a:xfrm>
          <a:prstGeom prst="rect">
            <a:avLst/>
          </a:prstGeom>
          <a:noFill/>
          <a:ln>
            <a:solidFill>
              <a:schemeClr val="bg1">
                <a:lumMod val="65000"/>
              </a:schemeClr>
            </a:solidFill>
          </a:ln>
        </p:spPr>
        <p:txBody>
          <a:bodyPr wrap="square" rtlCol="0">
            <a:spAutoFit/>
          </a:bodyPr>
          <a:lstStyle/>
          <a:p>
            <a:pPr algn="ctr"/>
            <a:r>
              <a:rPr lang="de-DE" sz="800" dirty="0"/>
              <a:t>URI</a:t>
            </a:r>
          </a:p>
        </p:txBody>
      </p:sp>
      <p:sp>
        <p:nvSpPr>
          <p:cNvPr id="11" name="Textfeld 10">
            <a:extLst>
              <a:ext uri="{FF2B5EF4-FFF2-40B4-BE49-F238E27FC236}">
                <a16:creationId xmlns:a16="http://schemas.microsoft.com/office/drawing/2014/main" id="{46CAE62C-7627-5D24-BD5C-EB409505FFB4}"/>
              </a:ext>
            </a:extLst>
          </p:cNvPr>
          <p:cNvSpPr txBox="1"/>
          <p:nvPr/>
        </p:nvSpPr>
        <p:spPr>
          <a:xfrm rot="16200000">
            <a:off x="785071" y="4072208"/>
            <a:ext cx="584776" cy="215444"/>
          </a:xfrm>
          <a:prstGeom prst="rect">
            <a:avLst/>
          </a:prstGeom>
          <a:noFill/>
          <a:ln>
            <a:solidFill>
              <a:schemeClr val="bg1">
                <a:lumMod val="65000"/>
              </a:schemeClr>
            </a:solidFill>
          </a:ln>
        </p:spPr>
        <p:txBody>
          <a:bodyPr wrap="square" rtlCol="0">
            <a:spAutoFit/>
          </a:bodyPr>
          <a:lstStyle/>
          <a:p>
            <a:pPr algn="ctr"/>
            <a:r>
              <a:rPr lang="de-DE" sz="800" dirty="0"/>
              <a:t>Payload</a:t>
            </a:r>
          </a:p>
        </p:txBody>
      </p:sp>
      <p:sp>
        <p:nvSpPr>
          <p:cNvPr id="22" name="Rechteck 21">
            <a:extLst>
              <a:ext uri="{FF2B5EF4-FFF2-40B4-BE49-F238E27FC236}">
                <a16:creationId xmlns:a16="http://schemas.microsoft.com/office/drawing/2014/main" id="{EF5FBE78-20B1-6FC5-4086-87FF9BF7BBB4}"/>
              </a:ext>
            </a:extLst>
          </p:cNvPr>
          <p:cNvSpPr/>
          <p:nvPr/>
        </p:nvSpPr>
        <p:spPr>
          <a:xfrm>
            <a:off x="3965789" y="1237921"/>
            <a:ext cx="2802526" cy="160350"/>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a:t>
            </a:r>
            <a:r>
              <a:rPr lang="de-DE" sz="800" dirty="0" err="1">
                <a:solidFill>
                  <a:schemeClr val="accent1"/>
                </a:solidFill>
              </a:rPr>
              <a:t>address</a:t>
            </a:r>
            <a:r>
              <a:rPr lang="de-DE" sz="800" dirty="0">
                <a:solidFill>
                  <a:schemeClr val="accent1"/>
                </a:solidFill>
              </a:rPr>
              <a:t>":{"zip":80001},"customerNumber":6024997}</a:t>
            </a:r>
          </a:p>
        </p:txBody>
      </p:sp>
      <p:sp>
        <p:nvSpPr>
          <p:cNvPr id="25" name="Rechteck 24">
            <a:extLst>
              <a:ext uri="{FF2B5EF4-FFF2-40B4-BE49-F238E27FC236}">
                <a16:creationId xmlns:a16="http://schemas.microsoft.com/office/drawing/2014/main" id="{1FF4C0C7-4FEB-B087-A596-0C7593EE8762}"/>
              </a:ext>
            </a:extLst>
          </p:cNvPr>
          <p:cNvSpPr/>
          <p:nvPr/>
        </p:nvSpPr>
        <p:spPr>
          <a:xfrm>
            <a:off x="3851004" y="2640294"/>
            <a:ext cx="3010022" cy="718399"/>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de-DE" sz="800" b="1" dirty="0">
                <a:solidFill>
                  <a:schemeClr val="tx1"/>
                </a:solidFill>
              </a:rPr>
              <a:t>RFC 9421 §2.5 – Felder für Signatur bestimmen</a:t>
            </a:r>
          </a:p>
        </p:txBody>
      </p:sp>
      <p:sp>
        <p:nvSpPr>
          <p:cNvPr id="26" name="Rechteck 25">
            <a:extLst>
              <a:ext uri="{FF2B5EF4-FFF2-40B4-BE49-F238E27FC236}">
                <a16:creationId xmlns:a16="http://schemas.microsoft.com/office/drawing/2014/main" id="{01DF0C35-B1C7-BD0D-8D71-551FBCAD90BA}"/>
              </a:ext>
            </a:extLst>
          </p:cNvPr>
          <p:cNvSpPr/>
          <p:nvPr/>
        </p:nvSpPr>
        <p:spPr>
          <a:xfrm>
            <a:off x="3965788" y="2850117"/>
            <a:ext cx="2802525" cy="46391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u="sng" dirty="0" err="1">
                <a:solidFill>
                  <a:schemeClr val="accent1"/>
                </a:solidFill>
              </a:rPr>
              <a:t>Signature</a:t>
            </a:r>
            <a:r>
              <a:rPr lang="de-DE" sz="800" u="sng" dirty="0">
                <a:solidFill>
                  <a:schemeClr val="accent1"/>
                </a:solidFill>
              </a:rPr>
              <a:t>-Input</a:t>
            </a:r>
            <a:r>
              <a:rPr lang="de-DE" sz="800" dirty="0">
                <a:solidFill>
                  <a:schemeClr val="accent1"/>
                </a:solidFill>
              </a:rPr>
              <a:t>: sig1=("@</a:t>
            </a:r>
            <a:r>
              <a:rPr lang="de-DE" sz="800" dirty="0" err="1">
                <a:solidFill>
                  <a:schemeClr val="accent1"/>
                </a:solidFill>
              </a:rPr>
              <a:t>method</a:t>
            </a:r>
            <a:r>
              <a:rPr lang="de-DE" sz="800" dirty="0">
                <a:solidFill>
                  <a:schemeClr val="accent1"/>
                </a:solidFill>
              </a:rPr>
              <a:t>" "@</a:t>
            </a:r>
            <a:r>
              <a:rPr lang="de-DE" sz="800" dirty="0" err="1">
                <a:solidFill>
                  <a:schemeClr val="accent1"/>
                </a:solidFill>
              </a:rPr>
              <a:t>path</a:t>
            </a:r>
            <a:r>
              <a:rPr lang="de-DE" sz="800" dirty="0">
                <a:solidFill>
                  <a:schemeClr val="accent1"/>
                </a:solidFill>
              </a:rPr>
              <a:t>" "@</a:t>
            </a:r>
            <a:r>
              <a:rPr lang="de-DE" sz="800" dirty="0" err="1">
                <a:solidFill>
                  <a:schemeClr val="accent1"/>
                </a:solidFill>
              </a:rPr>
              <a:t>authority</a:t>
            </a:r>
            <a:r>
              <a:rPr lang="de-DE" sz="800" dirty="0">
                <a:solidFill>
                  <a:schemeClr val="accent1"/>
                </a:solidFill>
              </a:rPr>
              <a:t>" "</a:t>
            </a:r>
            <a:r>
              <a:rPr lang="de-DE" sz="800" dirty="0" err="1">
                <a:solidFill>
                  <a:schemeClr val="accent1"/>
                </a:solidFill>
              </a:rPr>
              <a:t>content</a:t>
            </a:r>
            <a:r>
              <a:rPr lang="de-DE" sz="800" dirty="0">
                <a:solidFill>
                  <a:schemeClr val="accent1"/>
                </a:solidFill>
              </a:rPr>
              <a:t>-type" "</a:t>
            </a:r>
            <a:r>
              <a:rPr lang="de-DE" sz="800" dirty="0" err="1">
                <a:solidFill>
                  <a:schemeClr val="accent1"/>
                </a:solidFill>
              </a:rPr>
              <a:t>content</a:t>
            </a:r>
            <a:r>
              <a:rPr lang="de-DE" sz="800" dirty="0">
                <a:solidFill>
                  <a:schemeClr val="accent1"/>
                </a:solidFill>
              </a:rPr>
              <a:t>-digest" "date" "x-</a:t>
            </a:r>
            <a:r>
              <a:rPr lang="de-DE" sz="800" dirty="0" err="1">
                <a:solidFill>
                  <a:schemeClr val="accent1"/>
                </a:solidFill>
              </a:rPr>
              <a:t>request</a:t>
            </a:r>
            <a:r>
              <a:rPr lang="de-DE" sz="800" dirty="0">
                <a:solidFill>
                  <a:schemeClr val="accent1"/>
                </a:solidFill>
              </a:rPr>
              <a:t>-</a:t>
            </a:r>
            <a:r>
              <a:rPr lang="de-DE" sz="800" dirty="0" err="1">
                <a:solidFill>
                  <a:schemeClr val="accent1"/>
                </a:solidFill>
              </a:rPr>
              <a:t>id</a:t>
            </a:r>
            <a:r>
              <a:rPr lang="de-DE" sz="800" dirty="0">
                <a:solidFill>
                  <a:schemeClr val="accent1"/>
                </a:solidFill>
              </a:rPr>
              <a:t>"); </a:t>
            </a:r>
            <a:r>
              <a:rPr lang="de-DE" sz="800" dirty="0" err="1">
                <a:solidFill>
                  <a:schemeClr val="accent1"/>
                </a:solidFill>
              </a:rPr>
              <a:t>created</a:t>
            </a:r>
            <a:r>
              <a:rPr lang="de-DE" sz="800" dirty="0">
                <a:solidFill>
                  <a:schemeClr val="accent1"/>
                </a:solidFill>
              </a:rPr>
              <a:t>=1738404930; </a:t>
            </a:r>
            <a:r>
              <a:rPr lang="de-DE" sz="800" dirty="0" err="1">
                <a:solidFill>
                  <a:schemeClr val="accent1"/>
                </a:solidFill>
              </a:rPr>
              <a:t>keyid</a:t>
            </a:r>
            <a:r>
              <a:rPr lang="de-DE" sz="800" dirty="0">
                <a:solidFill>
                  <a:schemeClr val="accent1"/>
                </a:solidFill>
              </a:rPr>
              <a:t>="EMT.API.NB-12345"; </a:t>
            </a:r>
            <a:r>
              <a:rPr lang="de-DE" sz="800" dirty="0" err="1">
                <a:solidFill>
                  <a:schemeClr val="accent1"/>
                </a:solidFill>
              </a:rPr>
              <a:t>alg</a:t>
            </a:r>
            <a:r>
              <a:rPr lang="de-DE" sz="800" dirty="0">
                <a:solidFill>
                  <a:schemeClr val="accent1"/>
                </a:solidFill>
              </a:rPr>
              <a:t>="ecdsa-p256-sha256"</a:t>
            </a:r>
          </a:p>
        </p:txBody>
      </p:sp>
      <p:sp>
        <p:nvSpPr>
          <p:cNvPr id="33" name="Ellipse 32">
            <a:extLst>
              <a:ext uri="{FF2B5EF4-FFF2-40B4-BE49-F238E27FC236}">
                <a16:creationId xmlns:a16="http://schemas.microsoft.com/office/drawing/2014/main" id="{4676FDFB-3285-CCC9-48FF-667B2F869E0F}"/>
              </a:ext>
            </a:extLst>
          </p:cNvPr>
          <p:cNvSpPr/>
          <p:nvPr/>
        </p:nvSpPr>
        <p:spPr>
          <a:xfrm>
            <a:off x="3512258" y="981624"/>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1</a:t>
            </a:r>
          </a:p>
        </p:txBody>
      </p:sp>
      <p:sp>
        <p:nvSpPr>
          <p:cNvPr id="41" name="Ellipse 40">
            <a:extLst>
              <a:ext uri="{FF2B5EF4-FFF2-40B4-BE49-F238E27FC236}">
                <a16:creationId xmlns:a16="http://schemas.microsoft.com/office/drawing/2014/main" id="{D2343593-B52B-367A-D206-2B9D168238D3}"/>
              </a:ext>
            </a:extLst>
          </p:cNvPr>
          <p:cNvSpPr/>
          <p:nvPr/>
        </p:nvSpPr>
        <p:spPr>
          <a:xfrm>
            <a:off x="5054010" y="2336040"/>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3</a:t>
            </a:r>
          </a:p>
        </p:txBody>
      </p:sp>
      <p:sp>
        <p:nvSpPr>
          <p:cNvPr id="47" name="Rechteck 46">
            <a:extLst>
              <a:ext uri="{FF2B5EF4-FFF2-40B4-BE49-F238E27FC236}">
                <a16:creationId xmlns:a16="http://schemas.microsoft.com/office/drawing/2014/main" id="{840A6422-56CC-7624-D9F2-131B085E724E}"/>
              </a:ext>
            </a:extLst>
          </p:cNvPr>
          <p:cNvSpPr/>
          <p:nvPr/>
        </p:nvSpPr>
        <p:spPr>
          <a:xfrm>
            <a:off x="7296926" y="1815959"/>
            <a:ext cx="2516611" cy="3910100"/>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de-DE" sz="800" dirty="0">
              <a:solidFill>
                <a:schemeClr val="tx1"/>
              </a:solidFill>
            </a:endParaRPr>
          </a:p>
        </p:txBody>
      </p:sp>
      <p:sp>
        <p:nvSpPr>
          <p:cNvPr id="48" name="Rechteck 47">
            <a:extLst>
              <a:ext uri="{FF2B5EF4-FFF2-40B4-BE49-F238E27FC236}">
                <a16:creationId xmlns:a16="http://schemas.microsoft.com/office/drawing/2014/main" id="{4D7C378F-B80B-69F1-91A2-0A17CFE42D99}"/>
              </a:ext>
            </a:extLst>
          </p:cNvPr>
          <p:cNvSpPr/>
          <p:nvPr/>
        </p:nvSpPr>
        <p:spPr>
          <a:xfrm>
            <a:off x="7299666" y="2321121"/>
            <a:ext cx="2516611" cy="217410"/>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49" name="Rechteck 48">
            <a:extLst>
              <a:ext uri="{FF2B5EF4-FFF2-40B4-BE49-F238E27FC236}">
                <a16:creationId xmlns:a16="http://schemas.microsoft.com/office/drawing/2014/main" id="{B4C1D1F8-23AF-CEB0-D699-6042C252BD9E}"/>
              </a:ext>
            </a:extLst>
          </p:cNvPr>
          <p:cNvSpPr/>
          <p:nvPr/>
        </p:nvSpPr>
        <p:spPr>
          <a:xfrm>
            <a:off x="7644394" y="1919855"/>
            <a:ext cx="2048980" cy="38366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POST /</a:t>
            </a:r>
            <a:r>
              <a:rPr lang="de-DE" sz="800" dirty="0" err="1"/>
              <a:t>malo</a:t>
            </a:r>
            <a:r>
              <a:rPr lang="de-DE" sz="800" dirty="0"/>
              <a:t>/ident HTTP/2</a:t>
            </a:r>
          </a:p>
        </p:txBody>
      </p:sp>
      <p:sp>
        <p:nvSpPr>
          <p:cNvPr id="50" name="Textfeld 49">
            <a:extLst>
              <a:ext uri="{FF2B5EF4-FFF2-40B4-BE49-F238E27FC236}">
                <a16:creationId xmlns:a16="http://schemas.microsoft.com/office/drawing/2014/main" id="{5762E382-8A20-5D86-EB0E-B5D07C4AC3BA}"/>
              </a:ext>
            </a:extLst>
          </p:cNvPr>
          <p:cNvSpPr txBox="1"/>
          <p:nvPr/>
        </p:nvSpPr>
        <p:spPr>
          <a:xfrm>
            <a:off x="7638003" y="2347893"/>
            <a:ext cx="2055371" cy="954107"/>
          </a:xfrm>
          <a:prstGeom prst="rect">
            <a:avLst/>
          </a:prstGeom>
          <a:noFill/>
          <a:ln>
            <a:solidFill>
              <a:schemeClr val="bg1">
                <a:lumMod val="65000"/>
              </a:schemeClr>
            </a:solidFill>
          </a:ln>
        </p:spPr>
        <p:txBody>
          <a:bodyPr wrap="none" rtlCol="0">
            <a:spAutoFit/>
          </a:bodyPr>
          <a:lstStyle/>
          <a:p>
            <a:r>
              <a:rPr lang="de-DE" sz="800" dirty="0"/>
              <a:t>Host: mabishub.com</a:t>
            </a:r>
          </a:p>
          <a:p>
            <a:r>
              <a:rPr lang="de-DE" sz="800" dirty="0"/>
              <a:t>Content-Type: </a:t>
            </a:r>
            <a:r>
              <a:rPr lang="de-DE" sz="800" dirty="0" err="1"/>
              <a:t>application</a:t>
            </a:r>
            <a:r>
              <a:rPr lang="de-DE" sz="800" dirty="0"/>
              <a:t>/</a:t>
            </a:r>
            <a:r>
              <a:rPr lang="de-DE" sz="800" dirty="0" err="1"/>
              <a:t>json</a:t>
            </a:r>
            <a:endParaRPr lang="de-DE" sz="800" dirty="0"/>
          </a:p>
          <a:p>
            <a:r>
              <a:rPr lang="de-DE" sz="800" dirty="0" err="1"/>
              <a:t>Accept</a:t>
            </a:r>
            <a:r>
              <a:rPr lang="de-DE" sz="800" dirty="0"/>
              <a:t>: </a:t>
            </a:r>
            <a:r>
              <a:rPr lang="de-DE" sz="800" dirty="0" err="1"/>
              <a:t>application</a:t>
            </a:r>
            <a:r>
              <a:rPr lang="de-DE" sz="800" dirty="0"/>
              <a:t>/</a:t>
            </a:r>
            <a:r>
              <a:rPr lang="de-DE" sz="800" dirty="0" err="1"/>
              <a:t>json</a:t>
            </a:r>
            <a:endParaRPr lang="de-DE" sz="800" dirty="0"/>
          </a:p>
          <a:p>
            <a:r>
              <a:rPr lang="de-DE" sz="800" dirty="0"/>
              <a:t>Date: Sun, 01 Jun 2026 10:15:30 GMT</a:t>
            </a:r>
          </a:p>
          <a:p>
            <a:r>
              <a:rPr lang="de-DE" sz="800" dirty="0"/>
              <a:t>X-Request-</a:t>
            </a:r>
            <a:r>
              <a:rPr lang="de-DE" sz="800" dirty="0" err="1"/>
              <a:t>Id</a:t>
            </a:r>
            <a:r>
              <a:rPr lang="de-DE" sz="800" dirty="0"/>
              <a:t>: 7b5d3e2a-4c1a-4c0b-xd99</a:t>
            </a:r>
          </a:p>
          <a:p>
            <a:r>
              <a:rPr lang="de-DE" sz="800" dirty="0"/>
              <a:t>X-</a:t>
            </a:r>
            <a:r>
              <a:rPr lang="de-DE" sz="800" dirty="0" err="1"/>
              <a:t>Api</a:t>
            </a:r>
            <a:r>
              <a:rPr lang="de-DE" sz="800" dirty="0"/>
              <a:t>-</a:t>
            </a:r>
            <a:r>
              <a:rPr lang="de-DE" sz="800" dirty="0" err="1"/>
              <a:t>Spec-Ref</a:t>
            </a:r>
            <a:r>
              <a:rPr lang="de-DE" sz="800" dirty="0"/>
              <a:t>: </a:t>
            </a:r>
            <a:r>
              <a:rPr lang="de-DE" sz="800" dirty="0" err="1"/>
              <a:t>git:EDI-Energy</a:t>
            </a:r>
            <a:r>
              <a:rPr lang="de-DE" sz="800" dirty="0"/>
              <a:t>/</a:t>
            </a:r>
            <a:r>
              <a:rPr lang="de-DE" sz="800" dirty="0" err="1"/>
              <a:t>api-electricity</a:t>
            </a:r>
            <a:endParaRPr lang="de-DE" sz="800" dirty="0"/>
          </a:p>
          <a:p>
            <a:r>
              <a:rPr lang="de-DE" sz="800" dirty="0"/>
              <a:t>X-</a:t>
            </a:r>
            <a:r>
              <a:rPr lang="de-DE" sz="800" dirty="0" err="1"/>
              <a:t>Api</a:t>
            </a:r>
            <a:r>
              <a:rPr lang="de-DE" sz="800" dirty="0"/>
              <a:t>-</a:t>
            </a:r>
            <a:r>
              <a:rPr lang="de-DE" sz="800" dirty="0" err="1"/>
              <a:t>Spec</a:t>
            </a:r>
            <a:r>
              <a:rPr lang="de-DE" sz="800" dirty="0"/>
              <a:t>-Version: 1.2</a:t>
            </a:r>
          </a:p>
        </p:txBody>
      </p:sp>
      <p:sp>
        <p:nvSpPr>
          <p:cNvPr id="52" name="Textfeld 51">
            <a:extLst>
              <a:ext uri="{FF2B5EF4-FFF2-40B4-BE49-F238E27FC236}">
                <a16:creationId xmlns:a16="http://schemas.microsoft.com/office/drawing/2014/main" id="{DD47E688-74B9-C7F9-99FA-3ACF9C14CF54}"/>
              </a:ext>
            </a:extLst>
          </p:cNvPr>
          <p:cNvSpPr txBox="1"/>
          <p:nvPr/>
        </p:nvSpPr>
        <p:spPr>
          <a:xfrm rot="16200000">
            <a:off x="6206840" y="3562421"/>
            <a:ext cx="2646879" cy="215444"/>
          </a:xfrm>
          <a:prstGeom prst="rect">
            <a:avLst/>
          </a:prstGeom>
          <a:noFill/>
          <a:ln>
            <a:solidFill>
              <a:schemeClr val="bg1">
                <a:lumMod val="65000"/>
              </a:schemeClr>
            </a:solidFill>
          </a:ln>
        </p:spPr>
        <p:txBody>
          <a:bodyPr wrap="square" rtlCol="0">
            <a:spAutoFit/>
          </a:bodyPr>
          <a:lstStyle/>
          <a:p>
            <a:pPr algn="ctr"/>
            <a:r>
              <a:rPr lang="de-DE" sz="800" dirty="0"/>
              <a:t>Header</a:t>
            </a:r>
          </a:p>
        </p:txBody>
      </p:sp>
      <p:sp>
        <p:nvSpPr>
          <p:cNvPr id="53" name="Textfeld 52">
            <a:extLst>
              <a:ext uri="{FF2B5EF4-FFF2-40B4-BE49-F238E27FC236}">
                <a16:creationId xmlns:a16="http://schemas.microsoft.com/office/drawing/2014/main" id="{07DBE3BE-B5DC-1EE3-A27D-B3453D959330}"/>
              </a:ext>
            </a:extLst>
          </p:cNvPr>
          <p:cNvSpPr txBox="1"/>
          <p:nvPr/>
        </p:nvSpPr>
        <p:spPr>
          <a:xfrm rot="16200000">
            <a:off x="7344147" y="2003966"/>
            <a:ext cx="383663" cy="215444"/>
          </a:xfrm>
          <a:prstGeom prst="rect">
            <a:avLst/>
          </a:prstGeom>
          <a:noFill/>
          <a:ln>
            <a:solidFill>
              <a:schemeClr val="bg1">
                <a:lumMod val="65000"/>
              </a:schemeClr>
            </a:solidFill>
          </a:ln>
        </p:spPr>
        <p:txBody>
          <a:bodyPr wrap="square" rtlCol="0">
            <a:spAutoFit/>
          </a:bodyPr>
          <a:lstStyle/>
          <a:p>
            <a:pPr algn="ctr"/>
            <a:r>
              <a:rPr lang="de-DE" sz="800" dirty="0"/>
              <a:t>URI</a:t>
            </a:r>
          </a:p>
        </p:txBody>
      </p:sp>
      <p:sp>
        <p:nvSpPr>
          <p:cNvPr id="54" name="Textfeld 53">
            <a:extLst>
              <a:ext uri="{FF2B5EF4-FFF2-40B4-BE49-F238E27FC236}">
                <a16:creationId xmlns:a16="http://schemas.microsoft.com/office/drawing/2014/main" id="{A3D5197E-3715-67D7-EB80-ED76CE3F60F0}"/>
              </a:ext>
            </a:extLst>
          </p:cNvPr>
          <p:cNvSpPr txBox="1"/>
          <p:nvPr/>
        </p:nvSpPr>
        <p:spPr>
          <a:xfrm rot="16200000">
            <a:off x="7239184" y="5218965"/>
            <a:ext cx="587355" cy="215444"/>
          </a:xfrm>
          <a:prstGeom prst="rect">
            <a:avLst/>
          </a:prstGeom>
          <a:noFill/>
          <a:ln>
            <a:solidFill>
              <a:schemeClr val="bg1">
                <a:lumMod val="65000"/>
              </a:schemeClr>
            </a:solidFill>
          </a:ln>
        </p:spPr>
        <p:txBody>
          <a:bodyPr wrap="square" rtlCol="0">
            <a:spAutoFit/>
          </a:bodyPr>
          <a:lstStyle/>
          <a:p>
            <a:pPr algn="ctr"/>
            <a:r>
              <a:rPr lang="de-DE" sz="800" dirty="0"/>
              <a:t>Payload</a:t>
            </a:r>
          </a:p>
        </p:txBody>
      </p:sp>
      <p:sp>
        <p:nvSpPr>
          <p:cNvPr id="66" name="Rechteck 65">
            <a:extLst>
              <a:ext uri="{FF2B5EF4-FFF2-40B4-BE49-F238E27FC236}">
                <a16:creationId xmlns:a16="http://schemas.microsoft.com/office/drawing/2014/main" id="{587F10AF-3913-358C-9A44-E4B8CE205799}"/>
              </a:ext>
            </a:extLst>
          </p:cNvPr>
          <p:cNvSpPr/>
          <p:nvPr/>
        </p:nvSpPr>
        <p:spPr>
          <a:xfrm>
            <a:off x="7644394" y="3341248"/>
            <a:ext cx="2048980" cy="1799918"/>
          </a:xfrm>
          <a:prstGeom prst="rect">
            <a:avLst/>
          </a:prstGeom>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67" name="Rechteck 66">
            <a:extLst>
              <a:ext uri="{FF2B5EF4-FFF2-40B4-BE49-F238E27FC236}">
                <a16:creationId xmlns:a16="http://schemas.microsoft.com/office/drawing/2014/main" id="{03FA97BD-ED10-9AE8-74A6-A07A1357CC98}"/>
              </a:ext>
            </a:extLst>
          </p:cNvPr>
          <p:cNvSpPr/>
          <p:nvPr/>
        </p:nvSpPr>
        <p:spPr>
          <a:xfrm>
            <a:off x="7640584" y="5033010"/>
            <a:ext cx="2048980" cy="587355"/>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a:t>{</a:t>
            </a:r>
          </a:p>
          <a:p>
            <a:r>
              <a:rPr lang="de-DE" sz="800"/>
              <a:t>  “address“: {"zip": 80001 },</a:t>
            </a:r>
          </a:p>
          <a:p>
            <a:r>
              <a:rPr lang="de-DE" sz="800"/>
              <a:t>  “customerNumber“: 6024997 </a:t>
            </a:r>
          </a:p>
          <a:p>
            <a:r>
              <a:rPr lang="de-DE" sz="800"/>
              <a:t>}</a:t>
            </a:r>
            <a:endParaRPr lang="de-DE" sz="800" dirty="0"/>
          </a:p>
        </p:txBody>
      </p:sp>
      <p:sp>
        <p:nvSpPr>
          <p:cNvPr id="74" name="Ellipse 73">
            <a:extLst>
              <a:ext uri="{FF2B5EF4-FFF2-40B4-BE49-F238E27FC236}">
                <a16:creationId xmlns:a16="http://schemas.microsoft.com/office/drawing/2014/main" id="{67A2B1B1-43D7-E899-1137-4D36CDBF6D22}"/>
              </a:ext>
            </a:extLst>
          </p:cNvPr>
          <p:cNvSpPr/>
          <p:nvPr/>
        </p:nvSpPr>
        <p:spPr>
          <a:xfrm>
            <a:off x="5028305" y="1471194"/>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2</a:t>
            </a:r>
          </a:p>
        </p:txBody>
      </p:sp>
      <p:sp>
        <p:nvSpPr>
          <p:cNvPr id="79" name="Ellipse 78">
            <a:extLst>
              <a:ext uri="{FF2B5EF4-FFF2-40B4-BE49-F238E27FC236}">
                <a16:creationId xmlns:a16="http://schemas.microsoft.com/office/drawing/2014/main" id="{39489353-75C4-7781-CAEB-91DA37B852E7}"/>
              </a:ext>
            </a:extLst>
          </p:cNvPr>
          <p:cNvSpPr/>
          <p:nvPr/>
        </p:nvSpPr>
        <p:spPr>
          <a:xfrm>
            <a:off x="5054010" y="3358693"/>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4</a:t>
            </a:r>
          </a:p>
        </p:txBody>
      </p:sp>
      <p:sp>
        <p:nvSpPr>
          <p:cNvPr id="16" name="Rechteck 15">
            <a:extLst>
              <a:ext uri="{FF2B5EF4-FFF2-40B4-BE49-F238E27FC236}">
                <a16:creationId xmlns:a16="http://schemas.microsoft.com/office/drawing/2014/main" id="{313F0CB8-377E-A98F-C532-A36A4E133766}"/>
              </a:ext>
            </a:extLst>
          </p:cNvPr>
          <p:cNvSpPr/>
          <p:nvPr/>
        </p:nvSpPr>
        <p:spPr>
          <a:xfrm>
            <a:off x="3851004" y="1780477"/>
            <a:ext cx="3010806" cy="540423"/>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de-DE" sz="800" b="1" dirty="0">
                <a:solidFill>
                  <a:schemeClr val="tx1"/>
                </a:solidFill>
              </a:rPr>
              <a:t>RFC 9530 §2 – BASE64 + SHA-256 – neuer Header</a:t>
            </a:r>
          </a:p>
        </p:txBody>
      </p:sp>
      <p:sp>
        <p:nvSpPr>
          <p:cNvPr id="17" name="Rechteck 16">
            <a:extLst>
              <a:ext uri="{FF2B5EF4-FFF2-40B4-BE49-F238E27FC236}">
                <a16:creationId xmlns:a16="http://schemas.microsoft.com/office/drawing/2014/main" id="{E7A42763-16CF-3C5E-7716-53073BD09581}"/>
              </a:ext>
            </a:extLst>
          </p:cNvPr>
          <p:cNvSpPr/>
          <p:nvPr/>
        </p:nvSpPr>
        <p:spPr>
          <a:xfrm>
            <a:off x="3965787" y="1962574"/>
            <a:ext cx="2802527" cy="289069"/>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u="sng" dirty="0">
                <a:solidFill>
                  <a:schemeClr val="accent1"/>
                </a:solidFill>
              </a:rPr>
              <a:t>Content-Digest</a:t>
            </a:r>
            <a:r>
              <a:rPr lang="de-DE" sz="800" dirty="0">
                <a:solidFill>
                  <a:schemeClr val="accent1"/>
                </a:solidFill>
              </a:rPr>
              <a:t>: sha-256=:X4vRVA7xH2sP3kLmN8qT1uWzYdFbJcOeGiKpQsSv2nA=:</a:t>
            </a:r>
          </a:p>
        </p:txBody>
      </p:sp>
      <p:cxnSp>
        <p:nvCxnSpPr>
          <p:cNvPr id="19" name="Verbinder: gewinkelt 18">
            <a:extLst>
              <a:ext uri="{FF2B5EF4-FFF2-40B4-BE49-F238E27FC236}">
                <a16:creationId xmlns:a16="http://schemas.microsoft.com/office/drawing/2014/main" id="{CB9D5AF5-E393-9250-B8E5-4C631CA3DD03}"/>
              </a:ext>
            </a:extLst>
          </p:cNvPr>
          <p:cNvCxnSpPr>
            <a:cxnSpLocks/>
            <a:stCxn id="4" idx="3"/>
            <a:endCxn id="22" idx="1"/>
          </p:cNvCxnSpPr>
          <p:nvPr/>
        </p:nvCxnSpPr>
        <p:spPr>
          <a:xfrm flipV="1">
            <a:off x="3357064" y="1318096"/>
            <a:ext cx="608725" cy="216397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Gerade Verbindung mit Pfeil 23">
            <a:extLst>
              <a:ext uri="{FF2B5EF4-FFF2-40B4-BE49-F238E27FC236}">
                <a16:creationId xmlns:a16="http://schemas.microsoft.com/office/drawing/2014/main" id="{DD30AFD2-A046-6BB3-440F-16F36D80AAF9}"/>
              </a:ext>
            </a:extLst>
          </p:cNvPr>
          <p:cNvCxnSpPr>
            <a:cxnSpLocks/>
            <a:stCxn id="22" idx="2"/>
            <a:endCxn id="17" idx="0"/>
          </p:cNvCxnSpPr>
          <p:nvPr/>
        </p:nvCxnSpPr>
        <p:spPr>
          <a:xfrm flipH="1">
            <a:off x="5367051" y="1398271"/>
            <a:ext cx="1" cy="564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Gerade Verbindung mit Pfeil 34">
            <a:extLst>
              <a:ext uri="{FF2B5EF4-FFF2-40B4-BE49-F238E27FC236}">
                <a16:creationId xmlns:a16="http://schemas.microsoft.com/office/drawing/2014/main" id="{2018AAA7-04B9-3C60-B3DC-8972E60D2DF1}"/>
              </a:ext>
            </a:extLst>
          </p:cNvPr>
          <p:cNvCxnSpPr>
            <a:cxnSpLocks/>
            <a:stCxn id="17" idx="2"/>
            <a:endCxn id="26" idx="0"/>
          </p:cNvCxnSpPr>
          <p:nvPr/>
        </p:nvCxnSpPr>
        <p:spPr>
          <a:xfrm>
            <a:off x="5367051" y="2251643"/>
            <a:ext cx="0" cy="5984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echteck 35">
            <a:extLst>
              <a:ext uri="{FF2B5EF4-FFF2-40B4-BE49-F238E27FC236}">
                <a16:creationId xmlns:a16="http://schemas.microsoft.com/office/drawing/2014/main" id="{ACDB7614-EAEF-945F-75CB-4D33E1EAB712}"/>
              </a:ext>
            </a:extLst>
          </p:cNvPr>
          <p:cNvSpPr/>
          <p:nvPr/>
        </p:nvSpPr>
        <p:spPr>
          <a:xfrm>
            <a:off x="3856485" y="3666913"/>
            <a:ext cx="3004541" cy="1404197"/>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de-DE" sz="800" b="1" dirty="0">
                <a:solidFill>
                  <a:schemeClr val="tx1"/>
                </a:solidFill>
              </a:rPr>
              <a:t>RFC 9421 §2.3 – Signaturstring für die Felder</a:t>
            </a:r>
          </a:p>
        </p:txBody>
      </p:sp>
      <p:sp>
        <p:nvSpPr>
          <p:cNvPr id="37" name="Rechteck 36">
            <a:extLst>
              <a:ext uri="{FF2B5EF4-FFF2-40B4-BE49-F238E27FC236}">
                <a16:creationId xmlns:a16="http://schemas.microsoft.com/office/drawing/2014/main" id="{E275DEF2-6012-9771-45BA-99FECD082FDC}"/>
              </a:ext>
            </a:extLst>
          </p:cNvPr>
          <p:cNvSpPr/>
          <p:nvPr/>
        </p:nvSpPr>
        <p:spPr>
          <a:xfrm>
            <a:off x="3971269" y="3876737"/>
            <a:ext cx="2797044" cy="1163893"/>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solidFill>
                  <a:schemeClr val="accent1"/>
                </a:solidFill>
              </a:rPr>
              <a:t>"@</a:t>
            </a:r>
            <a:r>
              <a:rPr lang="de-DE" sz="800" dirty="0" err="1">
                <a:solidFill>
                  <a:schemeClr val="accent1"/>
                </a:solidFill>
              </a:rPr>
              <a:t>method</a:t>
            </a:r>
            <a:r>
              <a:rPr lang="de-DE" sz="800" dirty="0">
                <a:solidFill>
                  <a:schemeClr val="accent1"/>
                </a:solidFill>
              </a:rPr>
              <a:t>": POST "@</a:t>
            </a:r>
            <a:r>
              <a:rPr lang="de-DE" sz="800" dirty="0" err="1">
                <a:solidFill>
                  <a:schemeClr val="accent1"/>
                </a:solidFill>
              </a:rPr>
              <a:t>path</a:t>
            </a:r>
            <a:r>
              <a:rPr lang="de-DE" sz="800" dirty="0">
                <a:solidFill>
                  <a:schemeClr val="accent1"/>
                </a:solidFill>
              </a:rPr>
              <a:t>": /</a:t>
            </a:r>
            <a:r>
              <a:rPr lang="de-DE" sz="800" dirty="0" err="1">
                <a:solidFill>
                  <a:schemeClr val="accent1"/>
                </a:solidFill>
              </a:rPr>
              <a:t>malo</a:t>
            </a:r>
            <a:r>
              <a:rPr lang="de-DE" sz="800" dirty="0">
                <a:solidFill>
                  <a:schemeClr val="accent1"/>
                </a:solidFill>
              </a:rPr>
              <a:t>/ident "@</a:t>
            </a:r>
            <a:r>
              <a:rPr lang="de-DE" sz="800" dirty="0" err="1">
                <a:solidFill>
                  <a:schemeClr val="accent1"/>
                </a:solidFill>
              </a:rPr>
              <a:t>authority</a:t>
            </a:r>
            <a:r>
              <a:rPr lang="de-DE" sz="800" dirty="0">
                <a:solidFill>
                  <a:schemeClr val="accent1"/>
                </a:solidFill>
              </a:rPr>
              <a:t>": mabishub.com "</a:t>
            </a:r>
            <a:r>
              <a:rPr lang="de-DE" sz="800" dirty="0" err="1">
                <a:solidFill>
                  <a:schemeClr val="accent1"/>
                </a:solidFill>
              </a:rPr>
              <a:t>content</a:t>
            </a:r>
            <a:r>
              <a:rPr lang="de-DE" sz="800" dirty="0">
                <a:solidFill>
                  <a:schemeClr val="accent1"/>
                </a:solidFill>
              </a:rPr>
              <a:t>-type": </a:t>
            </a:r>
            <a:r>
              <a:rPr lang="de-DE" sz="800" dirty="0" err="1">
                <a:solidFill>
                  <a:schemeClr val="accent1"/>
                </a:solidFill>
              </a:rPr>
              <a:t>application</a:t>
            </a:r>
            <a:r>
              <a:rPr lang="de-DE" sz="800" dirty="0">
                <a:solidFill>
                  <a:schemeClr val="accent1"/>
                </a:solidFill>
              </a:rPr>
              <a:t>/</a:t>
            </a:r>
            <a:r>
              <a:rPr lang="de-DE" sz="800" dirty="0" err="1">
                <a:solidFill>
                  <a:schemeClr val="accent1"/>
                </a:solidFill>
              </a:rPr>
              <a:t>json</a:t>
            </a:r>
            <a:r>
              <a:rPr lang="de-DE" sz="800" dirty="0">
                <a:solidFill>
                  <a:schemeClr val="accent1"/>
                </a:solidFill>
              </a:rPr>
              <a:t> "</a:t>
            </a:r>
            <a:r>
              <a:rPr lang="de-DE" sz="800" dirty="0" err="1">
                <a:solidFill>
                  <a:schemeClr val="accent1"/>
                </a:solidFill>
              </a:rPr>
              <a:t>content</a:t>
            </a:r>
            <a:r>
              <a:rPr lang="de-DE" sz="800" dirty="0">
                <a:solidFill>
                  <a:schemeClr val="accent1"/>
                </a:solidFill>
              </a:rPr>
              <a:t>-digest": sha-256=:X4vRVA7xH2sP3kLmN8qT1uWzYdFbJcOeGiKpQsSv2nA=: "date": Sun, 01 Feb 2026 10:15:30 GMT "x-</a:t>
            </a:r>
            <a:r>
              <a:rPr lang="de-DE" sz="800" dirty="0" err="1">
                <a:solidFill>
                  <a:schemeClr val="accent1"/>
                </a:solidFill>
              </a:rPr>
              <a:t>request</a:t>
            </a:r>
            <a:r>
              <a:rPr lang="de-DE" sz="800" dirty="0">
                <a:solidFill>
                  <a:schemeClr val="accent1"/>
                </a:solidFill>
              </a:rPr>
              <a:t>-</a:t>
            </a:r>
            <a:r>
              <a:rPr lang="de-DE" sz="800" dirty="0" err="1">
                <a:solidFill>
                  <a:schemeClr val="accent1"/>
                </a:solidFill>
              </a:rPr>
              <a:t>id</a:t>
            </a:r>
            <a:r>
              <a:rPr lang="de-DE" sz="800" dirty="0">
                <a:solidFill>
                  <a:schemeClr val="accent1"/>
                </a:solidFill>
              </a:rPr>
              <a:t>": 7b5d3e2a-4c1a-4c0b-xd99 "@</a:t>
            </a:r>
            <a:r>
              <a:rPr lang="de-DE" sz="800" dirty="0" err="1">
                <a:solidFill>
                  <a:schemeClr val="accent1"/>
                </a:solidFill>
              </a:rPr>
              <a:t>signature-params</a:t>
            </a:r>
            <a:r>
              <a:rPr lang="de-DE" sz="800" dirty="0">
                <a:solidFill>
                  <a:schemeClr val="accent1"/>
                </a:solidFill>
              </a:rPr>
              <a:t>": ("@</a:t>
            </a:r>
            <a:r>
              <a:rPr lang="de-DE" sz="800" dirty="0" err="1">
                <a:solidFill>
                  <a:schemeClr val="accent1"/>
                </a:solidFill>
              </a:rPr>
              <a:t>method</a:t>
            </a:r>
            <a:r>
              <a:rPr lang="de-DE" sz="800" dirty="0">
                <a:solidFill>
                  <a:schemeClr val="accent1"/>
                </a:solidFill>
              </a:rPr>
              <a:t>" "@</a:t>
            </a:r>
            <a:r>
              <a:rPr lang="de-DE" sz="800" dirty="0" err="1">
                <a:solidFill>
                  <a:schemeClr val="accent1"/>
                </a:solidFill>
              </a:rPr>
              <a:t>path</a:t>
            </a:r>
            <a:r>
              <a:rPr lang="de-DE" sz="800" dirty="0">
                <a:solidFill>
                  <a:schemeClr val="accent1"/>
                </a:solidFill>
              </a:rPr>
              <a:t>" "@</a:t>
            </a:r>
            <a:r>
              <a:rPr lang="de-DE" sz="800" dirty="0" err="1">
                <a:solidFill>
                  <a:schemeClr val="accent1"/>
                </a:solidFill>
              </a:rPr>
              <a:t>authority</a:t>
            </a:r>
            <a:r>
              <a:rPr lang="de-DE" sz="800" dirty="0">
                <a:solidFill>
                  <a:schemeClr val="accent1"/>
                </a:solidFill>
              </a:rPr>
              <a:t>" "</a:t>
            </a:r>
            <a:r>
              <a:rPr lang="de-DE" sz="800" dirty="0" err="1">
                <a:solidFill>
                  <a:schemeClr val="accent1"/>
                </a:solidFill>
              </a:rPr>
              <a:t>content</a:t>
            </a:r>
            <a:r>
              <a:rPr lang="de-DE" sz="800" dirty="0">
                <a:solidFill>
                  <a:schemeClr val="accent1"/>
                </a:solidFill>
              </a:rPr>
              <a:t>-type" "</a:t>
            </a:r>
            <a:r>
              <a:rPr lang="de-DE" sz="800" dirty="0" err="1">
                <a:solidFill>
                  <a:schemeClr val="accent1"/>
                </a:solidFill>
              </a:rPr>
              <a:t>content</a:t>
            </a:r>
            <a:r>
              <a:rPr lang="de-DE" sz="800" dirty="0">
                <a:solidFill>
                  <a:schemeClr val="accent1"/>
                </a:solidFill>
              </a:rPr>
              <a:t>-digest" "date" "x-</a:t>
            </a:r>
            <a:r>
              <a:rPr lang="de-DE" sz="800" dirty="0" err="1">
                <a:solidFill>
                  <a:schemeClr val="accent1"/>
                </a:solidFill>
              </a:rPr>
              <a:t>request</a:t>
            </a:r>
            <a:r>
              <a:rPr lang="de-DE" sz="800" dirty="0">
                <a:solidFill>
                  <a:schemeClr val="accent1"/>
                </a:solidFill>
              </a:rPr>
              <a:t>-</a:t>
            </a:r>
            <a:r>
              <a:rPr lang="de-DE" sz="800" dirty="0" err="1">
                <a:solidFill>
                  <a:schemeClr val="accent1"/>
                </a:solidFill>
              </a:rPr>
              <a:t>id</a:t>
            </a:r>
            <a:r>
              <a:rPr lang="de-DE" sz="800" dirty="0">
                <a:solidFill>
                  <a:schemeClr val="accent1"/>
                </a:solidFill>
              </a:rPr>
              <a:t>"); </a:t>
            </a:r>
            <a:r>
              <a:rPr lang="de-DE" sz="800" dirty="0" err="1">
                <a:solidFill>
                  <a:schemeClr val="accent1"/>
                </a:solidFill>
              </a:rPr>
              <a:t>created</a:t>
            </a:r>
            <a:r>
              <a:rPr lang="de-DE" sz="800" dirty="0">
                <a:solidFill>
                  <a:schemeClr val="accent1"/>
                </a:solidFill>
              </a:rPr>
              <a:t>=1738404930;keyid="EMT.API.NB-12345";alg="ecdsa-p256-sha256</a:t>
            </a:r>
          </a:p>
        </p:txBody>
      </p:sp>
      <p:cxnSp>
        <p:nvCxnSpPr>
          <p:cNvPr id="78" name="Gerade Verbindung mit Pfeil 77">
            <a:extLst>
              <a:ext uri="{FF2B5EF4-FFF2-40B4-BE49-F238E27FC236}">
                <a16:creationId xmlns:a16="http://schemas.microsoft.com/office/drawing/2014/main" id="{6A4D7951-4932-7B20-4C9D-17AE14F1F182}"/>
              </a:ext>
            </a:extLst>
          </p:cNvPr>
          <p:cNvCxnSpPr>
            <a:cxnSpLocks/>
            <a:stCxn id="26" idx="2"/>
            <a:endCxn id="37" idx="0"/>
          </p:cNvCxnSpPr>
          <p:nvPr/>
        </p:nvCxnSpPr>
        <p:spPr>
          <a:xfrm>
            <a:off x="5367051" y="3314032"/>
            <a:ext cx="2740" cy="562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4" name="Rechteck 83">
            <a:extLst>
              <a:ext uri="{FF2B5EF4-FFF2-40B4-BE49-F238E27FC236}">
                <a16:creationId xmlns:a16="http://schemas.microsoft.com/office/drawing/2014/main" id="{A64164D6-4041-398F-A4B5-B069AA62F6C1}"/>
              </a:ext>
            </a:extLst>
          </p:cNvPr>
          <p:cNvSpPr/>
          <p:nvPr/>
        </p:nvSpPr>
        <p:spPr>
          <a:xfrm>
            <a:off x="3857715" y="5394571"/>
            <a:ext cx="3004541" cy="1101480"/>
          </a:xfrm>
          <a:prstGeom prst="rect">
            <a:avLst/>
          </a:prstGeom>
          <a:solidFill>
            <a:schemeClr val="bg1">
              <a:lumMod val="85000"/>
            </a:schemeClr>
          </a:solidFill>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de-DE" sz="800" b="1" dirty="0">
                <a:solidFill>
                  <a:schemeClr val="tx1"/>
                </a:solidFill>
              </a:rPr>
              <a:t>RFC 9421 §3.3 – Signatur berechnen</a:t>
            </a:r>
          </a:p>
        </p:txBody>
      </p:sp>
      <p:sp>
        <p:nvSpPr>
          <p:cNvPr id="85" name="Rechteck 84">
            <a:extLst>
              <a:ext uri="{FF2B5EF4-FFF2-40B4-BE49-F238E27FC236}">
                <a16:creationId xmlns:a16="http://schemas.microsoft.com/office/drawing/2014/main" id="{4C933605-9EFB-8774-AA94-041D5F9C7ACE}"/>
              </a:ext>
            </a:extLst>
          </p:cNvPr>
          <p:cNvSpPr/>
          <p:nvPr/>
        </p:nvSpPr>
        <p:spPr>
          <a:xfrm>
            <a:off x="3972499" y="5604395"/>
            <a:ext cx="2797044" cy="827968"/>
          </a:xfrm>
          <a:prstGeom prst="rect">
            <a:avLst/>
          </a:prstGeom>
          <a:ln>
            <a:solidFill>
              <a:schemeClr val="bg1">
                <a:lumMod val="65000"/>
              </a:scheme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de-DE" sz="800" dirty="0"/>
              <a:t>ECDSA: P-256 + SHA-256 + privater SM-PKI Schlüssel</a:t>
            </a:r>
          </a:p>
          <a:p>
            <a:r>
              <a:rPr lang="de-DE" sz="800" dirty="0"/>
              <a:t>BASE64:</a:t>
            </a:r>
          </a:p>
          <a:p>
            <a:r>
              <a:rPr lang="de-DE" sz="800" u="sng" dirty="0">
                <a:solidFill>
                  <a:schemeClr val="accent1"/>
                </a:solidFill>
              </a:rPr>
              <a:t>Signature</a:t>
            </a:r>
            <a:r>
              <a:rPr lang="de-DE" sz="800" dirty="0">
                <a:solidFill>
                  <a:schemeClr val="accent1"/>
                </a:solidFill>
              </a:rPr>
              <a:t>:sig1=:MEUCIQCx9vK2pX8mRtLsNwQzYcFbJdOeGiKpAsSv3nB1 uWzYdAIgAP4vRVA7xH2sP3kLmN8qT1uWzYdFbJcOeGiKpQsSv2nABC:</a:t>
            </a:r>
          </a:p>
        </p:txBody>
      </p:sp>
      <p:cxnSp>
        <p:nvCxnSpPr>
          <p:cNvPr id="86" name="Gerade Verbindung mit Pfeil 85">
            <a:extLst>
              <a:ext uri="{FF2B5EF4-FFF2-40B4-BE49-F238E27FC236}">
                <a16:creationId xmlns:a16="http://schemas.microsoft.com/office/drawing/2014/main" id="{63A0DEF6-E604-FA4E-2084-A0626574F640}"/>
              </a:ext>
            </a:extLst>
          </p:cNvPr>
          <p:cNvCxnSpPr>
            <a:cxnSpLocks/>
            <a:stCxn id="37" idx="2"/>
            <a:endCxn id="85" idx="0"/>
          </p:cNvCxnSpPr>
          <p:nvPr/>
        </p:nvCxnSpPr>
        <p:spPr>
          <a:xfrm>
            <a:off x="5369791" y="5040630"/>
            <a:ext cx="1230" cy="563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0" name="Ellipse 89">
            <a:extLst>
              <a:ext uri="{FF2B5EF4-FFF2-40B4-BE49-F238E27FC236}">
                <a16:creationId xmlns:a16="http://schemas.microsoft.com/office/drawing/2014/main" id="{716A9735-372C-62E3-C201-C6FFC95C16BF}"/>
              </a:ext>
            </a:extLst>
          </p:cNvPr>
          <p:cNvSpPr/>
          <p:nvPr/>
        </p:nvSpPr>
        <p:spPr>
          <a:xfrm>
            <a:off x="5061121" y="5085187"/>
            <a:ext cx="281354" cy="294143"/>
          </a:xfrm>
          <a:prstGeom prst="ellipse">
            <a:avLst/>
          </a:prstGeom>
          <a:ln>
            <a:solidFill>
              <a:schemeClr val="accent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de-DE" dirty="0"/>
              <a:t>5</a:t>
            </a:r>
          </a:p>
        </p:txBody>
      </p:sp>
      <p:sp>
        <p:nvSpPr>
          <p:cNvPr id="93" name="Textfeld 92">
            <a:extLst>
              <a:ext uri="{FF2B5EF4-FFF2-40B4-BE49-F238E27FC236}">
                <a16:creationId xmlns:a16="http://schemas.microsoft.com/office/drawing/2014/main" id="{616924B5-A144-687E-264C-7B3D23297F95}"/>
              </a:ext>
            </a:extLst>
          </p:cNvPr>
          <p:cNvSpPr txBox="1"/>
          <p:nvPr/>
        </p:nvSpPr>
        <p:spPr>
          <a:xfrm>
            <a:off x="7638003" y="3300812"/>
            <a:ext cx="2048980" cy="1692771"/>
          </a:xfrm>
          <a:prstGeom prst="rect">
            <a:avLst/>
          </a:prstGeom>
          <a:noFill/>
          <a:ln>
            <a:solidFill>
              <a:schemeClr val="bg1">
                <a:lumMod val="65000"/>
              </a:schemeClr>
            </a:solidFill>
          </a:ln>
        </p:spPr>
        <p:txBody>
          <a:bodyPr wrap="square" rtlCol="0">
            <a:spAutoFit/>
          </a:bodyPr>
          <a:lstStyle/>
          <a:p>
            <a:r>
              <a:rPr lang="de-DE" sz="800" u="sng" dirty="0">
                <a:solidFill>
                  <a:srgbClr val="FF0000"/>
                </a:solidFill>
              </a:rPr>
              <a:t>Content-Digest</a:t>
            </a:r>
            <a:r>
              <a:rPr lang="de-DE" sz="800" dirty="0">
                <a:solidFill>
                  <a:srgbClr val="FF0000"/>
                </a:solidFill>
              </a:rPr>
              <a:t>: sha-256=:X4vRVA7xH2sP3kLmN8qT1uWzYdFbJcOeGiKpQsSv2nA=: </a:t>
            </a:r>
          </a:p>
          <a:p>
            <a:r>
              <a:rPr lang="de-DE" sz="800" u="sng" dirty="0" err="1">
                <a:solidFill>
                  <a:srgbClr val="FF0000"/>
                </a:solidFill>
              </a:rPr>
              <a:t>Signature</a:t>
            </a:r>
            <a:r>
              <a:rPr lang="de-DE" sz="800" u="sng" dirty="0">
                <a:solidFill>
                  <a:srgbClr val="FF0000"/>
                </a:solidFill>
              </a:rPr>
              <a:t>-Input</a:t>
            </a:r>
            <a:r>
              <a:rPr lang="de-DE" sz="800" dirty="0">
                <a:solidFill>
                  <a:srgbClr val="FF0000"/>
                </a:solidFill>
              </a:rPr>
              <a:t>: sig1=("@</a:t>
            </a:r>
            <a:r>
              <a:rPr lang="de-DE" sz="800" dirty="0" err="1">
                <a:solidFill>
                  <a:srgbClr val="FF0000"/>
                </a:solidFill>
              </a:rPr>
              <a:t>method</a:t>
            </a:r>
            <a:r>
              <a:rPr lang="de-DE" sz="800" dirty="0">
                <a:solidFill>
                  <a:srgbClr val="FF0000"/>
                </a:solidFill>
              </a:rPr>
              <a:t>" "@</a:t>
            </a:r>
            <a:r>
              <a:rPr lang="de-DE" sz="800" dirty="0" err="1">
                <a:solidFill>
                  <a:srgbClr val="FF0000"/>
                </a:solidFill>
              </a:rPr>
              <a:t>path</a:t>
            </a:r>
            <a:r>
              <a:rPr lang="de-DE" sz="800" dirty="0">
                <a:solidFill>
                  <a:srgbClr val="FF0000"/>
                </a:solidFill>
              </a:rPr>
              <a:t>" "@</a:t>
            </a:r>
            <a:r>
              <a:rPr lang="de-DE" sz="800" dirty="0" err="1">
                <a:solidFill>
                  <a:srgbClr val="FF0000"/>
                </a:solidFill>
              </a:rPr>
              <a:t>authority</a:t>
            </a:r>
            <a:r>
              <a:rPr lang="de-DE" sz="800" dirty="0">
                <a:solidFill>
                  <a:srgbClr val="FF0000"/>
                </a:solidFill>
              </a:rPr>
              <a:t>" "</a:t>
            </a:r>
            <a:r>
              <a:rPr lang="de-DE" sz="800" dirty="0" err="1">
                <a:solidFill>
                  <a:srgbClr val="FF0000"/>
                </a:solidFill>
              </a:rPr>
              <a:t>content</a:t>
            </a:r>
            <a:r>
              <a:rPr lang="de-DE" sz="800" dirty="0">
                <a:solidFill>
                  <a:srgbClr val="FF0000"/>
                </a:solidFill>
              </a:rPr>
              <a:t>-type" "</a:t>
            </a:r>
            <a:r>
              <a:rPr lang="de-DE" sz="800" dirty="0" err="1">
                <a:solidFill>
                  <a:srgbClr val="FF0000"/>
                </a:solidFill>
              </a:rPr>
              <a:t>content</a:t>
            </a:r>
            <a:r>
              <a:rPr lang="de-DE" sz="800" dirty="0">
                <a:solidFill>
                  <a:srgbClr val="FF0000"/>
                </a:solidFill>
              </a:rPr>
              <a:t>-digest" "date" "x-</a:t>
            </a:r>
            <a:r>
              <a:rPr lang="de-DE" sz="800" dirty="0" err="1">
                <a:solidFill>
                  <a:srgbClr val="FF0000"/>
                </a:solidFill>
              </a:rPr>
              <a:t>request</a:t>
            </a:r>
            <a:r>
              <a:rPr lang="de-DE" sz="800" dirty="0">
                <a:solidFill>
                  <a:srgbClr val="FF0000"/>
                </a:solidFill>
              </a:rPr>
              <a:t>-</a:t>
            </a:r>
            <a:r>
              <a:rPr lang="de-DE" sz="800" dirty="0" err="1">
                <a:solidFill>
                  <a:srgbClr val="FF0000"/>
                </a:solidFill>
              </a:rPr>
              <a:t>id</a:t>
            </a:r>
            <a:r>
              <a:rPr lang="de-DE" sz="800" dirty="0">
                <a:solidFill>
                  <a:srgbClr val="FF0000"/>
                </a:solidFill>
              </a:rPr>
              <a:t>"); </a:t>
            </a:r>
            <a:r>
              <a:rPr lang="de-DE" sz="800" dirty="0" err="1">
                <a:solidFill>
                  <a:srgbClr val="FF0000"/>
                </a:solidFill>
              </a:rPr>
              <a:t>created</a:t>
            </a:r>
            <a:r>
              <a:rPr lang="de-DE" sz="800" dirty="0">
                <a:solidFill>
                  <a:srgbClr val="FF0000"/>
                </a:solidFill>
              </a:rPr>
              <a:t>=1738404930;keyid="EMT.API.NB-12345";alg="ecdsa-p256-sha256" </a:t>
            </a:r>
          </a:p>
          <a:p>
            <a:r>
              <a:rPr lang="de-DE" sz="800" u="sng" dirty="0" err="1">
                <a:solidFill>
                  <a:srgbClr val="FF0000"/>
                </a:solidFill>
              </a:rPr>
              <a:t>Signature</a:t>
            </a:r>
            <a:r>
              <a:rPr lang="de-DE" sz="800" dirty="0">
                <a:solidFill>
                  <a:srgbClr val="FF0000"/>
                </a:solidFill>
              </a:rPr>
              <a:t>: sig1=:MEUCIQCx9vK2pX8mRtLsNwQzYcFbJdOeGiKpAsSv3nB1uWzYdA IgAP4vRVA7xH2sP3kLmN8qT1uWzYdFbJcOeGiKpQsSv2nABC:</a:t>
            </a:r>
          </a:p>
        </p:txBody>
      </p:sp>
      <p:sp>
        <p:nvSpPr>
          <p:cNvPr id="94" name="Ellipse 93">
            <a:extLst>
              <a:ext uri="{FF2B5EF4-FFF2-40B4-BE49-F238E27FC236}">
                <a16:creationId xmlns:a16="http://schemas.microsoft.com/office/drawing/2014/main" id="{25E145C0-CA59-AA02-3963-31B97D955567}"/>
              </a:ext>
            </a:extLst>
          </p:cNvPr>
          <p:cNvSpPr/>
          <p:nvPr/>
        </p:nvSpPr>
        <p:spPr>
          <a:xfrm>
            <a:off x="7661233" y="3385821"/>
            <a:ext cx="47667" cy="55880"/>
          </a:xfrm>
          <a:prstGeom prst="ellipse">
            <a:avLst/>
          </a:prstGeom>
          <a:ln>
            <a:solidFill>
              <a:schemeClr val="tx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cxnSp>
        <p:nvCxnSpPr>
          <p:cNvPr id="96" name="Verbinder: gewinkelt 95">
            <a:extLst>
              <a:ext uri="{FF2B5EF4-FFF2-40B4-BE49-F238E27FC236}">
                <a16:creationId xmlns:a16="http://schemas.microsoft.com/office/drawing/2014/main" id="{3596AA48-9142-C6B8-3612-1ED953A8DE09}"/>
              </a:ext>
            </a:extLst>
          </p:cNvPr>
          <p:cNvCxnSpPr>
            <a:stCxn id="16" idx="3"/>
            <a:endCxn id="94" idx="2"/>
          </p:cNvCxnSpPr>
          <p:nvPr/>
        </p:nvCxnSpPr>
        <p:spPr>
          <a:xfrm>
            <a:off x="6861810" y="2050689"/>
            <a:ext cx="799423" cy="136307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Ellipse 96">
            <a:extLst>
              <a:ext uri="{FF2B5EF4-FFF2-40B4-BE49-F238E27FC236}">
                <a16:creationId xmlns:a16="http://schemas.microsoft.com/office/drawing/2014/main" id="{00049A03-BD1E-39A4-5BFF-0570E4EA7B65}"/>
              </a:ext>
            </a:extLst>
          </p:cNvPr>
          <p:cNvSpPr/>
          <p:nvPr/>
        </p:nvSpPr>
        <p:spPr>
          <a:xfrm>
            <a:off x="7661233" y="3747771"/>
            <a:ext cx="47667" cy="55880"/>
          </a:xfrm>
          <a:prstGeom prst="ellipse">
            <a:avLst/>
          </a:prstGeom>
          <a:ln>
            <a:solidFill>
              <a:schemeClr val="tx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sp>
        <p:nvSpPr>
          <p:cNvPr id="98" name="Ellipse 97">
            <a:extLst>
              <a:ext uri="{FF2B5EF4-FFF2-40B4-BE49-F238E27FC236}">
                <a16:creationId xmlns:a16="http://schemas.microsoft.com/office/drawing/2014/main" id="{20925232-6F81-A535-6B5B-49D6234606A0}"/>
              </a:ext>
            </a:extLst>
          </p:cNvPr>
          <p:cNvSpPr/>
          <p:nvPr/>
        </p:nvSpPr>
        <p:spPr>
          <a:xfrm>
            <a:off x="7654883" y="4363721"/>
            <a:ext cx="47667" cy="55880"/>
          </a:xfrm>
          <a:prstGeom prst="ellipse">
            <a:avLst/>
          </a:prstGeom>
          <a:ln>
            <a:solidFill>
              <a:schemeClr val="tx1"/>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de-DE"/>
          </a:p>
        </p:txBody>
      </p:sp>
      <p:cxnSp>
        <p:nvCxnSpPr>
          <p:cNvPr id="99" name="Verbinder: gewinkelt 98">
            <a:extLst>
              <a:ext uri="{FF2B5EF4-FFF2-40B4-BE49-F238E27FC236}">
                <a16:creationId xmlns:a16="http://schemas.microsoft.com/office/drawing/2014/main" id="{C72CDEAF-0A47-32F1-3086-603A9F97D2D8}"/>
              </a:ext>
            </a:extLst>
          </p:cNvPr>
          <p:cNvCxnSpPr>
            <a:cxnSpLocks/>
          </p:cNvCxnSpPr>
          <p:nvPr/>
        </p:nvCxnSpPr>
        <p:spPr>
          <a:xfrm>
            <a:off x="6762834" y="3065801"/>
            <a:ext cx="892049" cy="71839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Verbinder: gewinkelt 101">
            <a:extLst>
              <a:ext uri="{FF2B5EF4-FFF2-40B4-BE49-F238E27FC236}">
                <a16:creationId xmlns:a16="http://schemas.microsoft.com/office/drawing/2014/main" id="{8FFA3CB1-7016-B9F8-3CAF-950DCBC577C3}"/>
              </a:ext>
            </a:extLst>
          </p:cNvPr>
          <p:cNvCxnSpPr>
            <a:cxnSpLocks/>
            <a:stCxn id="85" idx="3"/>
            <a:endCxn id="98" idx="2"/>
          </p:cNvCxnSpPr>
          <p:nvPr/>
        </p:nvCxnSpPr>
        <p:spPr>
          <a:xfrm flipV="1">
            <a:off x="6769543" y="4391661"/>
            <a:ext cx="885340" cy="162671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238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5730A-98C6-7512-306D-27F04D595C8D}"/>
            </a:ext>
          </a:extLst>
        </p:cNvPr>
        <p:cNvGrpSpPr/>
        <p:nvPr/>
      </p:nvGrpSpPr>
      <p:grpSpPr>
        <a:xfrm>
          <a:off x="0" y="0"/>
          <a:ext cx="0" cy="0"/>
          <a:chOff x="0" y="0"/>
          <a:chExt cx="0" cy="0"/>
        </a:xfrm>
      </p:grpSpPr>
      <p:sp>
        <p:nvSpPr>
          <p:cNvPr id="4" name="Datumsplatzhalter 3" hidden="1">
            <a:extLst>
              <a:ext uri="{FF2B5EF4-FFF2-40B4-BE49-F238E27FC236}">
                <a16:creationId xmlns:a16="http://schemas.microsoft.com/office/drawing/2014/main" id="{78E9B417-08C7-F3A1-5F5E-A074C00C0EEE}"/>
              </a:ext>
            </a:extLst>
          </p:cNvPr>
          <p:cNvSpPr>
            <a:spLocks noGrp="1"/>
          </p:cNvSpPr>
          <p:nvPr>
            <p:ph type="dt" sz="half" idx="4294967295"/>
          </p:nvPr>
        </p:nvSpPr>
        <p:spPr>
          <a:xfrm>
            <a:off x="7219200" y="696000"/>
            <a:ext cx="1920000" cy="192000"/>
          </a:xfrm>
        </p:spPr>
        <p:txBody>
          <a:bodyPr/>
          <a:lstStyle/>
          <a:p>
            <a:pPr>
              <a:spcAft>
                <a:spcPts val="600"/>
              </a:spcAft>
            </a:pPr>
            <a:r>
              <a:rPr lang="de-DE"/>
              <a:t>20.03.2017</a:t>
            </a:r>
          </a:p>
        </p:txBody>
      </p:sp>
      <p:sp>
        <p:nvSpPr>
          <p:cNvPr id="2" name="Textfeld 1">
            <a:extLst>
              <a:ext uri="{FF2B5EF4-FFF2-40B4-BE49-F238E27FC236}">
                <a16:creationId xmlns:a16="http://schemas.microsoft.com/office/drawing/2014/main" id="{732B8BFD-920A-9A73-97A8-DCF7BF49FE64}"/>
              </a:ext>
            </a:extLst>
          </p:cNvPr>
          <p:cNvSpPr txBox="1"/>
          <p:nvPr/>
        </p:nvSpPr>
        <p:spPr>
          <a:xfrm>
            <a:off x="2097914" y="905764"/>
            <a:ext cx="3893695" cy="400110"/>
          </a:xfrm>
          <a:prstGeom prst="rect">
            <a:avLst/>
          </a:prstGeom>
          <a:noFill/>
        </p:spPr>
        <p:txBody>
          <a:bodyPr wrap="none" rtlCol="0">
            <a:spAutoFit/>
          </a:bodyPr>
          <a:lstStyle/>
          <a:p>
            <a:r>
              <a:rPr lang="de-DE" sz="2000" b="1" dirty="0"/>
              <a:t>Handlungsempfehlung – kurzfristig</a:t>
            </a:r>
          </a:p>
        </p:txBody>
      </p:sp>
      <p:sp>
        <p:nvSpPr>
          <p:cNvPr id="6" name="Textfeld 5">
            <a:extLst>
              <a:ext uri="{FF2B5EF4-FFF2-40B4-BE49-F238E27FC236}">
                <a16:creationId xmlns:a16="http://schemas.microsoft.com/office/drawing/2014/main" id="{935132BF-C118-D485-AC6F-24A2A74E66B2}"/>
              </a:ext>
            </a:extLst>
          </p:cNvPr>
          <p:cNvSpPr txBox="1"/>
          <p:nvPr/>
        </p:nvSpPr>
        <p:spPr>
          <a:xfrm>
            <a:off x="2064511" y="1644924"/>
            <a:ext cx="7116424" cy="1754326"/>
          </a:xfrm>
          <a:prstGeom prst="rect">
            <a:avLst/>
          </a:prstGeom>
          <a:noFill/>
        </p:spPr>
        <p:txBody>
          <a:bodyPr wrap="square" rtlCol="0">
            <a:spAutoFit/>
          </a:bodyPr>
          <a:lstStyle/>
          <a:p>
            <a:pPr marL="342900" indent="-342900">
              <a:buFont typeface="Arial" panose="020B0604020202020204" pitchFamily="34" charset="0"/>
              <a:buChar char="•"/>
            </a:pPr>
            <a:r>
              <a:rPr lang="de-DE" dirty="0"/>
              <a:t>Auf keinen Fall „Eigenerfindungen“ verwenden, sondern strikt an Standards halten</a:t>
            </a:r>
          </a:p>
          <a:p>
            <a:pPr marL="342900" indent="-342900">
              <a:buFont typeface="Arial" panose="020B0604020202020204" pitchFamily="34" charset="0"/>
              <a:buChar char="•"/>
            </a:pPr>
            <a:r>
              <a:rPr lang="de-DE" dirty="0"/>
              <a:t>HTTP Header Signatur 9421 verwenden, da diese im schlimmsten Fall „alleine“ stehen könnte.</a:t>
            </a:r>
          </a:p>
          <a:p>
            <a:pPr marL="342900" indent="-342900">
              <a:buFont typeface="+mj-lt"/>
              <a:buAutoNum type="arabicPeriod"/>
            </a:pPr>
            <a:endParaRPr lang="de-DE" dirty="0"/>
          </a:p>
          <a:p>
            <a:pPr marL="342900" indent="-342900">
              <a:buFont typeface="+mj-lt"/>
              <a:buAutoNum type="arabicPeriod"/>
            </a:pPr>
            <a:endParaRPr lang="de-DE" dirty="0"/>
          </a:p>
        </p:txBody>
      </p:sp>
      <p:graphicFrame>
        <p:nvGraphicFramePr>
          <p:cNvPr id="3" name="Tabelle 2">
            <a:extLst>
              <a:ext uri="{FF2B5EF4-FFF2-40B4-BE49-F238E27FC236}">
                <a16:creationId xmlns:a16="http://schemas.microsoft.com/office/drawing/2014/main" id="{61393CE3-E79D-8E3C-646D-1BF67671CFE6}"/>
              </a:ext>
            </a:extLst>
          </p:cNvPr>
          <p:cNvGraphicFramePr>
            <a:graphicFrameLocks noGrp="1"/>
          </p:cNvGraphicFramePr>
          <p:nvPr>
            <p:extLst>
              <p:ext uri="{D42A27DB-BD31-4B8C-83A1-F6EECF244321}">
                <p14:modId xmlns:p14="http://schemas.microsoft.com/office/powerpoint/2010/main" val="1650999114"/>
              </p:ext>
            </p:extLst>
          </p:nvPr>
        </p:nvGraphicFramePr>
        <p:xfrm>
          <a:off x="1489206" y="3137189"/>
          <a:ext cx="8127999" cy="3093705"/>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707590741"/>
                    </a:ext>
                  </a:extLst>
                </a:gridCol>
                <a:gridCol w="2709333">
                  <a:extLst>
                    <a:ext uri="{9D8B030D-6E8A-4147-A177-3AD203B41FA5}">
                      <a16:colId xmlns:a16="http://schemas.microsoft.com/office/drawing/2014/main" val="539591543"/>
                    </a:ext>
                  </a:extLst>
                </a:gridCol>
                <a:gridCol w="2709333">
                  <a:extLst>
                    <a:ext uri="{9D8B030D-6E8A-4147-A177-3AD203B41FA5}">
                      <a16:colId xmlns:a16="http://schemas.microsoft.com/office/drawing/2014/main" val="3692773933"/>
                    </a:ext>
                  </a:extLst>
                </a:gridCol>
              </a:tblGrid>
              <a:tr h="317082">
                <a:tc>
                  <a:txBody>
                    <a:bodyPr/>
                    <a:lstStyle/>
                    <a:p>
                      <a:pPr>
                        <a:buNone/>
                      </a:pPr>
                      <a:r>
                        <a:rPr lang="de-DE" sz="1200" dirty="0"/>
                        <a:t>Kriterium</a:t>
                      </a:r>
                    </a:p>
                  </a:txBody>
                  <a:tcPr anchor="ctr"/>
                </a:tc>
                <a:tc>
                  <a:txBody>
                    <a:bodyPr/>
                    <a:lstStyle/>
                    <a:p>
                      <a:pPr>
                        <a:buNone/>
                      </a:pPr>
                      <a:r>
                        <a:rPr lang="de-DE" sz="1200" dirty="0"/>
                        <a:t>RFC 7515 JWS</a:t>
                      </a:r>
                    </a:p>
                  </a:txBody>
                  <a:tcPr anchor="ctr"/>
                </a:tc>
                <a:tc>
                  <a:txBody>
                    <a:bodyPr/>
                    <a:lstStyle/>
                    <a:p>
                      <a:pPr>
                        <a:buNone/>
                      </a:pPr>
                      <a:r>
                        <a:rPr lang="de-DE" sz="1200"/>
                        <a:t>RFC 9421 + RFC 9530</a:t>
                      </a:r>
                    </a:p>
                  </a:txBody>
                  <a:tcPr anchor="ctr"/>
                </a:tc>
                <a:extLst>
                  <a:ext uri="{0D108BD9-81ED-4DB2-BD59-A6C34878D82A}">
                    <a16:rowId xmlns:a16="http://schemas.microsoft.com/office/drawing/2014/main" val="2955267862"/>
                  </a:ext>
                </a:extLst>
              </a:tr>
              <a:tr h="317082">
                <a:tc>
                  <a:txBody>
                    <a:bodyPr/>
                    <a:lstStyle/>
                    <a:p>
                      <a:pPr>
                        <a:buNone/>
                      </a:pPr>
                      <a:r>
                        <a:rPr lang="de-DE" sz="1200"/>
                        <a:t>Entwickelt für</a:t>
                      </a:r>
                    </a:p>
                  </a:txBody>
                  <a:tcPr anchor="ctr"/>
                </a:tc>
                <a:tc>
                  <a:txBody>
                    <a:bodyPr/>
                    <a:lstStyle/>
                    <a:p>
                      <a:pPr>
                        <a:buNone/>
                      </a:pPr>
                      <a:r>
                        <a:rPr lang="de-DE" sz="1200"/>
                        <a:t>Token (2015)</a:t>
                      </a:r>
                    </a:p>
                  </a:txBody>
                  <a:tcPr anchor="ctr"/>
                </a:tc>
                <a:tc>
                  <a:txBody>
                    <a:bodyPr/>
                    <a:lstStyle/>
                    <a:p>
                      <a:pPr>
                        <a:buNone/>
                      </a:pPr>
                      <a:r>
                        <a:rPr lang="de-DE" sz="1200"/>
                        <a:t>HTTP-APIs (2024)</a:t>
                      </a:r>
                    </a:p>
                  </a:txBody>
                  <a:tcPr anchor="ctr"/>
                </a:tc>
                <a:extLst>
                  <a:ext uri="{0D108BD9-81ED-4DB2-BD59-A6C34878D82A}">
                    <a16:rowId xmlns:a16="http://schemas.microsoft.com/office/drawing/2014/main" val="2445258462"/>
                  </a:ext>
                </a:extLst>
              </a:tr>
              <a:tr h="317082">
                <a:tc>
                  <a:txBody>
                    <a:bodyPr/>
                    <a:lstStyle/>
                    <a:p>
                      <a:pPr>
                        <a:buNone/>
                      </a:pPr>
                      <a:r>
                        <a:rPr lang="de-DE" sz="1200"/>
                        <a:t>Signiert Methode + Pfad</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864632559"/>
                  </a:ext>
                </a:extLst>
              </a:tr>
              <a:tr h="317082">
                <a:tc>
                  <a:txBody>
                    <a:bodyPr/>
                    <a:lstStyle/>
                    <a:p>
                      <a:pPr>
                        <a:buNone/>
                      </a:pPr>
                      <a:r>
                        <a:rPr lang="de-DE" sz="1200"/>
                        <a:t>Signiert Header</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1035415764"/>
                  </a:ext>
                </a:extLst>
              </a:tr>
              <a:tr h="317082">
                <a:tc>
                  <a:txBody>
                    <a:bodyPr/>
                    <a:lstStyle/>
                    <a:p>
                      <a:pPr>
                        <a:buNone/>
                      </a:pPr>
                      <a:r>
                        <a:rPr lang="de-DE" sz="1200"/>
                        <a:t>Replay-Schutz</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3435324809"/>
                  </a:ext>
                </a:extLst>
              </a:tr>
              <a:tr h="317082">
                <a:tc>
                  <a:txBody>
                    <a:bodyPr/>
                    <a:lstStyle/>
                    <a:p>
                      <a:pPr>
                        <a:buNone/>
                      </a:pPr>
                      <a:r>
                        <a:rPr lang="de-DE" sz="1200"/>
                        <a:t>HTTP/2-nativ</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2965371041"/>
                  </a:ext>
                </a:extLst>
              </a:tr>
              <a:tr h="317082">
                <a:tc>
                  <a:txBody>
                    <a:bodyPr/>
                    <a:lstStyle/>
                    <a:p>
                      <a:pPr>
                        <a:buNone/>
                      </a:pPr>
                      <a:r>
                        <a:rPr lang="de-DE" sz="1200"/>
                        <a:t>Body-Signatur</a:t>
                      </a:r>
                    </a:p>
                  </a:txBody>
                  <a:tcPr anchor="ctr"/>
                </a:tc>
                <a:tc>
                  <a:txBody>
                    <a:bodyPr/>
                    <a:lstStyle/>
                    <a:p>
                      <a:pPr>
                        <a:buNone/>
                      </a:pPr>
                      <a:r>
                        <a:rPr lang="de-DE" sz="1200"/>
                        <a:t>direkt</a:t>
                      </a:r>
                    </a:p>
                  </a:txBody>
                  <a:tcPr anchor="ctr"/>
                </a:tc>
                <a:tc>
                  <a:txBody>
                    <a:bodyPr/>
                    <a:lstStyle/>
                    <a:p>
                      <a:pPr>
                        <a:buNone/>
                      </a:pPr>
                      <a:r>
                        <a:rPr lang="de-DE" sz="1200"/>
                        <a:t>über Content-Digest</a:t>
                      </a:r>
                    </a:p>
                  </a:txBody>
                  <a:tcPr anchor="ctr"/>
                </a:tc>
                <a:extLst>
                  <a:ext uri="{0D108BD9-81ED-4DB2-BD59-A6C34878D82A}">
                    <a16:rowId xmlns:a16="http://schemas.microsoft.com/office/drawing/2014/main" val="4251386901"/>
                  </a:ext>
                </a:extLst>
              </a:tr>
              <a:tr h="557049">
                <a:tc>
                  <a:txBody>
                    <a:bodyPr/>
                    <a:lstStyle/>
                    <a:p>
                      <a:pPr>
                        <a:buNone/>
                      </a:pPr>
                      <a:r>
                        <a:rPr lang="de-DE" sz="1200"/>
                        <a:t>Signatur ohne HTTP-Kontext gültig</a:t>
                      </a:r>
                    </a:p>
                  </a:txBody>
                  <a:tcPr anchor="ctr"/>
                </a:tc>
                <a:tc>
                  <a:txBody>
                    <a:bodyPr/>
                    <a:lstStyle/>
                    <a:p>
                      <a:pPr>
                        <a:buNone/>
                      </a:pPr>
                      <a:r>
                        <a:rPr lang="de-DE" sz="1200"/>
                        <a:t>✓</a:t>
                      </a:r>
                    </a:p>
                  </a:txBody>
                  <a:tcPr anchor="ctr"/>
                </a:tc>
                <a:tc>
                  <a:txBody>
                    <a:bodyPr/>
                    <a:lstStyle/>
                    <a:p>
                      <a:pPr>
                        <a:buNone/>
                      </a:pPr>
                      <a:r>
                        <a:rPr lang="de-DE" sz="1200"/>
                        <a:t>✗</a:t>
                      </a:r>
                    </a:p>
                  </a:txBody>
                  <a:tcPr anchor="ctr"/>
                </a:tc>
                <a:extLst>
                  <a:ext uri="{0D108BD9-81ED-4DB2-BD59-A6C34878D82A}">
                    <a16:rowId xmlns:a16="http://schemas.microsoft.com/office/drawing/2014/main" val="2519684722"/>
                  </a:ext>
                </a:extLst>
              </a:tr>
              <a:tr h="317082">
                <a:tc>
                  <a:txBody>
                    <a:bodyPr/>
                    <a:lstStyle/>
                    <a:p>
                      <a:pPr>
                        <a:buNone/>
                      </a:pPr>
                      <a:r>
                        <a:rPr lang="de-DE" sz="1200"/>
                        <a:t>Alter</a:t>
                      </a:r>
                    </a:p>
                  </a:txBody>
                  <a:tcPr anchor="ctr"/>
                </a:tc>
                <a:tc>
                  <a:txBody>
                    <a:bodyPr/>
                    <a:lstStyle/>
                    <a:p>
                      <a:pPr>
                        <a:buNone/>
                      </a:pPr>
                      <a:r>
                        <a:rPr lang="de-DE" sz="1200"/>
                        <a:t>9 Jahre</a:t>
                      </a:r>
                    </a:p>
                  </a:txBody>
                  <a:tcPr anchor="ctr"/>
                </a:tc>
                <a:tc>
                  <a:txBody>
                    <a:bodyPr/>
                    <a:lstStyle/>
                    <a:p>
                      <a:pPr>
                        <a:buNone/>
                      </a:pPr>
                      <a:r>
                        <a:rPr lang="de-DE" sz="1200" dirty="0"/>
                        <a:t>1 Jahr</a:t>
                      </a:r>
                    </a:p>
                  </a:txBody>
                  <a:tcPr anchor="ctr"/>
                </a:tc>
                <a:extLst>
                  <a:ext uri="{0D108BD9-81ED-4DB2-BD59-A6C34878D82A}">
                    <a16:rowId xmlns:a16="http://schemas.microsoft.com/office/drawing/2014/main" val="3308819350"/>
                  </a:ext>
                </a:extLst>
              </a:tr>
            </a:tbl>
          </a:graphicData>
        </a:graphic>
      </p:graphicFrame>
    </p:spTree>
    <p:extLst>
      <p:ext uri="{BB962C8B-B14F-4D97-AF65-F5344CB8AC3E}">
        <p14:creationId xmlns:p14="http://schemas.microsoft.com/office/powerpoint/2010/main" val="113940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SYOSWnLfzWwYJtl43_Ih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xn2mJp7nCMj5nEhqggY4f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0FJX2MC6Wnk_ryKeH2QRn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7ZNCR40kwDwY9PwKR6Qv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MY5d8xIHw4Jbg48ZxIQI_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kbJSupdYpJ_Z_a.u3ZOQo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_5A2SesgelsBFfgNXIU1I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f2VEAKuKbTLEeGRm1pTdv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vNZU7gIq9TRSHmnK4zU2G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6L0TePMPYOgTWWgviKww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CHx_.6ynf_Y64304muyOgA"/>
</p:tagLst>
</file>

<file path=ppt/theme/theme1.xml><?xml version="1.0" encoding="utf-8"?>
<a:theme xmlns:a="http://schemas.openxmlformats.org/drawingml/2006/main" name="ECON-Präsentationsvorlage_english">
  <a:themeElements>
    <a:clrScheme name="EON">
      <a:dk1>
        <a:srgbClr val="000000"/>
      </a:dk1>
      <a:lt1>
        <a:srgbClr val="FFFFFF"/>
      </a:lt1>
      <a:dk2>
        <a:srgbClr val="000000"/>
      </a:dk2>
      <a:lt2>
        <a:srgbClr val="FFFFFF"/>
      </a:lt2>
      <a:accent1>
        <a:srgbClr val="EA1C0A"/>
      </a:accent1>
      <a:accent2>
        <a:srgbClr val="B00402"/>
      </a:accent2>
      <a:accent3>
        <a:srgbClr val="5CC1CB"/>
      </a:accent3>
      <a:accent4>
        <a:srgbClr val="E3E000"/>
      </a:accent4>
      <a:accent5>
        <a:srgbClr val="C44341"/>
      </a:accent5>
      <a:accent6>
        <a:srgbClr val="85D1D8"/>
      </a:accent6>
      <a:hlink>
        <a:srgbClr val="0000FF"/>
      </a:hlink>
      <a:folHlink>
        <a:srgbClr val="800080"/>
      </a:folHlink>
    </a:clrScheme>
    <a:fontScheme name="EON Brix Sans">
      <a:majorFont>
        <a:latin typeface="EON Brix Sans Black"/>
        <a:ea typeface=""/>
        <a:cs typeface=""/>
      </a:majorFont>
      <a:minorFont>
        <a:latin typeface="EON Brix 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a:defPPr>
      </a:lst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EON">
        <a:dk1>
          <a:srgbClr val="000000"/>
        </a:dk1>
        <a:lt1>
          <a:srgbClr val="FFFFFF"/>
        </a:lt1>
        <a:dk2>
          <a:srgbClr val="000000"/>
        </a:dk2>
        <a:lt2>
          <a:srgbClr val="FFFFFF"/>
        </a:lt2>
        <a:accent1>
          <a:srgbClr val="EA1C0A"/>
        </a:accent1>
        <a:accent2>
          <a:srgbClr val="B00402"/>
        </a:accent2>
        <a:accent3>
          <a:srgbClr val="5CC1CB"/>
        </a:accent3>
        <a:accent4>
          <a:srgbClr val="E3E000"/>
        </a:accent4>
        <a:accent5>
          <a:srgbClr val="C44341"/>
        </a:accent5>
        <a:accent6>
          <a:srgbClr val="85D1D8"/>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custClrLst>
    <a:custClr name=" ">
      <a:srgbClr val="FFFFFF"/>
    </a:custClr>
    <a:custClr name=" ">
      <a:srgbClr val="FFFFFF"/>
    </a:custClr>
    <a:custClr name=" ">
      <a:srgbClr val="FFFFFF"/>
    </a:custClr>
    <a:custClr name=" ">
      <a:srgbClr val="FFFFFF"/>
    </a:custClr>
    <a:custClr name=" ">
      <a:srgbClr val="FFFFFF"/>
    </a:custClr>
    <a:custClr name="Bordeaux 75%">
      <a:srgbClr val="C44341"/>
    </a:custClr>
    <a:custClr name="Turquoise 75%">
      <a:srgbClr val="85D1D8"/>
    </a:custClr>
    <a:custClr name="Yellow 75%">
      <a:srgbClr val="EAE840"/>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Bordeaux 50%">
      <a:srgbClr val="D78180"/>
    </a:custClr>
    <a:custClr name="Turquoise 50%">
      <a:srgbClr val="ADE0E5"/>
    </a:custClr>
    <a:custClr name="Yellow 50%">
      <a:srgbClr val="F1EF7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Bordeaux 25%">
      <a:srgbClr val="EBC0C0"/>
    </a:custClr>
    <a:custClr name="Turquoise 25%">
      <a:srgbClr val="D6EFF2"/>
    </a:custClr>
    <a:custClr name="Yellow 25%">
      <a:srgbClr val="F8F7BF"/>
    </a:custClr>
    <a:custClr name=" ">
      <a:srgbClr val="FFFFFF"/>
    </a:custClr>
    <a:custClr name=" ">
      <a:srgbClr val="FFFFFF"/>
    </a:custClr>
  </a:custClr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estnetz_DE_16:9">
  <a:themeElements>
    <a:clrScheme name="Benutzerdefiniert 109">
      <a:dk1>
        <a:sysClr val="windowText" lastClr="000000"/>
      </a:dk1>
      <a:lt1>
        <a:sysClr val="window" lastClr="FFFFFF"/>
      </a:lt1>
      <a:dk2>
        <a:srgbClr val="3C3732"/>
      </a:dk2>
      <a:lt2>
        <a:srgbClr val="ECEBEB"/>
      </a:lt2>
      <a:accent1>
        <a:srgbClr val="F59B00"/>
      </a:accent1>
      <a:accent2>
        <a:srgbClr val="C81E82"/>
      </a:accent2>
      <a:accent3>
        <a:srgbClr val="009BA5"/>
      </a:accent3>
      <a:accent4>
        <a:srgbClr val="143C8C"/>
      </a:accent4>
      <a:accent5>
        <a:srgbClr val="EB4B0A"/>
      </a:accent5>
      <a:accent6>
        <a:srgbClr val="780A5F"/>
      </a:accent6>
      <a:hlink>
        <a:srgbClr val="143C8C"/>
      </a:hlink>
      <a:folHlink>
        <a:srgbClr val="00AAE1"/>
      </a:folHlink>
    </a:clrScheme>
    <a:fontScheme name="Activaero">
      <a:majorFont>
        <a:latin typeface="Calibri"/>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64B42D"/>
        </a:solidFill>
        <a:ln cap="sq">
          <a:noFill/>
          <a:miter lim="800000"/>
        </a:ln>
      </a:spPr>
      <a:bodyPr rot="0" spcFirstLastPara="0" vertOverflow="overflow" horzOverflow="overflow" vert="horz" wrap="square" lIns="216000" tIns="201600" rIns="180000" bIns="230400" numCol="1" spcCol="0" rtlCol="0" fromWordArt="0" anchor="t" anchorCtr="0" forceAA="0" compatLnSpc="1">
        <a:prstTxWarp prst="textNoShape">
          <a:avLst/>
        </a:prstTxWarp>
        <a:noAutofit/>
      </a:bodyPr>
      <a:lstStyle>
        <a:defPPr marL="0" indent="0" algn="l">
          <a:spcBef>
            <a:spcPts val="600"/>
          </a:spcBef>
          <a:buFont typeface="Arial" panose="020B0604020202020204" pitchFamily="34" charset="0"/>
          <a:buNone/>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333333"/>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marL="0" indent="0">
          <a:spcBef>
            <a:spcPts val="600"/>
          </a:spcBef>
          <a:buFont typeface="Arial" panose="020B0604020202020204" pitchFamily="34" charset="0"/>
          <a:buNone/>
          <a:defRPr sz="1600" dirty="0" err="1" smtClean="0"/>
        </a:defPPr>
      </a:lstStyle>
    </a:txDef>
  </a:objectDefaults>
  <a:extraClrSchemeLst/>
  <a:custClrLst>
    <a:custClr>
      <a:srgbClr val="FFFFFF"/>
    </a:custClr>
    <a:custClr name="Grey">
      <a:srgbClr val="3C3732"/>
    </a:custClr>
    <a:custClr name="Pulsing Purple Bright">
      <a:srgbClr val="C81E82"/>
    </a:custClr>
    <a:custClr name="Fiery Fuchsia Bright">
      <a:srgbClr val="E60055"/>
    </a:custClr>
    <a:custClr name="Radiant Red Bright">
      <a:srgbClr val="EB4B0A"/>
    </a:custClr>
    <a:custClr name="Mellow Yellow Bright">
      <a:srgbClr val="F59B00"/>
    </a:custClr>
    <a:custClr name="Galvanic Green Bright">
      <a:srgbClr val="64B42D"/>
    </a:custClr>
    <a:custClr name="Blazing Blue Bright">
      <a:srgbClr val="009BA5"/>
    </a:custClr>
    <a:custClr name="Iridescent Indigo Bright">
      <a:srgbClr val="00AAE1"/>
    </a:custClr>
    <a:custClr>
      <a:srgbClr val="FFFFFF"/>
    </a:custClr>
    <a:custClr>
      <a:srgbClr val="FFFFFF"/>
    </a:custClr>
    <a:custClr name="Grey 80%">
      <a:srgbClr val="635F5B"/>
    </a:custClr>
    <a:custClr name="Pulsing Purple Muted">
      <a:srgbClr val="780A5F"/>
    </a:custClr>
    <a:custClr name="Fiery Fuchsia Muted">
      <a:srgbClr val="A50032"/>
    </a:custClr>
    <a:custClr name="Radiant Red Muted">
      <a:srgbClr val="B9280A"/>
    </a:custClr>
    <a:custClr name="Mellow Yellow Muted">
      <a:srgbClr val="D27300"/>
    </a:custClr>
    <a:custClr name="Galvanic Green Muted">
      <a:srgbClr val="00875A"/>
    </a:custClr>
    <a:custClr name="Blazing Blue Muted">
      <a:srgbClr val="005F69"/>
    </a:custClr>
    <a:custClr name="Iridescent Indigo Muted">
      <a:srgbClr val="143C8C"/>
    </a:custClr>
    <a:custClr>
      <a:srgbClr val="FFFFFF"/>
    </a:custClr>
    <a:custClr>
      <a:srgbClr val="FFFFFF"/>
    </a:custClr>
    <a:custClr name="Grey 60%">
      <a:srgbClr val="8A8784"/>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Grey 40%">
      <a:srgbClr val="B1AFAD"/>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Grey 20%">
      <a:srgbClr val="D8D7D6"/>
    </a:custClr>
    <a:custClr>
      <a:srgbClr val="FFFFFF"/>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Westnetz_16zu9_PPT_DE_scr04.potx" id="{28F09F20-A0F7-48DB-B063-27870BB244D9}" vid="{E0C94C62-1D7A-49F9-8981-3D50C979EDC9}"/>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Zuletztge_x00e4_ndert xmlns="34375c6f-b131-430f-b256-acbc8d1c09c8">
      <UserInfo>
        <DisplayName/>
        <AccountId xsi:nil="true"/>
        <AccountType/>
      </UserInfo>
    </Zuletztge_x00e4_ndert>
    <SharedWithUsers xmlns="fc6d1e43-aa48-4dcf-abbd-3ff0381bc751">
      <UserInfo>
        <DisplayName/>
        <AccountId xsi:nil="true"/>
        <AccountType/>
      </UserInfo>
    </SharedWithUsers>
    <lcf76f155ced4ddcb4097134ff3c332f xmlns="34375c6f-b131-430f-b256-acbc8d1c09c8">
      <Terms xmlns="http://schemas.microsoft.com/office/infopath/2007/PartnerControls"/>
    </lcf76f155ced4ddcb4097134ff3c332f>
    <TaxCatchAll xmlns="fc6d1e43-aa48-4dcf-abbd-3ff0381bc75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A6EA56ACDE0B749894AAA4CBE37ABD2" ma:contentTypeVersion="16" ma:contentTypeDescription="Create a new document." ma:contentTypeScope="" ma:versionID="f817c05d2da8a85244429a81fad21e19">
  <xsd:schema xmlns:xsd="http://www.w3.org/2001/XMLSchema" xmlns:xs="http://www.w3.org/2001/XMLSchema" xmlns:p="http://schemas.microsoft.com/office/2006/metadata/properties" xmlns:ns2="34375c6f-b131-430f-b256-acbc8d1c09c8" xmlns:ns3="fc6d1e43-aa48-4dcf-abbd-3ff0381bc751" targetNamespace="http://schemas.microsoft.com/office/2006/metadata/properties" ma:root="true" ma:fieldsID="d5cfd70c12cbaa7a0a9e990af669fc21" ns2:_="" ns3:_="">
    <xsd:import namespace="34375c6f-b131-430f-b256-acbc8d1c09c8"/>
    <xsd:import namespace="fc6d1e43-aa48-4dcf-abbd-3ff0381bc75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Zuletztge_x00e4_ndert"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3: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375c6f-b131-430f-b256-acbc8d1c09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Zuletztge_x00e4_ndert" ma:index="15" nillable="true" ma:displayName="Zuletzt geändert" ma:description="Zuletzt geändert" ma:format="Dropdown" ma:list="UserInfo" ma:SharePointGroup="0" ma:internalName="Zuletztge_x00e4_ndert">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d2bc115-f314-4df2-a102-4eef0e497872"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c6d1e43-aa48-4dcf-abbd-3ff0381bc75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dd77acd-6359-407a-9203-eed234cef0c8}" ma:internalName="TaxCatchAll" ma:showField="CatchAllData" ma:web="fc6d1e43-aa48-4dcf-abbd-3ff0381bc75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A9955CA-372D-4BD7-ACAF-8E28518A1E60}">
  <ds:schemaRef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fc6d1e43-aa48-4dcf-abbd-3ff0381bc751"/>
    <ds:schemaRef ds:uri="http://purl.org/dc/terms/"/>
    <ds:schemaRef ds:uri="http://www.w3.org/XML/1998/namespace"/>
    <ds:schemaRef ds:uri="34375c6f-b131-430f-b256-acbc8d1c09c8"/>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6E377736-B44F-413B-A2B1-E5C47865CAD8}">
  <ds:schemaRefs>
    <ds:schemaRef ds:uri="http://schemas.microsoft.com/sharepoint/v3/contenttype/forms"/>
  </ds:schemaRefs>
</ds:datastoreItem>
</file>

<file path=customXml/itemProps3.xml><?xml version="1.0" encoding="utf-8"?>
<ds:datastoreItem xmlns:ds="http://schemas.openxmlformats.org/officeDocument/2006/customXml" ds:itemID="{20304F78-6705-4F63-933D-53B0C6EE4D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375c6f-b131-430f-b256-acbc8d1c09c8"/>
    <ds:schemaRef ds:uri="fc6d1e43-aa48-4dcf-abbd-3ff0381bc7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734701f-0528-41cb-8f08-1cecd0e63a61}" enabled="1" method="Privileged" siteId="{b914a242-e718-443b-a47c-6b4c649d8c0a}" removed="0"/>
</clbl:labelList>
</file>

<file path=docProps/app.xml><?xml version="1.0" encoding="utf-8"?>
<Properties xmlns="http://schemas.openxmlformats.org/officeDocument/2006/extended-properties" xmlns:vt="http://schemas.openxmlformats.org/officeDocument/2006/docPropsVTypes">
  <TotalTime>0</TotalTime>
  <Words>2073</Words>
  <Application>Microsoft Office PowerPoint</Application>
  <PresentationFormat>Breitbild</PresentationFormat>
  <Paragraphs>350</Paragraphs>
  <Slides>12</Slides>
  <Notes>1</Notes>
  <HiddenSlides>1</HiddenSlides>
  <MMClips>0</MMClips>
  <ScaleCrop>false</ScaleCrop>
  <HeadingPairs>
    <vt:vector size="8" baseType="variant">
      <vt:variant>
        <vt:lpstr>Verwendete Schriftarten</vt:lpstr>
      </vt:variant>
      <vt:variant>
        <vt:i4>7</vt:i4>
      </vt:variant>
      <vt:variant>
        <vt:lpstr>Design</vt:lpstr>
      </vt:variant>
      <vt:variant>
        <vt:i4>3</vt:i4>
      </vt:variant>
      <vt:variant>
        <vt:lpstr>Eingebettete OLE-Server</vt:lpstr>
      </vt:variant>
      <vt:variant>
        <vt:i4>1</vt:i4>
      </vt:variant>
      <vt:variant>
        <vt:lpstr>Folientitel</vt:lpstr>
      </vt:variant>
      <vt:variant>
        <vt:i4>12</vt:i4>
      </vt:variant>
    </vt:vector>
  </HeadingPairs>
  <TitlesOfParts>
    <vt:vector size="23" baseType="lpstr">
      <vt:lpstr>Arial</vt:lpstr>
      <vt:lpstr>Calibri</vt:lpstr>
      <vt:lpstr>Calibri Light</vt:lpstr>
      <vt:lpstr>EON Brix Sans</vt:lpstr>
      <vt:lpstr>EON Brix Sans Black</vt:lpstr>
      <vt:lpstr>Symbol</vt:lpstr>
      <vt:lpstr>Wingdings</vt:lpstr>
      <vt:lpstr>ECON-Präsentationsvorlage_english</vt:lpstr>
      <vt:lpstr>Benutzerdefiniertes Design</vt:lpstr>
      <vt:lpstr>Westnetz_DE_16:9</vt:lpstr>
      <vt:lpstr>think-cell Folie</vt:lpstr>
      <vt:lpstr>  </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Initiative MakoX –  Übersicht &amp; aktueller Stand</dc:title>
  <dc:creator>E.ON;edgar.jung@elropro.de</dc:creator>
  <cp:lastModifiedBy>Edgar Jung</cp:lastModifiedBy>
  <cp:revision>280</cp:revision>
  <cp:lastPrinted>2023-11-09T12:38:35Z</cp:lastPrinted>
  <dcterms:created xsi:type="dcterms:W3CDTF">2023-06-01T07:25:36Z</dcterms:created>
  <dcterms:modified xsi:type="dcterms:W3CDTF">2026-06-25T09:52:47Z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0x010100DA6EA56ACDE0B749894AAA4CBE37ABD2</vt:lpwstr>
  </property>
  <property fmtid="{D5CDD505-2E9C-101B-9397-08002B2CF9AE}" pid="3" name="Order">
    <vt:r8>420200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MediaServiceImageTags">
    <vt:lpwstr/>
  </property>
</Properties>
</file>