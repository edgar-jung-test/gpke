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heme/theme4.xml" ContentType="application/vnd.openxmlformats-officedocument.them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28" r:id="rId5"/>
    <p:sldMasterId id="2147483685" r:id="rId6"/>
  </p:sldMasterIdLst>
  <p:notesMasterIdLst>
    <p:notesMasterId r:id="rId15"/>
  </p:notesMasterIdLst>
  <p:sldIdLst>
    <p:sldId id="2147375520" r:id="rId7"/>
    <p:sldId id="2147478932" r:id="rId8"/>
    <p:sldId id="2147478933" r:id="rId9"/>
    <p:sldId id="2147478938" r:id="rId10"/>
    <p:sldId id="2147478934" r:id="rId11"/>
    <p:sldId id="2147478935" r:id="rId12"/>
    <p:sldId id="2147478936" r:id="rId13"/>
    <p:sldId id="2147478937" r:id="rId14"/>
  </p:sldIdLst>
  <p:sldSz cx="12192000" cy="6858000"/>
  <p:notesSz cx="6797675" cy="9929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C118F54-28FB-B6CF-D358-9A9FEE811B5D}" name="Meyer, Sylvia" initials="SM" userId="S::S56106@eon.com::fd639b62-83d2-4f8e-95c8-3430417ea987" providerId="AD"/>
  <p188:author id="{00A944EF-B699-4874-FE24-DA141CA064D6}" name="Vobis Magurova, Zuzana" initials="ZV" userId="S::Z4389@eon.com::18cfeb36-2998-4879-9663-57bb8831276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6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885CD0-DDC1-469F-976C-48758EC7B80F}" type="datetimeFigureOut">
              <a:rPr lang="de-DE" smtClean="0"/>
              <a:t>22.03.2026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9C55FF-AB89-49ED-8C32-8EEEB9E4A3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9495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88022-2B66-4C3B-913E-DF7D5DD0D66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0315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Relationship Id="rId4" Type="http://schemas.openxmlformats.org/officeDocument/2006/relationships/image" Target="../media/image5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5.bin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0.jpg"/><Relationship Id="rId5" Type="http://schemas.openxmlformats.org/officeDocument/2006/relationships/image" Target="../media/image5.emf"/><Relationship Id="rId4" Type="http://schemas.openxmlformats.org/officeDocument/2006/relationships/oleObject" Target="../embeddings/oleObject6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0.jpg"/><Relationship Id="rId5" Type="http://schemas.openxmlformats.org/officeDocument/2006/relationships/image" Target="../media/image5.emf"/><Relationship Id="rId4" Type="http://schemas.openxmlformats.org/officeDocument/2006/relationships/oleObject" Target="../embeddings/oleObject7.bin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0.jpg"/><Relationship Id="rId5" Type="http://schemas.openxmlformats.org/officeDocument/2006/relationships/image" Target="../media/image5.emf"/><Relationship Id="rId4" Type="http://schemas.openxmlformats.org/officeDocument/2006/relationships/oleObject" Target="../embeddings/oleObject8.bin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0.jpg"/><Relationship Id="rId5" Type="http://schemas.openxmlformats.org/officeDocument/2006/relationships/image" Target="../media/image5.emf"/><Relationship Id="rId4" Type="http://schemas.openxmlformats.org/officeDocument/2006/relationships/oleObject" Target="../embeddings/oleObject9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0.bin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Relationship Id="rId4" Type="http://schemas.openxmlformats.org/officeDocument/2006/relationships/image" Target="../media/image5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0.jp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0.jp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less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088000" y="2097600"/>
            <a:ext cx="8016000" cy="1632000"/>
          </a:xfrm>
        </p:spPr>
        <p:txBody>
          <a:bodyPr anchor="b" anchorCtr="0">
            <a:noAutofit/>
          </a:bodyPr>
          <a:lstStyle>
            <a:lvl1pPr algn="r">
              <a:lnSpc>
                <a:spcPts val="6133"/>
              </a:lnSpc>
              <a:defRPr sz="6133" kern="100"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088000" y="3868800"/>
            <a:ext cx="8016000" cy="724800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Aft>
                <a:spcPts val="800"/>
              </a:spcAft>
              <a:buNone/>
              <a:defRPr sz="2533" kern="100" baseline="0">
                <a:solidFill>
                  <a:srgbClr val="EA1C0A"/>
                </a:solidFill>
                <a:latin typeface="+mj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184000" y="696000"/>
            <a:ext cx="1920000" cy="192000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20.03.2017</a:t>
            </a:r>
          </a:p>
        </p:txBody>
      </p:sp>
      <p:grpSp>
        <p:nvGrpSpPr>
          <p:cNvPr id="10" name="Gruppieren 9"/>
          <p:cNvGrpSpPr/>
          <p:nvPr userDrawn="1"/>
        </p:nvGrpSpPr>
        <p:grpSpPr>
          <a:xfrm>
            <a:off x="10632000" y="0"/>
            <a:ext cx="1560000" cy="6859200"/>
            <a:chOff x="7974000" y="0"/>
            <a:chExt cx="1170000" cy="5144400"/>
          </a:xfrm>
        </p:grpSpPr>
        <p:sp>
          <p:nvSpPr>
            <p:cNvPr id="7" name="Rechteck 6"/>
            <p:cNvSpPr/>
            <p:nvPr userDrawn="1"/>
          </p:nvSpPr>
          <p:spPr>
            <a:xfrm>
              <a:off x="8920800" y="0"/>
              <a:ext cx="223200" cy="5144400"/>
            </a:xfrm>
            <a:prstGeom prst="rect">
              <a:avLst/>
            </a:prstGeom>
            <a:solidFill>
              <a:srgbClr val="E3E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8" name="Rechteck 7"/>
            <p:cNvSpPr/>
            <p:nvPr userDrawn="1"/>
          </p:nvSpPr>
          <p:spPr>
            <a:xfrm>
              <a:off x="8352000" y="0"/>
              <a:ext cx="568800" cy="5144400"/>
            </a:xfrm>
            <a:prstGeom prst="rect">
              <a:avLst/>
            </a:prstGeom>
            <a:solidFill>
              <a:srgbClr val="EA1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9" name="Rechteck 8"/>
            <p:cNvSpPr/>
            <p:nvPr userDrawn="1"/>
          </p:nvSpPr>
          <p:spPr>
            <a:xfrm>
              <a:off x="7974000" y="0"/>
              <a:ext cx="378000" cy="5144400"/>
            </a:xfrm>
            <a:prstGeom prst="rect">
              <a:avLst/>
            </a:prstGeom>
            <a:solidFill>
              <a:srgbClr val="5CC1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  <p:pic>
        <p:nvPicPr>
          <p:cNvPr id="5" name="EON_Logo_r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601" y="4944000"/>
            <a:ext cx="2833169" cy="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82322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ful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08800" y="2097600"/>
            <a:ext cx="8016000" cy="1632000"/>
          </a:xfrm>
        </p:spPr>
        <p:txBody>
          <a:bodyPr anchor="b" anchorCtr="0">
            <a:noAutofit/>
          </a:bodyPr>
          <a:lstStyle>
            <a:lvl1pPr algn="r">
              <a:lnSpc>
                <a:spcPts val="6133"/>
              </a:lnSpc>
              <a:defRPr sz="6133" kern="100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08800" y="3868800"/>
            <a:ext cx="8016000" cy="724800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Aft>
                <a:spcPts val="800"/>
              </a:spcAft>
              <a:buNone/>
              <a:defRPr sz="2533" kern="100" baseline="0">
                <a:solidFill>
                  <a:srgbClr val="FFFFFF"/>
                </a:solidFill>
                <a:latin typeface="+mj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219200" y="696000"/>
            <a:ext cx="1920000" cy="192000"/>
          </a:xfrm>
        </p:spPr>
        <p:txBody>
          <a:bodyPr/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rPr lang="de-DE"/>
              <a:t>20.03.2017</a:t>
            </a:r>
          </a:p>
        </p:txBody>
      </p:sp>
      <p:grpSp>
        <p:nvGrpSpPr>
          <p:cNvPr id="11" name="Gruppieren 10"/>
          <p:cNvGrpSpPr/>
          <p:nvPr userDrawn="1"/>
        </p:nvGrpSpPr>
        <p:grpSpPr>
          <a:xfrm>
            <a:off x="0" y="0"/>
            <a:ext cx="12192000" cy="6859200"/>
            <a:chOff x="0" y="0"/>
            <a:chExt cx="9144000" cy="5144400"/>
          </a:xfrm>
        </p:grpSpPr>
        <p:sp>
          <p:nvSpPr>
            <p:cNvPr id="7" name="Rechteck 6"/>
            <p:cNvSpPr/>
            <p:nvPr userDrawn="1"/>
          </p:nvSpPr>
          <p:spPr>
            <a:xfrm>
              <a:off x="0" y="0"/>
              <a:ext cx="223200" cy="5144400"/>
            </a:xfrm>
            <a:prstGeom prst="rect">
              <a:avLst/>
            </a:prstGeom>
            <a:solidFill>
              <a:srgbClr val="E3E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8" name="Rechteck 7"/>
            <p:cNvSpPr/>
            <p:nvPr userDrawn="1"/>
          </p:nvSpPr>
          <p:spPr>
            <a:xfrm>
              <a:off x="7786800" y="0"/>
              <a:ext cx="1357200" cy="5144400"/>
            </a:xfrm>
            <a:prstGeom prst="rect">
              <a:avLst/>
            </a:prstGeom>
            <a:solidFill>
              <a:srgbClr val="EA1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9" name="Rechteck 8"/>
            <p:cNvSpPr/>
            <p:nvPr userDrawn="1"/>
          </p:nvSpPr>
          <p:spPr>
            <a:xfrm>
              <a:off x="7218000" y="0"/>
              <a:ext cx="568800" cy="5144400"/>
            </a:xfrm>
            <a:prstGeom prst="rect">
              <a:avLst/>
            </a:prstGeom>
            <a:solidFill>
              <a:srgbClr val="5CC1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  <p:pic>
        <p:nvPicPr>
          <p:cNvPr id="6" name="EON_Logo_w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801" y="4944000"/>
            <a:ext cx="2833169" cy="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7014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0" y="0"/>
            <a:ext cx="12192000" cy="6859200"/>
            <a:chOff x="0" y="0"/>
            <a:chExt cx="9144000" cy="5144400"/>
          </a:xfrm>
        </p:grpSpPr>
        <p:sp>
          <p:nvSpPr>
            <p:cNvPr id="7" name="Rechteck 6"/>
            <p:cNvSpPr/>
            <p:nvPr userDrawn="1"/>
          </p:nvSpPr>
          <p:spPr>
            <a:xfrm>
              <a:off x="8920800" y="0"/>
              <a:ext cx="223200" cy="5144400"/>
            </a:xfrm>
            <a:prstGeom prst="rect">
              <a:avLst/>
            </a:prstGeom>
            <a:solidFill>
              <a:srgbClr val="E3E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8" name="Rechteck 7"/>
            <p:cNvSpPr/>
            <p:nvPr userDrawn="1"/>
          </p:nvSpPr>
          <p:spPr>
            <a:xfrm>
              <a:off x="6649200" y="0"/>
              <a:ext cx="2271600" cy="5144400"/>
            </a:xfrm>
            <a:prstGeom prst="rect">
              <a:avLst/>
            </a:prstGeom>
            <a:solidFill>
              <a:srgbClr val="EA1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9" name="Rechteck 8"/>
            <p:cNvSpPr/>
            <p:nvPr userDrawn="1"/>
          </p:nvSpPr>
          <p:spPr>
            <a:xfrm>
              <a:off x="0" y="0"/>
              <a:ext cx="601200" cy="5144400"/>
            </a:xfrm>
            <a:prstGeom prst="rect">
              <a:avLst/>
            </a:prstGeom>
            <a:solidFill>
              <a:srgbClr val="5CC1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01" y="-1"/>
            <a:ext cx="8077940" cy="68592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305600" y="2097600"/>
            <a:ext cx="7060800" cy="1632000"/>
          </a:xfrm>
        </p:spPr>
        <p:txBody>
          <a:bodyPr anchor="b" anchorCtr="0">
            <a:noAutofit/>
          </a:bodyPr>
          <a:lstStyle>
            <a:lvl1pPr algn="r">
              <a:lnSpc>
                <a:spcPts val="6133"/>
              </a:lnSpc>
              <a:defRPr sz="6133" kern="100"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05600" y="3868800"/>
            <a:ext cx="7060800" cy="724800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Aft>
                <a:spcPts val="800"/>
              </a:spcAft>
              <a:buNone/>
              <a:defRPr sz="2533" kern="100" baseline="0">
                <a:solidFill>
                  <a:srgbClr val="EA1C0A"/>
                </a:solidFill>
                <a:latin typeface="+mj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460800" y="696000"/>
            <a:ext cx="1920000" cy="192000"/>
          </a:xfrm>
        </p:spPr>
        <p:txBody>
          <a:bodyPr/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rPr lang="de-DE"/>
              <a:t>20.03.2017</a:t>
            </a:r>
          </a:p>
        </p:txBody>
      </p:sp>
      <p:pic>
        <p:nvPicPr>
          <p:cNvPr id="5" name="EON_Logo_r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401" y="4944000"/>
            <a:ext cx="2833169" cy="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1962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20.03.2017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190239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9A0CEB-794D-71CA-7855-7EF5463FE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C107522-EDB1-B96F-A1AA-C134CEC7C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20.03.2017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686EE0-50E0-FA4F-EA07-8BD93A86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C07E1F-8769-98A8-CFC7-EFB7B01C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797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3FDA39-FDE0-5C71-3168-F4BA2317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69227A8-9AFB-01D6-AFCC-76D165E89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20.03.2017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D043AA-A4D9-03F4-C979-4FAAA352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6AE244-B8C4-E6F8-979F-39B3D1E1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6168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Conten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04000" y="1828800"/>
            <a:ext cx="5424000" cy="4065600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64000" y="1828800"/>
            <a:ext cx="5424000" cy="4065600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20.03.2017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8749918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04000" y="1828800"/>
            <a:ext cx="3504000" cy="4065600"/>
          </a:xfrm>
        </p:spPr>
        <p:txBody>
          <a:bodyPr>
            <a:noAutofit/>
          </a:bodyPr>
          <a:lstStyle>
            <a:lvl1pPr>
              <a:lnSpc>
                <a:spcPts val="1833"/>
              </a:lnSpc>
              <a:defRPr sz="1467"/>
            </a:lvl1pPr>
            <a:lvl2pPr>
              <a:lnSpc>
                <a:spcPts val="1833"/>
              </a:lnSpc>
              <a:defRPr sz="1467"/>
            </a:lvl2pPr>
            <a:lvl3pPr>
              <a:lnSpc>
                <a:spcPts val="1833"/>
              </a:lnSpc>
              <a:defRPr sz="1467"/>
            </a:lvl3pPr>
            <a:lvl4pPr>
              <a:lnSpc>
                <a:spcPts val="1833"/>
              </a:lnSpc>
              <a:defRPr sz="1467"/>
            </a:lvl4pPr>
            <a:lvl5pPr>
              <a:lnSpc>
                <a:spcPts val="1833"/>
              </a:lnSpc>
              <a:defRPr sz="14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344000" y="1828800"/>
            <a:ext cx="3504000" cy="4065600"/>
          </a:xfrm>
        </p:spPr>
        <p:txBody>
          <a:bodyPr>
            <a:noAutofit/>
          </a:bodyPr>
          <a:lstStyle>
            <a:lvl1pPr>
              <a:lnSpc>
                <a:spcPts val="1833"/>
              </a:lnSpc>
              <a:defRPr sz="1467"/>
            </a:lvl1pPr>
            <a:lvl2pPr>
              <a:lnSpc>
                <a:spcPts val="1833"/>
              </a:lnSpc>
              <a:defRPr sz="1467"/>
            </a:lvl2pPr>
            <a:lvl3pPr>
              <a:lnSpc>
                <a:spcPts val="1833"/>
              </a:lnSpc>
              <a:defRPr sz="1467"/>
            </a:lvl3pPr>
            <a:lvl4pPr>
              <a:lnSpc>
                <a:spcPts val="1833"/>
              </a:lnSpc>
              <a:defRPr sz="1467"/>
            </a:lvl4pPr>
            <a:lvl5pPr>
              <a:lnSpc>
                <a:spcPts val="1833"/>
              </a:lnSpc>
              <a:defRPr sz="14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20.03.2017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Inhaltsplatzhalter 3"/>
          <p:cNvSpPr>
            <a:spLocks noGrp="1"/>
          </p:cNvSpPr>
          <p:nvPr>
            <p:ph sz="half" idx="13"/>
          </p:nvPr>
        </p:nvSpPr>
        <p:spPr>
          <a:xfrm>
            <a:off x="8188800" y="1828800"/>
            <a:ext cx="3504000" cy="4065600"/>
          </a:xfrm>
        </p:spPr>
        <p:txBody>
          <a:bodyPr>
            <a:noAutofit/>
          </a:bodyPr>
          <a:lstStyle>
            <a:lvl1pPr>
              <a:lnSpc>
                <a:spcPts val="1833"/>
              </a:lnSpc>
              <a:defRPr sz="1467"/>
            </a:lvl1pPr>
            <a:lvl2pPr>
              <a:lnSpc>
                <a:spcPts val="1833"/>
              </a:lnSpc>
              <a:defRPr sz="1467"/>
            </a:lvl2pPr>
            <a:lvl3pPr>
              <a:lnSpc>
                <a:spcPts val="1833"/>
              </a:lnSpc>
              <a:defRPr sz="1467"/>
            </a:lvl3pPr>
            <a:lvl4pPr>
              <a:lnSpc>
                <a:spcPts val="1833"/>
              </a:lnSpc>
              <a:defRPr sz="1467"/>
            </a:lvl4pPr>
            <a:lvl5pPr>
              <a:lnSpc>
                <a:spcPts val="1833"/>
              </a:lnSpc>
              <a:defRPr sz="14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81363892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03767" y="1828800"/>
            <a:ext cx="7344000" cy="45317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20.03.2017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8184000" y="1828800"/>
            <a:ext cx="3504000" cy="3504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Textplatzhalter 4"/>
          <p:cNvSpPr>
            <a:spLocks noGrp="1"/>
          </p:cNvSpPr>
          <p:nvPr>
            <p:ph type="body" sz="half" idx="3" hasCustomPrompt="1"/>
          </p:nvPr>
        </p:nvSpPr>
        <p:spPr>
          <a:xfrm>
            <a:off x="8184000" y="5414400"/>
            <a:ext cx="3504000" cy="480000"/>
          </a:xfrm>
        </p:spPr>
        <p:txBody>
          <a:bodyPr anchor="b" anchorCtr="0">
            <a:noAutofit/>
          </a:bodyPr>
          <a:lstStyle>
            <a:lvl1pPr>
              <a:defRPr sz="1200">
                <a:solidFill>
                  <a:srgbClr val="B00402"/>
                </a:solidFill>
              </a:defRPr>
            </a:lvl1pPr>
            <a:lvl2pPr>
              <a:defRPr sz="1200">
                <a:solidFill>
                  <a:srgbClr val="B00402"/>
                </a:solidFill>
              </a:defRPr>
            </a:lvl2pPr>
            <a:lvl3pPr>
              <a:defRPr sz="1200">
                <a:solidFill>
                  <a:srgbClr val="B00402"/>
                </a:solidFill>
              </a:defRPr>
            </a:lvl3pPr>
            <a:lvl4pPr>
              <a:defRPr sz="1200">
                <a:solidFill>
                  <a:srgbClr val="B00402"/>
                </a:solidFill>
              </a:defRPr>
            </a:lvl4pPr>
            <a:lvl5pPr>
              <a:defRPr sz="1200">
                <a:solidFill>
                  <a:srgbClr val="B00402"/>
                </a:solidFill>
              </a:defRPr>
            </a:lvl5pPr>
          </a:lstStyle>
          <a:p>
            <a:pPr lvl="0"/>
            <a:r>
              <a:rPr lang="de-DE"/>
              <a:t>Additional </a:t>
            </a:r>
            <a:r>
              <a:rPr lang="de-DE" err="1"/>
              <a:t>information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3238236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mediu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184000" y="1828800"/>
            <a:ext cx="3504000" cy="3504000"/>
          </a:xfrm>
        </p:spPr>
        <p:txBody>
          <a:bodyPr/>
          <a:lstStyle>
            <a:lvl1pPr>
              <a:lnSpc>
                <a:spcPts val="1833"/>
              </a:lnSpc>
              <a:defRPr sz="1467"/>
            </a:lvl1pPr>
            <a:lvl2pPr>
              <a:lnSpc>
                <a:spcPts val="1833"/>
              </a:lnSpc>
              <a:defRPr sz="1467"/>
            </a:lvl2pPr>
            <a:lvl3pPr>
              <a:lnSpc>
                <a:spcPts val="1833"/>
              </a:lnSpc>
              <a:defRPr sz="1467"/>
            </a:lvl3pPr>
            <a:lvl4pPr>
              <a:lnSpc>
                <a:spcPts val="1833"/>
              </a:lnSpc>
              <a:defRPr sz="1467"/>
            </a:lvl4pPr>
            <a:lvl5pPr>
              <a:lnSpc>
                <a:spcPts val="1833"/>
              </a:lnSpc>
              <a:defRPr sz="1467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20.03.2017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0" y="1828800"/>
            <a:ext cx="7848000" cy="5030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Textplatzhalter 4"/>
          <p:cNvSpPr>
            <a:spLocks noGrp="1"/>
          </p:cNvSpPr>
          <p:nvPr>
            <p:ph type="body" sz="half" idx="3" hasCustomPrompt="1"/>
          </p:nvPr>
        </p:nvSpPr>
        <p:spPr>
          <a:xfrm>
            <a:off x="8184000" y="5414400"/>
            <a:ext cx="3504000" cy="480000"/>
          </a:xfrm>
        </p:spPr>
        <p:txBody>
          <a:bodyPr anchor="b" anchorCtr="0">
            <a:noAutofit/>
          </a:bodyPr>
          <a:lstStyle>
            <a:lvl1pPr>
              <a:defRPr sz="1200">
                <a:solidFill>
                  <a:srgbClr val="B00402"/>
                </a:solidFill>
              </a:defRPr>
            </a:lvl1pPr>
            <a:lvl2pPr>
              <a:defRPr sz="1200">
                <a:solidFill>
                  <a:srgbClr val="B00402"/>
                </a:solidFill>
              </a:defRPr>
            </a:lvl2pPr>
            <a:lvl3pPr>
              <a:defRPr sz="1200">
                <a:solidFill>
                  <a:srgbClr val="B00402"/>
                </a:solidFill>
              </a:defRPr>
            </a:lvl3pPr>
            <a:lvl4pPr>
              <a:defRPr sz="1200">
                <a:solidFill>
                  <a:srgbClr val="B00402"/>
                </a:solidFill>
              </a:defRPr>
            </a:lvl4pPr>
            <a:lvl5pPr>
              <a:defRPr sz="1200">
                <a:solidFill>
                  <a:srgbClr val="B00402"/>
                </a:solidFill>
              </a:defRPr>
            </a:lvl5pPr>
          </a:lstStyle>
          <a:p>
            <a:pPr lvl="0"/>
            <a:r>
              <a:rPr lang="de-DE"/>
              <a:t>Additional </a:t>
            </a:r>
            <a:r>
              <a:rPr lang="de-DE" err="1"/>
              <a:t>information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034542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20.03.2017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0" y="1828800"/>
            <a:ext cx="12192000" cy="5030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960906151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AndTx" preserve="1">
  <p:cSld name="Graph/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503767" y="1828799"/>
            <a:ext cx="7344000" cy="45312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8184000" y="1828800"/>
            <a:ext cx="3504000" cy="3504000"/>
          </a:xfrm>
        </p:spPr>
        <p:txBody>
          <a:bodyPr/>
          <a:lstStyle>
            <a:lvl1pPr>
              <a:lnSpc>
                <a:spcPts val="1833"/>
              </a:lnSpc>
              <a:defRPr sz="1467"/>
            </a:lvl1pPr>
            <a:lvl2pPr>
              <a:lnSpc>
                <a:spcPts val="1833"/>
              </a:lnSpc>
              <a:defRPr sz="1467"/>
            </a:lvl2pPr>
            <a:lvl3pPr>
              <a:lnSpc>
                <a:spcPts val="1833"/>
              </a:lnSpc>
              <a:defRPr sz="1467"/>
            </a:lvl3pPr>
            <a:lvl4pPr>
              <a:lnSpc>
                <a:spcPts val="1833"/>
              </a:lnSpc>
              <a:defRPr sz="1467"/>
            </a:lvl4pPr>
            <a:lvl5pPr>
              <a:lnSpc>
                <a:spcPts val="1833"/>
              </a:lnSpc>
              <a:defRPr sz="1467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half" idx="3" hasCustomPrompt="1"/>
          </p:nvPr>
        </p:nvSpPr>
        <p:spPr>
          <a:xfrm>
            <a:off x="8184000" y="5414400"/>
            <a:ext cx="3504000" cy="480000"/>
          </a:xfrm>
        </p:spPr>
        <p:txBody>
          <a:bodyPr anchor="b" anchorCtr="0">
            <a:noAutofit/>
          </a:bodyPr>
          <a:lstStyle>
            <a:lvl1pPr>
              <a:defRPr sz="1200">
                <a:solidFill>
                  <a:srgbClr val="B00402"/>
                </a:solidFill>
              </a:defRPr>
            </a:lvl1pPr>
            <a:lvl2pPr>
              <a:defRPr sz="1200">
                <a:solidFill>
                  <a:srgbClr val="B00402"/>
                </a:solidFill>
              </a:defRPr>
            </a:lvl2pPr>
            <a:lvl3pPr>
              <a:defRPr sz="1200">
                <a:solidFill>
                  <a:srgbClr val="B00402"/>
                </a:solidFill>
              </a:defRPr>
            </a:lvl3pPr>
            <a:lvl4pPr>
              <a:defRPr sz="1200">
                <a:solidFill>
                  <a:srgbClr val="B00402"/>
                </a:solidFill>
              </a:defRPr>
            </a:lvl4pPr>
            <a:lvl5pPr>
              <a:defRPr sz="1200">
                <a:solidFill>
                  <a:srgbClr val="B00402"/>
                </a:solidFill>
              </a:defRPr>
            </a:lvl5pPr>
          </a:lstStyle>
          <a:p>
            <a:pPr lvl="0"/>
            <a:r>
              <a:rPr lang="de-DE"/>
              <a:t>Additional </a:t>
            </a:r>
            <a:r>
              <a:rPr lang="de-DE" err="1"/>
              <a:t>information</a:t>
            </a:r>
            <a:endParaRPr lang="de-DE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20.03.2017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353443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usto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20.03.2017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0489868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20.03.2017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0074627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1 colum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4000" y="1828800"/>
            <a:ext cx="7344000" cy="4065600"/>
          </a:xfrm>
        </p:spPr>
        <p:txBody>
          <a:bodyPr/>
          <a:lstStyle>
            <a:lvl1pPr marL="474121" indent="-474121">
              <a:spcAft>
                <a:spcPts val="1333"/>
              </a:spcAft>
              <a:buFont typeface="+mj-lt"/>
              <a:buAutoNum type="arabicPeriod"/>
              <a:defRPr>
                <a:latin typeface="+mj-lt"/>
              </a:defRPr>
            </a:lvl1pPr>
            <a:lvl2pPr marL="723882" indent="-249760">
              <a:spcAft>
                <a:spcPts val="1333"/>
              </a:spcAft>
              <a:defRPr>
                <a:latin typeface="+mj-lt"/>
              </a:defRPr>
            </a:lvl2pPr>
            <a:lvl3pPr marL="960943" indent="-237061">
              <a:spcAft>
                <a:spcPts val="1333"/>
              </a:spcAft>
              <a:defRPr>
                <a:latin typeface="+mj-lt"/>
              </a:defRPr>
            </a:lvl3pPr>
            <a:lvl4pPr marL="1198003" indent="-237061">
              <a:spcAft>
                <a:spcPts val="1333"/>
              </a:spcAft>
              <a:defRPr>
                <a:latin typeface="+mj-lt"/>
              </a:defRPr>
            </a:lvl4pPr>
            <a:lvl5pPr marL="1435064" indent="-237061">
              <a:spcAft>
                <a:spcPts val="1333"/>
              </a:spcAft>
              <a:defRPr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3419541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2 column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A1C0A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04000" y="1828800"/>
            <a:ext cx="5424000" cy="3120000"/>
          </a:xfrm>
        </p:spPr>
        <p:txBody>
          <a:bodyPr>
            <a:noAutofit/>
          </a:bodyPr>
          <a:lstStyle>
            <a:lvl1pPr marL="474121" indent="-474121">
              <a:spcAft>
                <a:spcPts val="1333"/>
              </a:spcAft>
              <a:buFont typeface="+mj-lt"/>
              <a:buAutoNum type="arabicPeriod"/>
              <a:defRPr sz="1867">
                <a:solidFill>
                  <a:srgbClr val="000000"/>
                </a:solidFill>
                <a:latin typeface="+mj-lt"/>
              </a:defRPr>
            </a:lvl1pPr>
            <a:lvl2pPr marL="723882" indent="-249760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2pPr>
            <a:lvl3pPr marL="960943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3pPr>
            <a:lvl4pPr marL="1198003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4pPr>
            <a:lvl5pPr marL="1435064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64000" y="1828800"/>
            <a:ext cx="5424000" cy="3120000"/>
          </a:xfrm>
        </p:spPr>
        <p:txBody>
          <a:bodyPr>
            <a:noAutofit/>
          </a:bodyPr>
          <a:lstStyle>
            <a:lvl1pPr marL="474121" indent="-474121">
              <a:spcAft>
                <a:spcPts val="1333"/>
              </a:spcAft>
              <a:buFont typeface="+mj-lt"/>
              <a:buAutoNum type="arabicPeriod"/>
              <a:defRPr sz="1867">
                <a:solidFill>
                  <a:srgbClr val="000000"/>
                </a:solidFill>
                <a:latin typeface="+mj-lt"/>
              </a:defRPr>
            </a:lvl1pPr>
            <a:lvl2pPr marL="723882" indent="-249760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2pPr>
            <a:lvl3pPr marL="960943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3pPr>
            <a:lvl4pPr marL="1198003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4pPr>
            <a:lvl5pPr marL="1435064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de-DE"/>
          </a:p>
        </p:txBody>
      </p:sp>
      <p:pic>
        <p:nvPicPr>
          <p:cNvPr id="7" name="EON_Logo_r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001" y="5764800"/>
            <a:ext cx="2072260" cy="6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09924"/>
      </p:ext>
    </p:extLst>
  </p:cSld>
  <p:clrMapOvr>
    <a:masterClrMapping/>
  </p:clrMapOvr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3 column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A1C0A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04000" y="1828800"/>
            <a:ext cx="3504000" cy="3120000"/>
          </a:xfrm>
        </p:spPr>
        <p:txBody>
          <a:bodyPr>
            <a:noAutofit/>
          </a:bodyPr>
          <a:lstStyle>
            <a:lvl1pPr marL="474121" indent="-474121">
              <a:spcAft>
                <a:spcPts val="1333"/>
              </a:spcAft>
              <a:buFont typeface="+mj-lt"/>
              <a:buAutoNum type="arabicPeriod"/>
              <a:defRPr sz="1867">
                <a:solidFill>
                  <a:srgbClr val="000000"/>
                </a:solidFill>
                <a:latin typeface="+mj-lt"/>
              </a:defRPr>
            </a:lvl1pPr>
            <a:lvl2pPr marL="723882" indent="-249760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2pPr>
            <a:lvl3pPr marL="960943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3pPr>
            <a:lvl4pPr marL="1198003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4pPr>
            <a:lvl5pPr marL="1435064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344000" y="1828800"/>
            <a:ext cx="3504000" cy="3120000"/>
          </a:xfrm>
        </p:spPr>
        <p:txBody>
          <a:bodyPr>
            <a:noAutofit/>
          </a:bodyPr>
          <a:lstStyle>
            <a:lvl1pPr marL="474121" indent="-474121">
              <a:spcAft>
                <a:spcPts val="1333"/>
              </a:spcAft>
              <a:buFont typeface="+mj-lt"/>
              <a:buAutoNum type="arabicPeriod"/>
              <a:defRPr sz="1867">
                <a:solidFill>
                  <a:srgbClr val="000000"/>
                </a:solidFill>
                <a:latin typeface="+mj-lt"/>
              </a:defRPr>
            </a:lvl1pPr>
            <a:lvl2pPr marL="723882" indent="-249760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2pPr>
            <a:lvl3pPr marL="960943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3pPr>
            <a:lvl4pPr marL="1198003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4pPr>
            <a:lvl5pPr marL="1435064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Inhaltsplatzhalter 3"/>
          <p:cNvSpPr>
            <a:spLocks noGrp="1"/>
          </p:cNvSpPr>
          <p:nvPr>
            <p:ph sz="half" idx="13"/>
          </p:nvPr>
        </p:nvSpPr>
        <p:spPr>
          <a:xfrm>
            <a:off x="8188800" y="1828800"/>
            <a:ext cx="3504000" cy="3120000"/>
          </a:xfrm>
        </p:spPr>
        <p:txBody>
          <a:bodyPr>
            <a:noAutofit/>
          </a:bodyPr>
          <a:lstStyle>
            <a:lvl1pPr marL="474121" indent="-474121">
              <a:spcAft>
                <a:spcPts val="1333"/>
              </a:spcAft>
              <a:buFont typeface="+mj-lt"/>
              <a:buAutoNum type="arabicPeriod"/>
              <a:defRPr sz="1867">
                <a:solidFill>
                  <a:srgbClr val="000000"/>
                </a:solidFill>
                <a:latin typeface="+mj-lt"/>
              </a:defRPr>
            </a:lvl1pPr>
            <a:lvl2pPr marL="723882" indent="-249760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2pPr>
            <a:lvl3pPr marL="960943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3pPr>
            <a:lvl4pPr marL="1198003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4pPr>
            <a:lvl5pPr marL="1435064" indent="-237061">
              <a:spcAft>
                <a:spcPts val="1333"/>
              </a:spcAft>
              <a:defRPr sz="1867">
                <a:solidFill>
                  <a:srgbClr val="000000"/>
                </a:solidFill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10" name="EON_Logo_r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001" y="5764800"/>
            <a:ext cx="2072260" cy="6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17654"/>
      </p:ext>
    </p:extLst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1 colum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4000" y="1828800"/>
            <a:ext cx="7344000" cy="4065600"/>
          </a:xfrm>
        </p:spPr>
        <p:txBody>
          <a:bodyPr/>
          <a:lstStyle>
            <a:lvl1pPr marL="474121" indent="-474121">
              <a:spcAft>
                <a:spcPts val="1333"/>
              </a:spcAft>
              <a:buFont typeface="+mj-lt"/>
              <a:buAutoNum type="arabicPeriod"/>
              <a:defRPr>
                <a:solidFill>
                  <a:srgbClr val="FFFFFF"/>
                </a:solidFill>
                <a:latin typeface="+mj-lt"/>
              </a:defRPr>
            </a:lvl1pPr>
            <a:lvl2pPr marL="723882" indent="-249760">
              <a:spcAft>
                <a:spcPts val="1333"/>
              </a:spcAft>
              <a:defRPr>
                <a:solidFill>
                  <a:srgbClr val="FFFFFF"/>
                </a:solidFill>
                <a:latin typeface="+mj-lt"/>
              </a:defRPr>
            </a:lvl2pPr>
            <a:lvl3pPr marL="960943" indent="-237061">
              <a:spcAft>
                <a:spcPts val="1333"/>
              </a:spcAft>
              <a:defRPr>
                <a:solidFill>
                  <a:srgbClr val="FFFFFF"/>
                </a:solidFill>
                <a:latin typeface="+mj-lt"/>
              </a:defRPr>
            </a:lvl3pPr>
            <a:lvl4pPr marL="1198003" indent="-237061">
              <a:spcAft>
                <a:spcPts val="1333"/>
              </a:spcAft>
              <a:defRPr>
                <a:solidFill>
                  <a:srgbClr val="FFFFFF"/>
                </a:solidFill>
                <a:latin typeface="+mj-lt"/>
              </a:defRPr>
            </a:lvl4pPr>
            <a:lvl5pPr marL="1435064" indent="-237061">
              <a:spcAft>
                <a:spcPts val="1333"/>
              </a:spcAft>
              <a:defRPr>
                <a:solidFill>
                  <a:srgbClr val="FFFFFF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pic>
        <p:nvPicPr>
          <p:cNvPr id="6" name="EON_Logo_w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001" y="5764800"/>
            <a:ext cx="2072260" cy="6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95197"/>
      </p:ext>
    </p:extLst>
  </p:cSld>
  <p:clrMapOvr>
    <a:masterClrMapping/>
  </p:clrMapOvr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2 column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04000" y="1828800"/>
            <a:ext cx="5424000" cy="3120000"/>
          </a:xfrm>
        </p:spPr>
        <p:txBody>
          <a:bodyPr>
            <a:noAutofit/>
          </a:bodyPr>
          <a:lstStyle>
            <a:lvl1pPr marL="474121" indent="-474121">
              <a:spcAft>
                <a:spcPts val="1333"/>
              </a:spcAft>
              <a:buFont typeface="+mj-lt"/>
              <a:buAutoNum type="arabicPeriod"/>
              <a:defRPr sz="1867">
                <a:solidFill>
                  <a:srgbClr val="FFFFFF"/>
                </a:solidFill>
                <a:latin typeface="+mj-lt"/>
              </a:defRPr>
            </a:lvl1pPr>
            <a:lvl2pPr marL="723882" indent="-249760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2pPr>
            <a:lvl3pPr marL="960943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3pPr>
            <a:lvl4pPr marL="1198003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4pPr>
            <a:lvl5pPr marL="1435064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64000" y="1828800"/>
            <a:ext cx="5424000" cy="3120000"/>
          </a:xfrm>
        </p:spPr>
        <p:txBody>
          <a:bodyPr>
            <a:noAutofit/>
          </a:bodyPr>
          <a:lstStyle>
            <a:lvl1pPr marL="474121" indent="-474121">
              <a:spcAft>
                <a:spcPts val="1333"/>
              </a:spcAft>
              <a:buFont typeface="+mj-lt"/>
              <a:buAutoNum type="arabicPeriod"/>
              <a:defRPr sz="1867">
                <a:solidFill>
                  <a:srgbClr val="FFFFFF"/>
                </a:solidFill>
                <a:latin typeface="+mj-lt"/>
              </a:defRPr>
            </a:lvl1pPr>
            <a:lvl2pPr marL="723882" indent="-249760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2pPr>
            <a:lvl3pPr marL="960943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3pPr>
            <a:lvl4pPr marL="1198003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4pPr>
            <a:lvl5pPr marL="1435064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pic>
        <p:nvPicPr>
          <p:cNvPr id="9" name="EON_Logo_w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001" y="5764800"/>
            <a:ext cx="2072260" cy="6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531053"/>
      </p:ext>
    </p:extLst>
  </p:cSld>
  <p:clrMapOvr>
    <a:masterClrMapping/>
  </p:clrMapOvr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3 column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04000" y="1828800"/>
            <a:ext cx="3504000" cy="3120000"/>
          </a:xfrm>
        </p:spPr>
        <p:txBody>
          <a:bodyPr>
            <a:noAutofit/>
          </a:bodyPr>
          <a:lstStyle>
            <a:lvl1pPr marL="474121" indent="-474121">
              <a:spcAft>
                <a:spcPts val="1333"/>
              </a:spcAft>
              <a:buFont typeface="+mj-lt"/>
              <a:buAutoNum type="arabicPeriod"/>
              <a:defRPr sz="1867">
                <a:solidFill>
                  <a:srgbClr val="FFFFFF"/>
                </a:solidFill>
                <a:latin typeface="+mj-lt"/>
              </a:defRPr>
            </a:lvl1pPr>
            <a:lvl2pPr marL="723882" indent="-249760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2pPr>
            <a:lvl3pPr marL="960943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3pPr>
            <a:lvl4pPr marL="1198003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4pPr>
            <a:lvl5pPr marL="1435064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344000" y="1828800"/>
            <a:ext cx="3504000" cy="3120000"/>
          </a:xfrm>
        </p:spPr>
        <p:txBody>
          <a:bodyPr>
            <a:noAutofit/>
          </a:bodyPr>
          <a:lstStyle>
            <a:lvl1pPr marL="474121" indent="-474121">
              <a:spcAft>
                <a:spcPts val="1333"/>
              </a:spcAft>
              <a:buFont typeface="+mj-lt"/>
              <a:buAutoNum type="arabicPeriod"/>
              <a:defRPr sz="1867">
                <a:solidFill>
                  <a:srgbClr val="FFFFFF"/>
                </a:solidFill>
                <a:latin typeface="+mj-lt"/>
              </a:defRPr>
            </a:lvl1pPr>
            <a:lvl2pPr marL="723882" indent="-249760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2pPr>
            <a:lvl3pPr marL="960943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3pPr>
            <a:lvl4pPr marL="1198003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4pPr>
            <a:lvl5pPr marL="1435064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Inhaltsplatzhalter 3"/>
          <p:cNvSpPr>
            <a:spLocks noGrp="1"/>
          </p:cNvSpPr>
          <p:nvPr>
            <p:ph sz="half" idx="13"/>
          </p:nvPr>
        </p:nvSpPr>
        <p:spPr>
          <a:xfrm>
            <a:off x="8188800" y="1828800"/>
            <a:ext cx="3504000" cy="3120000"/>
          </a:xfrm>
        </p:spPr>
        <p:txBody>
          <a:bodyPr>
            <a:noAutofit/>
          </a:bodyPr>
          <a:lstStyle>
            <a:lvl1pPr marL="474121" indent="-474121">
              <a:spcAft>
                <a:spcPts val="1333"/>
              </a:spcAft>
              <a:buFont typeface="+mj-lt"/>
              <a:buAutoNum type="arabicPeriod"/>
              <a:defRPr sz="1867">
                <a:solidFill>
                  <a:srgbClr val="FFFFFF"/>
                </a:solidFill>
                <a:latin typeface="+mj-lt"/>
              </a:defRPr>
            </a:lvl1pPr>
            <a:lvl2pPr marL="723882" indent="-249760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2pPr>
            <a:lvl3pPr marL="960943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3pPr>
            <a:lvl4pPr marL="1198003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4pPr>
            <a:lvl5pPr marL="1435064" indent="-237061">
              <a:spcAft>
                <a:spcPts val="1333"/>
              </a:spcAft>
              <a:defRPr sz="1867">
                <a:solidFill>
                  <a:srgbClr val="FFFFFF"/>
                </a:solidFill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9" name="EON_Logo_w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001" y="5764800"/>
            <a:ext cx="2072260" cy="6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66960"/>
      </p:ext>
    </p:extLst>
  </p:cSld>
  <p:clrMapOvr>
    <a:masterClrMapping/>
  </p:clrMapOvr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less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88000" y="1545600"/>
            <a:ext cx="8016000" cy="3432000"/>
          </a:xfrm>
        </p:spPr>
        <p:txBody>
          <a:bodyPr anchor="b" anchorCtr="0">
            <a:noAutofit/>
          </a:bodyPr>
          <a:lstStyle>
            <a:lvl1pPr algn="r">
              <a:lnSpc>
                <a:spcPts val="8533"/>
              </a:lnSpc>
              <a:defRPr sz="8533" b="0" cap="none" baseline="0"/>
            </a:lvl1pPr>
          </a:lstStyle>
          <a:p>
            <a:r>
              <a:rPr lang="de-DE"/>
              <a:t>Mastertitelformat bearbeiten</a:t>
            </a:r>
          </a:p>
        </p:txBody>
      </p:sp>
      <p:grpSp>
        <p:nvGrpSpPr>
          <p:cNvPr id="10" name="Gruppieren 9"/>
          <p:cNvGrpSpPr/>
          <p:nvPr userDrawn="1"/>
        </p:nvGrpSpPr>
        <p:grpSpPr>
          <a:xfrm>
            <a:off x="10632000" y="0"/>
            <a:ext cx="1560000" cy="6859200"/>
            <a:chOff x="7974000" y="0"/>
            <a:chExt cx="1170000" cy="5144400"/>
          </a:xfrm>
        </p:grpSpPr>
        <p:sp>
          <p:nvSpPr>
            <p:cNvPr id="7" name="Rechteck 6"/>
            <p:cNvSpPr/>
            <p:nvPr userDrawn="1"/>
          </p:nvSpPr>
          <p:spPr>
            <a:xfrm>
              <a:off x="8766000" y="0"/>
              <a:ext cx="378000" cy="5144400"/>
            </a:xfrm>
            <a:prstGeom prst="rect">
              <a:avLst/>
            </a:prstGeom>
            <a:solidFill>
              <a:srgbClr val="5CC1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8" name="Rechteck 7"/>
            <p:cNvSpPr/>
            <p:nvPr userDrawn="1"/>
          </p:nvSpPr>
          <p:spPr>
            <a:xfrm>
              <a:off x="8197200" y="0"/>
              <a:ext cx="568800" cy="5144400"/>
            </a:xfrm>
            <a:prstGeom prst="rect">
              <a:avLst/>
            </a:prstGeom>
            <a:solidFill>
              <a:srgbClr val="EA1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9" name="Rechteck 8"/>
            <p:cNvSpPr/>
            <p:nvPr userDrawn="1"/>
          </p:nvSpPr>
          <p:spPr>
            <a:xfrm>
              <a:off x="7974000" y="0"/>
              <a:ext cx="223200" cy="5144400"/>
            </a:xfrm>
            <a:prstGeom prst="rect">
              <a:avLst/>
            </a:prstGeom>
            <a:solidFill>
              <a:srgbClr val="B004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102428180"/>
      </p:ext>
    </p:extLst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full col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0400" y="1545600"/>
            <a:ext cx="8016000" cy="3432000"/>
          </a:xfrm>
        </p:spPr>
        <p:txBody>
          <a:bodyPr anchor="b" anchorCtr="0">
            <a:noAutofit/>
          </a:bodyPr>
          <a:lstStyle>
            <a:lvl1pPr algn="r">
              <a:lnSpc>
                <a:spcPts val="8533"/>
              </a:lnSpc>
              <a:defRPr sz="8533" b="0" cap="none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8870400" y="0"/>
            <a:ext cx="3321600" cy="6859200"/>
            <a:chOff x="6652800" y="0"/>
            <a:chExt cx="2491200" cy="5144400"/>
          </a:xfrm>
        </p:grpSpPr>
        <p:sp>
          <p:nvSpPr>
            <p:cNvPr id="8" name="Rechteck 7"/>
            <p:cNvSpPr/>
            <p:nvPr userDrawn="1"/>
          </p:nvSpPr>
          <p:spPr>
            <a:xfrm>
              <a:off x="7030800" y="0"/>
              <a:ext cx="2113200" cy="5144400"/>
            </a:xfrm>
            <a:prstGeom prst="rect">
              <a:avLst/>
            </a:prstGeom>
            <a:solidFill>
              <a:srgbClr val="EA1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9" name="Rechteck 8"/>
            <p:cNvSpPr/>
            <p:nvPr userDrawn="1"/>
          </p:nvSpPr>
          <p:spPr>
            <a:xfrm>
              <a:off x="6652800" y="0"/>
              <a:ext cx="378000" cy="5144400"/>
            </a:xfrm>
            <a:prstGeom prst="rect">
              <a:avLst/>
            </a:prstGeom>
            <a:solidFill>
              <a:srgbClr val="B004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21413056"/>
      </p:ext>
    </p:extLst>
  </p:cSld>
  <p:clrMapOvr>
    <a:masterClrMapping/>
  </p:clrMapOvr>
  <p:hf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full col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58400" y="1545600"/>
            <a:ext cx="8016000" cy="3432000"/>
          </a:xfrm>
        </p:spPr>
        <p:txBody>
          <a:bodyPr anchor="b" anchorCtr="0">
            <a:noAutofit/>
          </a:bodyPr>
          <a:lstStyle>
            <a:lvl1pPr algn="r">
              <a:lnSpc>
                <a:spcPts val="8533"/>
              </a:lnSpc>
              <a:defRPr sz="8533" b="0" cap="none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Rechteck 7"/>
          <p:cNvSpPr/>
          <p:nvPr userDrawn="1"/>
        </p:nvSpPr>
        <p:spPr>
          <a:xfrm>
            <a:off x="9878400" y="0"/>
            <a:ext cx="2313600" cy="6859200"/>
          </a:xfrm>
          <a:prstGeom prst="rect">
            <a:avLst/>
          </a:prstGeom>
          <a:solidFill>
            <a:srgbClr val="EA1C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sp>
        <p:nvSpPr>
          <p:cNvPr id="9" name="Rechteck 8"/>
          <p:cNvSpPr/>
          <p:nvPr userDrawn="1"/>
        </p:nvSpPr>
        <p:spPr>
          <a:xfrm>
            <a:off x="0" y="0"/>
            <a:ext cx="801600" cy="6859200"/>
          </a:xfrm>
          <a:prstGeom prst="rect">
            <a:avLst/>
          </a:prstGeom>
          <a:solidFill>
            <a:srgbClr val="E3E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</p:spTree>
    <p:extLst>
      <p:ext uri="{BB962C8B-B14F-4D97-AF65-F5344CB8AC3E}">
        <p14:creationId xmlns:p14="http://schemas.microsoft.com/office/powerpoint/2010/main" val="1574164823"/>
      </p:ext>
    </p:extLst>
  </p:cSld>
  <p:clrMapOvr>
    <a:masterClrMapping/>
  </p:clrMapOvr>
  <p:hf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chart less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ON_Logo_r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601" y="4348800"/>
            <a:ext cx="2833169" cy="840000"/>
          </a:xfrm>
          <a:prstGeom prst="rect">
            <a:avLst/>
          </a:prstGeom>
        </p:spPr>
      </p:pic>
      <p:grpSp>
        <p:nvGrpSpPr>
          <p:cNvPr id="11" name="Gruppieren 10"/>
          <p:cNvGrpSpPr/>
          <p:nvPr userDrawn="1"/>
        </p:nvGrpSpPr>
        <p:grpSpPr>
          <a:xfrm>
            <a:off x="10632000" y="0"/>
            <a:ext cx="1560000" cy="6859200"/>
            <a:chOff x="7974000" y="0"/>
            <a:chExt cx="1170000" cy="5144400"/>
          </a:xfrm>
        </p:grpSpPr>
        <p:sp>
          <p:nvSpPr>
            <p:cNvPr id="8" name="Rechteck 7"/>
            <p:cNvSpPr/>
            <p:nvPr userDrawn="1"/>
          </p:nvSpPr>
          <p:spPr>
            <a:xfrm>
              <a:off x="8766000" y="0"/>
              <a:ext cx="378000" cy="5144400"/>
            </a:xfrm>
            <a:prstGeom prst="rect">
              <a:avLst/>
            </a:prstGeom>
            <a:solidFill>
              <a:srgbClr val="5CC1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9" name="Rechteck 8"/>
            <p:cNvSpPr/>
            <p:nvPr userDrawn="1"/>
          </p:nvSpPr>
          <p:spPr>
            <a:xfrm>
              <a:off x="8197200" y="0"/>
              <a:ext cx="568800" cy="5144400"/>
            </a:xfrm>
            <a:prstGeom prst="rect">
              <a:avLst/>
            </a:prstGeom>
            <a:solidFill>
              <a:srgbClr val="EA1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10" name="Rechteck 9"/>
            <p:cNvSpPr/>
            <p:nvPr userDrawn="1"/>
          </p:nvSpPr>
          <p:spPr>
            <a:xfrm>
              <a:off x="7974000" y="0"/>
              <a:ext cx="223200" cy="5144400"/>
            </a:xfrm>
            <a:prstGeom prst="rect">
              <a:avLst/>
            </a:prstGeom>
            <a:solidFill>
              <a:srgbClr val="B004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3739200" y="1545600"/>
            <a:ext cx="6388800" cy="1440000"/>
          </a:xfrm>
        </p:spPr>
        <p:txBody>
          <a:bodyPr/>
          <a:lstStyle>
            <a:lvl1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2pPr>
            <a:lvl3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3pPr>
            <a:lvl4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4pPr>
            <a:lvl5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/>
          </p:nvPr>
        </p:nvSpPr>
        <p:spPr>
          <a:xfrm>
            <a:off x="3739200" y="3024000"/>
            <a:ext cx="6388800" cy="1032000"/>
          </a:xfrm>
        </p:spPr>
        <p:txBody>
          <a:bodyPr/>
          <a:lstStyle>
            <a:lvl1pPr algn="r">
              <a:lnSpc>
                <a:spcPct val="100000"/>
              </a:lnSpc>
              <a:spcAft>
                <a:spcPts val="0"/>
              </a:spcAft>
              <a:defRPr sz="3333">
                <a:solidFill>
                  <a:srgbClr val="EA1C0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23062154"/>
      </p:ext>
    </p:extLst>
  </p:cSld>
  <p:clrMapOvr>
    <a:masterClrMapping/>
  </p:clrMapOvr>
  <p:hf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chart ful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1051200" y="0"/>
            <a:ext cx="504000" cy="6859200"/>
          </a:xfrm>
          <a:prstGeom prst="rect">
            <a:avLst/>
          </a:prstGeom>
          <a:solidFill>
            <a:srgbClr val="5CC1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sp>
        <p:nvSpPr>
          <p:cNvPr id="9" name="Rechteck 8"/>
          <p:cNvSpPr/>
          <p:nvPr userDrawn="1"/>
        </p:nvSpPr>
        <p:spPr>
          <a:xfrm>
            <a:off x="0" y="0"/>
            <a:ext cx="1051200" cy="6859200"/>
          </a:xfrm>
          <a:prstGeom prst="rect">
            <a:avLst/>
          </a:prstGeom>
          <a:solidFill>
            <a:srgbClr val="E3E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sp>
        <p:nvSpPr>
          <p:cNvPr id="10" name="Rechteck 9"/>
          <p:cNvSpPr/>
          <p:nvPr userDrawn="1"/>
        </p:nvSpPr>
        <p:spPr>
          <a:xfrm>
            <a:off x="8457600" y="0"/>
            <a:ext cx="3734400" cy="6859200"/>
          </a:xfrm>
          <a:prstGeom prst="rect">
            <a:avLst/>
          </a:prstGeom>
          <a:solidFill>
            <a:srgbClr val="B004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pic>
        <p:nvPicPr>
          <p:cNvPr id="2" name="EON_Logo_w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601" y="4348800"/>
            <a:ext cx="2833169" cy="840000"/>
          </a:xfrm>
          <a:prstGeom prst="rect">
            <a:avLst/>
          </a:prstGeom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555200" y="1545600"/>
            <a:ext cx="6388800" cy="1440000"/>
          </a:xfrm>
        </p:spPr>
        <p:txBody>
          <a:bodyPr/>
          <a:lstStyle>
            <a:lvl1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FFFFFF"/>
                </a:solidFill>
                <a:latin typeface="+mj-lt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FFFFFF"/>
                </a:solidFill>
                <a:latin typeface="+mj-lt"/>
              </a:defRPr>
            </a:lvl2pPr>
            <a:lvl3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FFFFFF"/>
                </a:solidFill>
                <a:latin typeface="+mj-lt"/>
              </a:defRPr>
            </a:lvl3pPr>
            <a:lvl4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FFFFFF"/>
                </a:solidFill>
                <a:latin typeface="+mj-lt"/>
              </a:defRPr>
            </a:lvl4pPr>
            <a:lvl5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FFFFFF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/>
          </p:nvPr>
        </p:nvSpPr>
        <p:spPr>
          <a:xfrm>
            <a:off x="1555200" y="3024000"/>
            <a:ext cx="6388800" cy="1032000"/>
          </a:xfrm>
        </p:spPr>
        <p:txBody>
          <a:bodyPr/>
          <a:lstStyle>
            <a:lvl1pPr algn="r">
              <a:lnSpc>
                <a:spcPct val="100000"/>
              </a:lnSpc>
              <a:spcAft>
                <a:spcPts val="0"/>
              </a:spcAft>
              <a:defRPr sz="3333">
                <a:solidFill>
                  <a:srgbClr val="FFFFFF"/>
                </a:solidFill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defRPr sz="3333">
                <a:solidFill>
                  <a:srgbClr val="FFFFFF"/>
                </a:solidFill>
              </a:defRPr>
            </a:lvl2pPr>
            <a:lvl3pPr algn="r">
              <a:lnSpc>
                <a:spcPct val="100000"/>
              </a:lnSpc>
              <a:spcAft>
                <a:spcPts val="0"/>
              </a:spcAft>
              <a:defRPr sz="3333">
                <a:solidFill>
                  <a:srgbClr val="FFFFFF"/>
                </a:solidFill>
              </a:defRPr>
            </a:lvl3pPr>
            <a:lvl4pPr algn="r">
              <a:lnSpc>
                <a:spcPct val="100000"/>
              </a:lnSpc>
              <a:spcAft>
                <a:spcPts val="0"/>
              </a:spcAft>
              <a:defRPr sz="3333">
                <a:solidFill>
                  <a:srgbClr val="FFFFFF"/>
                </a:solidFill>
              </a:defRPr>
            </a:lvl4pPr>
            <a:lvl5pPr algn="r">
              <a:lnSpc>
                <a:spcPct val="100000"/>
              </a:lnSpc>
              <a:spcAft>
                <a:spcPts val="0"/>
              </a:spcAft>
              <a:defRPr sz="3333">
                <a:solidFill>
                  <a:srgbClr val="FFFFFF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17233919"/>
      </p:ext>
    </p:extLst>
  </p:cSld>
  <p:clrMapOvr>
    <a:masterClrMapping/>
  </p:clrMapOvr>
  <p:hf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012DAF-AF01-310E-EEE9-CC4AB4FEB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EC6F019-A669-B4F7-C744-0B7D4AE64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A42AC9-09EF-E5A1-19C4-3F616D5A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F06B5-FD65-46B9-9D3A-99231A382F6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11EFF8-4403-F070-7176-EF02272E9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7A2DA9-A69E-D48B-6461-B8BC65EB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82BA-E438-4EB8-BDDD-511404FD82E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5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48589B-D7B8-DDB7-7330-FA844B8DE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906996-E608-F6E8-D3C4-5C21781BC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29BB94-1E8A-1A6D-40A6-96A93AE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F06B5-FD65-46B9-9D3A-99231A382F6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C8D20E-8032-0493-CACC-4DB1500C7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B07B7B-F32E-73F5-8269-E2524DC29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82BA-E438-4EB8-BDDD-511404FD82E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957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A22183-5676-FC14-1F79-85E63907A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5145F9-A0A3-D286-EF07-E200E05C2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29C50B-8867-61F8-E608-20A6F11AB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F06B5-FD65-46B9-9D3A-99231A382F6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62BEFE-A01E-695E-98F7-C972BC3E3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B476EA-A45E-9BD9-1FD4-7BA8943D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82BA-E438-4EB8-BDDD-511404FD82E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849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2D4E7-A405-E701-766A-FD3E258C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F050B3-D7D9-4414-DCF5-E25D136607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4480749-B550-052A-395E-4071A510F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740241-7D34-76ED-00D9-B989010BC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F06B5-FD65-46B9-9D3A-99231A382F6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3320733-9309-4292-0983-A01E232B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8BF80C-4C3A-0EE3-02D7-AFD640CA4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82BA-E438-4EB8-BDDD-511404FD82E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731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F4EA3B-15BC-5E96-621D-18BE06B43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127C0B-BA6F-A7B0-1A56-E572C5F6E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E855DE-1874-7D24-63E8-2590DF321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8F0CB7B-14C1-AD61-D490-9073D4936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10201D8-A4A5-EE7E-5B84-D3507BCA4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51D757C-DE0F-F31A-DCF9-1D2712172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F06B5-FD65-46B9-9D3A-99231A382F6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CD762BB-8F9D-BF5F-5E26-9F65A383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BFBBCEB-7315-7D48-2580-38556BD9F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82BA-E438-4EB8-BDDD-511404FD82E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920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5B3E35-1C71-4CB8-7755-E12936ADF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606F7C-FCF9-420F-E45F-7CB4766B7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F06B5-FD65-46B9-9D3A-99231A382F6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052FBF-E36B-6B24-4990-DA725A248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312885-BB08-5F35-B981-0BEA56D3D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82BA-E438-4EB8-BDDD-511404FD82E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205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987704A-ED56-3201-946F-6FC3715D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F06B5-FD65-46B9-9D3A-99231A382F6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1013B30-5D9E-2FA0-1D0C-925987C96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C6FD12-36E3-8DF1-6366-F5AEE362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82BA-E438-4EB8-BDDD-511404FD82E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14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0119B-315D-B920-23B5-57758B0F2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206147-CA8B-4F42-A9CC-D2E475F47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8FB48C-1FF6-B816-B535-9C7D8A7D2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5AA089-6F12-9979-3FD2-583910D2C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F06B5-FD65-46B9-9D3A-99231A382F6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E48287-C351-6E27-F1CE-A0A7029CB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500953-A6EB-560B-3F5D-13CA77EA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82BA-E438-4EB8-BDDD-511404FD82E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651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6C446D-9815-7A2D-8943-58EF70C3F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6C7C8F7-D6BB-BA0C-5F4B-202B9A7D2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818899-8A37-28AC-6938-D2383CC79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D2B8E7-0FDC-4FF2-10B7-28634C432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F06B5-FD65-46B9-9D3A-99231A382F6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066018-971C-3FEA-CB00-0833A256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1D488B-F026-D3CE-EC16-19A75C2D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82BA-E438-4EB8-BDDD-511404FD82E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872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AA9536-2732-44D0-F810-6E902E163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39A2CA-DF59-8AFB-BE61-B6CE091C8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3F8562-92F6-D108-5E69-D47B8317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F06B5-FD65-46B9-9D3A-99231A382F6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7E111E-FBC7-FF28-7972-028EC114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E69FAA-C3D3-0E2E-9BC5-1E26BFD2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82BA-E438-4EB8-BDDD-511404FD82E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77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C5BD3CD-FD7F-72DC-95B7-000EE99ACC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B366118-9C1C-285E-4FC6-6828F6A64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3893E1-CEC1-1BCA-AFC6-7EFC778E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F06B5-FD65-46B9-9D3A-99231A382F6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37B140-89B1-24E8-A5C2-AF639C28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E67003-2354-0A0C-233A-D1F66415A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B82BA-E438-4EB8-BDDD-511404FD82E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194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768351" y="3095512"/>
            <a:ext cx="5325048" cy="3048435"/>
          </a:xfrm>
          <a:solidFill>
            <a:schemeClr val="accent2"/>
          </a:solidFill>
        </p:spPr>
        <p:txBody>
          <a:bodyPr lIns="396000" tIns="396000" rIns="396000" bIns="432000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durch Klicken hinzufügen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White">
          <a:xfrm>
            <a:off x="1295888" y="5370509"/>
            <a:ext cx="4224000" cy="205184"/>
          </a:xfrm>
        </p:spPr>
        <p:txBody>
          <a:bodyPr anchor="b" anchorCtr="0"/>
          <a:lstStyle>
            <a:lvl1pPr>
              <a:defRPr sz="133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Westnetz GmbH · Name · TT Monat JJJJ</a:t>
            </a:r>
          </a:p>
        </p:txBody>
      </p:sp>
      <p:grpSp>
        <p:nvGrpSpPr>
          <p:cNvPr id="41" name="Gruppieren 40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42" name="Freihandform 41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3" name="Freihandform 42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4" name="Freihandform 43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5" name="Freihandform 44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  <p:grpSp>
        <p:nvGrpSpPr>
          <p:cNvPr id="46" name="Gruppieren 45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47" name="Freihandform 46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48" name="Freihandform 47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49" name="Freihandform 48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50" name="Freihandform 49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grpSp>
        <p:nvGrpSpPr>
          <p:cNvPr id="51" name="Gruppieren 50"/>
          <p:cNvGrpSpPr/>
          <p:nvPr userDrawn="1"/>
        </p:nvGrpSpPr>
        <p:grpSpPr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52" name="Freihandform 51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53" name="Freihandform 52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grpSp>
        <p:nvGrpSpPr>
          <p:cNvPr id="54" name="Gruppieren 53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55" name="Freihandform 54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56" name="Freihandform 55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pic>
        <p:nvPicPr>
          <p:cNvPr id="23" name="Grafik 22">
            <a:extLst>
              <a:ext uri="{FF2B5EF4-FFF2-40B4-BE49-F238E27FC236}">
                <a16:creationId xmlns:a16="http://schemas.microsoft.com/office/drawing/2014/main" id="{B06A0E27-F6F3-4C73-AAF8-F99F6B3254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642004" y="1950508"/>
            <a:ext cx="2540001" cy="44481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06A7367-67CE-4B73-AC1D-980111827A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440214" y="287999"/>
            <a:ext cx="2539977" cy="46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2377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21" name="Freihandform 20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22" name="Freihandform 21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23" name="Freihandform 22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30" name="Freihandform 29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32" name="Freihandform 31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3" name="Freihandform 32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4" name="Freihandform 33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5" name="Freihandform 34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grpSp>
        <p:nvGrpSpPr>
          <p:cNvPr id="36" name="Gruppieren 35"/>
          <p:cNvGrpSpPr/>
          <p:nvPr userDrawn="1"/>
        </p:nvGrpSpPr>
        <p:grpSpPr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37" name="Freihandform 36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8" name="Freihandform 37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grpSp>
        <p:nvGrpSpPr>
          <p:cNvPr id="39" name="Gruppieren 38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40" name="Freihandform 39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41" name="Freihandform 40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sp>
        <p:nvSpPr>
          <p:cNvPr id="26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768351" y="3095512"/>
            <a:ext cx="5325048" cy="3048435"/>
          </a:xfrm>
          <a:solidFill>
            <a:schemeClr val="accent2"/>
          </a:solidFill>
        </p:spPr>
        <p:txBody>
          <a:bodyPr lIns="396000" tIns="396000" rIns="396000" bIns="432000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durch Klicken hinzufügen</a:t>
            </a:r>
          </a:p>
        </p:txBody>
      </p:sp>
      <p:sp>
        <p:nvSpPr>
          <p:cNvPr id="27" name="Fußzeilenplatzhalter 4"/>
          <p:cNvSpPr>
            <a:spLocks noGrp="1"/>
          </p:cNvSpPr>
          <p:nvPr>
            <p:ph type="ftr" sz="quarter" idx="11"/>
          </p:nvPr>
        </p:nvSpPr>
        <p:spPr bwMode="blackWhite">
          <a:xfrm>
            <a:off x="1295888" y="5370509"/>
            <a:ext cx="4224000" cy="205184"/>
          </a:xfrm>
        </p:spPr>
        <p:txBody>
          <a:bodyPr anchor="b" anchorCtr="0"/>
          <a:lstStyle>
            <a:lvl1pPr>
              <a:defRPr sz="133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Westnetz GmbH · Name · TT Monat JJJJ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40E6AE41-F7C9-44BD-BBEC-AEE6947FFE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642004" y="1950508"/>
            <a:ext cx="2540001" cy="444816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4485BC7C-5216-4A4B-898E-B4E4C736F7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440214" y="287999"/>
            <a:ext cx="2539972" cy="46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7162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2"/>
          </p:nvPr>
        </p:nvSpPr>
        <p:spPr>
          <a:xfrm>
            <a:off x="0" y="-600"/>
            <a:ext cx="12192000" cy="68586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333" dirty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grpSp>
        <p:nvGrpSpPr>
          <p:cNvPr id="20" name="Gruppieren 19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21" name="Freihandform 20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22" name="Freihandform 21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23" name="Freihandform 22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30" name="Freihandform 29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32" name="Freihandform 31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3" name="Freihandform 32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4" name="Freihandform 33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5" name="Freihandform 34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grpSp>
        <p:nvGrpSpPr>
          <p:cNvPr id="36" name="Gruppieren 35"/>
          <p:cNvGrpSpPr/>
          <p:nvPr userDrawn="1"/>
        </p:nvGrpSpPr>
        <p:grpSpPr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37" name="Freihandform 36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8" name="Freihandform 37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grpSp>
        <p:nvGrpSpPr>
          <p:cNvPr id="39" name="Gruppieren 38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40" name="Freihandform 39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41" name="Freihandform 40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sp>
        <p:nvSpPr>
          <p:cNvPr id="42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6672064" y="1604797"/>
            <a:ext cx="4608512" cy="2256251"/>
          </a:xfrm>
          <a:solidFill>
            <a:srgbClr val="EB4B0A"/>
          </a:solidFill>
        </p:spPr>
        <p:txBody>
          <a:bodyPr lIns="396000" tIns="396000" rIns="396000" bIns="432000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durch Klicken hinzufügen</a:t>
            </a:r>
          </a:p>
        </p:txBody>
      </p:sp>
      <p:sp>
        <p:nvSpPr>
          <p:cNvPr id="43" name="Fußzeilenplatzhalter 4"/>
          <p:cNvSpPr>
            <a:spLocks noGrp="1"/>
          </p:cNvSpPr>
          <p:nvPr>
            <p:ph type="ftr" sz="quarter" idx="11"/>
          </p:nvPr>
        </p:nvSpPr>
        <p:spPr bwMode="blackWhite">
          <a:xfrm>
            <a:off x="7249312" y="3120056"/>
            <a:ext cx="3792000" cy="205184"/>
          </a:xfrm>
        </p:spPr>
        <p:txBody>
          <a:bodyPr anchor="b" anchorCtr="0"/>
          <a:lstStyle>
            <a:lvl1pPr>
              <a:defRPr sz="133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Westnetz GmbH · Name · TT Monat JJJJ</a:t>
            </a:r>
          </a:p>
        </p:txBody>
      </p:sp>
    </p:spTree>
    <p:extLst>
      <p:ext uri="{BB962C8B-B14F-4D97-AF65-F5344CB8AC3E}">
        <p14:creationId xmlns:p14="http://schemas.microsoft.com/office/powerpoint/2010/main" val="33862262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2"/>
          </p:nvPr>
        </p:nvSpPr>
        <p:spPr>
          <a:xfrm>
            <a:off x="0" y="-600"/>
            <a:ext cx="12192000" cy="68586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333" dirty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grpSp>
        <p:nvGrpSpPr>
          <p:cNvPr id="20" name="Gruppieren 19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21" name="Freihandform 20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22" name="Freihandform 21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23" name="Freihandform 22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30" name="Freihandform 29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32" name="Freihandform 31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3" name="Freihandform 32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4" name="Freihandform 33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5" name="Freihandform 34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grpSp>
        <p:nvGrpSpPr>
          <p:cNvPr id="36" name="Gruppieren 35"/>
          <p:cNvGrpSpPr/>
          <p:nvPr userDrawn="1"/>
        </p:nvGrpSpPr>
        <p:grpSpPr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37" name="Freihandform 36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8" name="Freihandform 37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grpSp>
        <p:nvGrpSpPr>
          <p:cNvPr id="39" name="Gruppieren 38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40" name="Freihandform 39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41" name="Freihandform 40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sp>
        <p:nvSpPr>
          <p:cNvPr id="42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1055440" y="1806979"/>
            <a:ext cx="4608512" cy="2256251"/>
          </a:xfrm>
          <a:solidFill>
            <a:srgbClr val="64B42D"/>
          </a:solidFill>
        </p:spPr>
        <p:txBody>
          <a:bodyPr lIns="396000" tIns="396000" rIns="396000" bIns="432000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durch Klicken hinzufügen</a:t>
            </a:r>
          </a:p>
        </p:txBody>
      </p:sp>
      <p:sp>
        <p:nvSpPr>
          <p:cNvPr id="43" name="Fußzeilenplatzhalter 4"/>
          <p:cNvSpPr>
            <a:spLocks noGrp="1"/>
          </p:cNvSpPr>
          <p:nvPr>
            <p:ph type="ftr" sz="quarter" idx="11"/>
          </p:nvPr>
        </p:nvSpPr>
        <p:spPr bwMode="blackWhite">
          <a:xfrm>
            <a:off x="1632688" y="3322237"/>
            <a:ext cx="3792000" cy="205184"/>
          </a:xfrm>
        </p:spPr>
        <p:txBody>
          <a:bodyPr anchor="b" anchorCtr="0"/>
          <a:lstStyle>
            <a:lvl1pPr>
              <a:defRPr sz="133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Westnetz GmbH · Name · TT Monat JJJJ</a:t>
            </a:r>
          </a:p>
        </p:txBody>
      </p:sp>
    </p:spTree>
    <p:extLst>
      <p:ext uri="{BB962C8B-B14F-4D97-AF65-F5344CB8AC3E}">
        <p14:creationId xmlns:p14="http://schemas.microsoft.com/office/powerpoint/2010/main" val="811174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21" name="Freihandform 20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22" name="Freihandform 21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23" name="Freihandform 22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30" name="Freihandform 29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32" name="Freihandform 31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3" name="Freihandform 32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4" name="Freihandform 33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5" name="Freihandform 34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grpSp>
        <p:nvGrpSpPr>
          <p:cNvPr id="36" name="Gruppieren 35"/>
          <p:cNvGrpSpPr/>
          <p:nvPr userDrawn="1"/>
        </p:nvGrpSpPr>
        <p:grpSpPr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37" name="Freihandform 36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38" name="Freihandform 37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grpSp>
        <p:nvGrpSpPr>
          <p:cNvPr id="39" name="Gruppieren 38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40" name="Freihandform 39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41" name="Freihandform 40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sp>
        <p:nvSpPr>
          <p:cNvPr id="4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4752000" y="3380317"/>
            <a:ext cx="6384560" cy="1611683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GB" sz="3733" b="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hinzufügen</a:t>
            </a:r>
          </a:p>
        </p:txBody>
      </p:sp>
      <p:sp>
        <p:nvSpPr>
          <p:cNvPr id="43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4752000" y="5218548"/>
            <a:ext cx="5904507" cy="205184"/>
          </a:xfrm>
        </p:spPr>
        <p:txBody>
          <a:bodyPr anchor="t" anchorCtr="0"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Westnetz GmbH · Name · TT Monat JJJJ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1598A5CF-04FB-4037-8ED7-24AA7B2CD5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642004" y="1950508"/>
            <a:ext cx="2540001" cy="444816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F8470F7A-9A73-4FA3-B7A2-4821678CC2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440214" y="287999"/>
            <a:ext cx="2539977" cy="46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5835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21" name="Freihandform 20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22" name="Freihandform 21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23" name="Freihandform 22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0" name="Freihandform 29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32" name="Freihandform 31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3" name="Freihandform 32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4" name="Freihandform 33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5" name="Freihandform 34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36" name="Gruppieren 35"/>
          <p:cNvGrpSpPr/>
          <p:nvPr userDrawn="1"/>
        </p:nvGrpSpPr>
        <p:grpSpPr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37" name="Freihandform 36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8" name="Freihandform 37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39" name="Gruppieren 38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40" name="Freihandform 39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1" name="Freihandform 40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sp>
        <p:nvSpPr>
          <p:cNvPr id="42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4751851" y="3380317"/>
            <a:ext cx="6384000" cy="1611816"/>
          </a:xfrm>
          <a:noFill/>
        </p:spPr>
        <p:txBody>
          <a:bodyPr lIns="0" tIns="0" rIns="0" bIns="0" anchor="b" anchorCtr="0">
            <a:noAutofit/>
          </a:bodyPr>
          <a:lstStyle>
            <a:lvl1pPr>
              <a:defRPr sz="3733" b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durch Klicken hinzufügen</a:t>
            </a:r>
          </a:p>
        </p:txBody>
      </p:sp>
      <p:sp>
        <p:nvSpPr>
          <p:cNvPr id="43" name="Fußzeilenplatzhalter 4"/>
          <p:cNvSpPr>
            <a:spLocks noGrp="1"/>
          </p:cNvSpPr>
          <p:nvPr>
            <p:ph type="ftr" sz="quarter" idx="11"/>
          </p:nvPr>
        </p:nvSpPr>
        <p:spPr bwMode="blackWhite">
          <a:xfrm>
            <a:off x="4752000" y="5218548"/>
            <a:ext cx="5904507" cy="205184"/>
          </a:xfrm>
        </p:spPr>
        <p:txBody>
          <a:bodyPr anchor="t" anchorCtr="0"/>
          <a:lstStyle>
            <a:lvl1pPr>
              <a:defRPr sz="133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Westnetz GmbH · Name · TT Monat JJJJ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F6FDA8EC-6F7D-472D-AF01-8FC1A2CE3A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642004" y="1950508"/>
            <a:ext cx="2540001" cy="444816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B3ED9B74-CA29-41AF-B071-78A8AF560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440214" y="287999"/>
            <a:ext cx="2539972" cy="46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1724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ruc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749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ildschir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25" name="Freihandform 24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26" name="Freihandform 25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27" name="Freihandform 26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28" name="Freihandform 27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</p:grpSp>
      <p:grpSp>
        <p:nvGrpSpPr>
          <p:cNvPr id="29" name="Gruppieren 28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30" name="Freihandform 29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1" name="Freihandform 30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2" name="Freihandform 31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3" name="Freihandform 32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34" name="Gruppieren 33"/>
          <p:cNvGrpSpPr/>
          <p:nvPr userDrawn="1"/>
        </p:nvGrpSpPr>
        <p:grpSpPr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35" name="Freihandform 34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6" name="Freihandform 35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37" name="Gruppieren 36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38" name="Freihandform 37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9" name="Freihandform 38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pic>
        <p:nvPicPr>
          <p:cNvPr id="20" name="Grafik 19">
            <a:extLst>
              <a:ext uri="{FF2B5EF4-FFF2-40B4-BE49-F238E27FC236}">
                <a16:creationId xmlns:a16="http://schemas.microsoft.com/office/drawing/2014/main" id="{16A1D19D-783E-487C-AC22-90958F376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0780800" y="364590"/>
            <a:ext cx="1147200" cy="20090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116F5688-64D6-4270-871E-C395B83F60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0778772" y="6280361"/>
            <a:ext cx="1149227" cy="21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0236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chart Dru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365EF8B5-AEF8-468F-AD7D-1AB905AE7C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935455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365EF8B5-AEF8-468F-AD7D-1AB905AE7C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4037953" y="2503382"/>
            <a:ext cx="6619465" cy="886396"/>
          </a:xfrm>
        </p:spPr>
        <p:txBody>
          <a:bodyPr anchor="b"/>
          <a:lstStyle>
            <a:lvl1pPr>
              <a:defRPr sz="6400" b="0" cap="all" baseline="0">
                <a:solidFill>
                  <a:srgbClr val="E60055"/>
                </a:solidFill>
              </a:defRPr>
            </a:lvl1pPr>
          </a:lstStyle>
          <a:p>
            <a:r>
              <a:rPr lang="de-DE" noProof="0" dirty="0" err="1"/>
              <a:t>trennfolie</a:t>
            </a:r>
            <a:endParaRPr lang="de-DE" noProof="0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/>
          </p:nvPr>
        </p:nvSpPr>
        <p:spPr>
          <a:xfrm>
            <a:off x="4037289" y="3424735"/>
            <a:ext cx="6617673" cy="574453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de-DE" sz="3733" b="0" cap="none" baseline="0" smtClean="0">
                <a:latin typeface="+mj-lt"/>
                <a:ea typeface="+mj-ea"/>
                <a:cs typeface="+mj-cs"/>
              </a:defRPr>
            </a:lvl1pPr>
            <a:lvl2pPr>
              <a:defRPr lang="de-DE" sz="2400" smtClean="0"/>
            </a:lvl2pPr>
            <a:lvl3pPr>
              <a:defRPr lang="de-DE" sz="2400" smtClean="0"/>
            </a:lvl3pPr>
            <a:lvl4pPr>
              <a:defRPr lang="de-DE" sz="2400" smtClean="0"/>
            </a:lvl4pPr>
            <a:lvl5pPr>
              <a:defRPr lang="de-DE" sz="2400"/>
            </a:lvl5pPr>
          </a:lstStyle>
          <a:p>
            <a:pPr lvl="0"/>
            <a:r>
              <a:rPr lang="de-DE" sz="3733" cap="none" baseline="0" noProof="0">
                <a:solidFill>
                  <a:schemeClr val="tx1"/>
                </a:solidFill>
              </a:rPr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999795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nnchart Bildschirm">
    <p:bg>
      <p:bgPr>
        <a:solidFill>
          <a:srgbClr val="005F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4037953" y="2503382"/>
            <a:ext cx="6619465" cy="886396"/>
          </a:xfrm>
        </p:spPr>
        <p:txBody>
          <a:bodyPr anchor="b"/>
          <a:lstStyle>
            <a:lvl1pPr>
              <a:defRPr sz="6400" b="0" cap="all" baseline="0">
                <a:solidFill>
                  <a:srgbClr val="E60055"/>
                </a:solidFill>
              </a:defRPr>
            </a:lvl1pPr>
          </a:lstStyle>
          <a:p>
            <a:r>
              <a:rPr lang="de-DE" noProof="0" dirty="0"/>
              <a:t>Trennfolie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/>
          </p:nvPr>
        </p:nvSpPr>
        <p:spPr>
          <a:xfrm>
            <a:off x="4037289" y="3424735"/>
            <a:ext cx="6617673" cy="574453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de-DE" sz="3733" b="0" cap="none" baseline="0" smtClean="0">
                <a:latin typeface="+mj-lt"/>
                <a:ea typeface="+mj-ea"/>
                <a:cs typeface="+mj-cs"/>
              </a:defRPr>
            </a:lvl1pPr>
            <a:lvl2pPr>
              <a:defRPr lang="de-DE" sz="2400" smtClean="0"/>
            </a:lvl2pPr>
            <a:lvl3pPr>
              <a:defRPr lang="de-DE" sz="2400" smtClean="0"/>
            </a:lvl3pPr>
            <a:lvl4pPr>
              <a:defRPr lang="de-DE" sz="2400" smtClean="0"/>
            </a:lvl4pPr>
            <a:lvl5pPr>
              <a:defRPr lang="de-DE" sz="2400"/>
            </a:lvl5pPr>
          </a:lstStyle>
          <a:p>
            <a:pPr lvl="0"/>
            <a:r>
              <a:rPr lang="de-DE" sz="3733" cap="none" baseline="0" noProof="0">
                <a:solidFill>
                  <a:schemeClr val="tx1"/>
                </a:solidFill>
              </a:rPr>
              <a:t>Mastertextformat bearbeiten</a:t>
            </a:r>
          </a:p>
        </p:txBody>
      </p:sp>
      <p:grpSp>
        <p:nvGrpSpPr>
          <p:cNvPr id="28" name="Gruppieren 27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29" name="Freihandform 28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30" name="Freihandform 29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31" name="Freihandform 30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32" name="Freihandform 31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</p:grpSp>
      <p:grpSp>
        <p:nvGrpSpPr>
          <p:cNvPr id="33" name="Gruppieren 32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34" name="Freihandform 33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5" name="Freihandform 34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6" name="Freihandform 35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7" name="Freihandform 36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38" name="Gruppieren 37"/>
          <p:cNvGrpSpPr/>
          <p:nvPr userDrawn="1"/>
        </p:nvGrpSpPr>
        <p:grpSpPr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39" name="Freihandform 38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0" name="Freihandform 39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41" name="Gruppieren 40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42" name="Freihandform 41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3" name="Freihandform 42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pic>
        <p:nvPicPr>
          <p:cNvPr id="22" name="Grafik 21">
            <a:extLst>
              <a:ext uri="{FF2B5EF4-FFF2-40B4-BE49-F238E27FC236}">
                <a16:creationId xmlns:a16="http://schemas.microsoft.com/office/drawing/2014/main" id="{F53463B1-F665-4466-9B2A-C859B565C8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0780800" y="364590"/>
            <a:ext cx="1147200" cy="200903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024F050C-ADB9-48C7-81E4-D6F4115254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0778772" y="6280361"/>
            <a:ext cx="1149227" cy="21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8988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DB20AECB-6C66-4FA9-A95E-2611405C4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3708737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DB20AECB-6C66-4FA9-A95E-2611405C4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3F8E83C3-C999-4914-94BA-C50E0EDCF59B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211667" cy="211667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800"/>
              </a:spcBef>
              <a:buFont typeface="Arial" panose="020B0604020202020204" pitchFamily="34" charset="0"/>
              <a:buNone/>
            </a:pPr>
            <a:endParaRPr lang="de-DE" sz="3467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7408" y="708639"/>
            <a:ext cx="9120000" cy="480132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767999" y="336000"/>
            <a:ext cx="9120000" cy="287259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1867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Kapitelname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68351" y="1872000"/>
            <a:ext cx="9889067" cy="429385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Vierte Ebene</a:t>
            </a:r>
          </a:p>
          <a:p>
            <a:pPr lvl="2"/>
            <a:r>
              <a:rPr lang="de-DE" noProof="0" dirty="0"/>
              <a:t>Fünfte Ebene</a:t>
            </a:r>
          </a:p>
          <a:p>
            <a:pPr lvl="3"/>
            <a:r>
              <a:rPr lang="de-DE" noProof="0" dirty="0"/>
              <a:t>Erste Ebene</a:t>
            </a:r>
          </a:p>
          <a:p>
            <a:pPr lvl="4"/>
            <a:r>
              <a:rPr lang="de-DE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3569584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0D0A2B70-5DDD-46C0-B676-B52EA2E722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9667111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0D0A2B70-5DDD-46C0-B676-B52EA2E722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878923E8-D18F-493D-BAF7-4177C850764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211667" cy="211667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800"/>
              </a:spcBef>
              <a:buFont typeface="Arial" panose="020B0604020202020204" pitchFamily="34" charset="0"/>
              <a:buNone/>
            </a:pPr>
            <a:endParaRPr lang="de-DE" sz="3467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7408" y="708639"/>
            <a:ext cx="9120000" cy="480132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767999" y="336000"/>
            <a:ext cx="9120000" cy="287259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1867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Kapitelname</a:t>
            </a:r>
          </a:p>
        </p:txBody>
      </p:sp>
    </p:spTree>
    <p:extLst>
      <p:ext uri="{BB962C8B-B14F-4D97-AF65-F5344CB8AC3E}">
        <p14:creationId xmlns:p14="http://schemas.microsoft.com/office/powerpoint/2010/main" val="29086503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links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4C54A1DB-7F27-46FA-9306-37D13DBCEA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0683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4C54A1DB-7F27-46FA-9306-37D13DBCEA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3F4FDF2C-5DBA-4006-92B2-482E75F1DD46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211667" cy="211667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800"/>
              </a:spcBef>
              <a:buFont typeface="Arial" panose="020B0604020202020204" pitchFamily="34" charset="0"/>
              <a:buNone/>
            </a:pPr>
            <a:endParaRPr lang="de-DE" sz="3467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7408" y="708639"/>
            <a:ext cx="9120000" cy="480132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2"/>
          </p:nvPr>
        </p:nvSpPr>
        <p:spPr>
          <a:xfrm>
            <a:off x="768351" y="1940984"/>
            <a:ext cx="4751916" cy="3936000"/>
          </a:xfrm>
          <a:blipFill>
            <a:blip r:embed="rId6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idx="13" hasCustomPrompt="1"/>
          </p:nvPr>
        </p:nvSpPr>
        <p:spPr bwMode="gray">
          <a:xfrm>
            <a:off x="767409" y="5966987"/>
            <a:ext cx="4754033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de-DE" noProof="0" dirty="0"/>
              <a:t>Optionale Bildunterschrift in Schwarz oder in Farbe</a:t>
            </a:r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767999" y="336000"/>
            <a:ext cx="9120000" cy="287259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1867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Kapitelname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903385" y="1872000"/>
            <a:ext cx="4754033" cy="429385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Vierte Ebene</a:t>
            </a:r>
          </a:p>
          <a:p>
            <a:pPr lvl="2"/>
            <a:r>
              <a:rPr lang="de-DE" noProof="0" dirty="0"/>
              <a:t>Fünfte Ebene</a:t>
            </a:r>
          </a:p>
          <a:p>
            <a:pPr lvl="3"/>
            <a:r>
              <a:rPr lang="de-DE" noProof="0" dirty="0"/>
              <a:t>Erste Ebene</a:t>
            </a:r>
          </a:p>
          <a:p>
            <a:pPr lvl="4"/>
            <a:r>
              <a:rPr lang="de-DE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11034926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2/3 Bild und 1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65C404D7-E007-4334-A0E0-B33D1FFEBC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6425273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65C404D7-E007-4334-A0E0-B33D1FFEBC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7A9924E8-1AD4-4298-8609-F13EB107A2C0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211667" cy="211667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800"/>
              </a:spcBef>
              <a:buFont typeface="Arial" panose="020B0604020202020204" pitchFamily="34" charset="0"/>
              <a:buNone/>
            </a:pPr>
            <a:endParaRPr lang="de-DE" sz="3467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7408" y="708639"/>
            <a:ext cx="9120000" cy="480132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2"/>
          </p:nvPr>
        </p:nvSpPr>
        <p:spPr>
          <a:xfrm>
            <a:off x="768352" y="1940984"/>
            <a:ext cx="6335761" cy="3936000"/>
          </a:xfrm>
          <a:blipFill>
            <a:blip r:embed="rId6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idx="13" hasCustomPrompt="1"/>
          </p:nvPr>
        </p:nvSpPr>
        <p:spPr bwMode="gray">
          <a:xfrm>
            <a:off x="767407" y="5966987"/>
            <a:ext cx="63360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de-DE" noProof="0" dirty="0"/>
              <a:t>Optionale Bildunterschrift in Schwarz oder in Farbe</a:t>
            </a:r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767999" y="336000"/>
            <a:ext cx="9120000" cy="287259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1867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Kapitelname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488155" y="1872000"/>
            <a:ext cx="3169263" cy="429385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Vierte Ebene</a:t>
            </a:r>
          </a:p>
          <a:p>
            <a:pPr lvl="2"/>
            <a:r>
              <a:rPr lang="de-DE" noProof="0" dirty="0"/>
              <a:t>Fünfte Ebene</a:t>
            </a:r>
          </a:p>
          <a:p>
            <a:pPr lvl="3"/>
            <a:r>
              <a:rPr lang="de-DE" noProof="0" dirty="0"/>
              <a:t>Erste Ebene</a:t>
            </a:r>
          </a:p>
          <a:p>
            <a:pPr lvl="4"/>
            <a:r>
              <a:rPr lang="de-DE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14766358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FD83A4F3-4D74-46C9-9FFD-369708F3D6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993523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FD83A4F3-4D74-46C9-9FFD-369708F3D6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0182E95A-2D87-4C56-9166-14A394C57A02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211667" cy="211667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800"/>
              </a:spcBef>
              <a:buFont typeface="Arial" panose="020B0604020202020204" pitchFamily="34" charset="0"/>
              <a:buNone/>
            </a:pPr>
            <a:endParaRPr lang="de-DE" sz="3467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7408" y="708639"/>
            <a:ext cx="9120000" cy="480132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2"/>
          </p:nvPr>
        </p:nvSpPr>
        <p:spPr>
          <a:xfrm>
            <a:off x="768351" y="1940984"/>
            <a:ext cx="9889067" cy="3936000"/>
          </a:xfrm>
          <a:blipFill>
            <a:blip r:embed="rId6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idx="13" hasCustomPrompt="1"/>
          </p:nvPr>
        </p:nvSpPr>
        <p:spPr bwMode="gray">
          <a:xfrm>
            <a:off x="767407" y="5966987"/>
            <a:ext cx="98880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de-DE" noProof="0" dirty="0"/>
              <a:t>Optionale Bildunterschrift in Schwarz oder in Farbe</a:t>
            </a:r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767999" y="336000"/>
            <a:ext cx="9120000" cy="287259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1867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Kapitelname</a:t>
            </a:r>
          </a:p>
        </p:txBody>
      </p:sp>
    </p:spTree>
    <p:extLst>
      <p:ext uri="{BB962C8B-B14F-4D97-AF65-F5344CB8AC3E}">
        <p14:creationId xmlns:p14="http://schemas.microsoft.com/office/powerpoint/2010/main" val="389952583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3394BB13-371F-4715-8E40-FC0CDDFBCD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8873747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3394BB13-371F-4715-8E40-FC0CDDFBCD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029AAA88-0EDB-4B32-8B38-813B5C6234FF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211667" cy="211667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800"/>
              </a:spcBef>
              <a:buFont typeface="Arial" panose="020B0604020202020204" pitchFamily="34" charset="0"/>
              <a:buNone/>
            </a:pPr>
            <a:endParaRPr lang="de-DE" sz="3467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7408" y="708639"/>
            <a:ext cx="9120000" cy="480132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2"/>
          </p:nvPr>
        </p:nvSpPr>
        <p:spPr>
          <a:xfrm>
            <a:off x="768351" y="1940984"/>
            <a:ext cx="4751916" cy="3936000"/>
          </a:xfrm>
          <a:blipFill>
            <a:blip r:embed="rId6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idx="13" hasCustomPrompt="1"/>
          </p:nvPr>
        </p:nvSpPr>
        <p:spPr bwMode="gray">
          <a:xfrm>
            <a:off x="767409" y="5966987"/>
            <a:ext cx="4754033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de-DE" noProof="0" dirty="0"/>
              <a:t>Optionale Bildunterschrift in Schwarz oder in Farbe</a:t>
            </a:r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767999" y="336000"/>
            <a:ext cx="9120000" cy="287259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1867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Kapitelname</a:t>
            </a: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15"/>
          </p:nvPr>
        </p:nvSpPr>
        <p:spPr>
          <a:xfrm>
            <a:off x="5904443" y="1940984"/>
            <a:ext cx="4751916" cy="3936000"/>
          </a:xfrm>
          <a:blipFill>
            <a:blip r:embed="rId6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2"/>
          <p:cNvSpPr>
            <a:spLocks noGrp="1"/>
          </p:cNvSpPr>
          <p:nvPr>
            <p:ph idx="16" hasCustomPrompt="1"/>
          </p:nvPr>
        </p:nvSpPr>
        <p:spPr bwMode="gray">
          <a:xfrm>
            <a:off x="5904444" y="5966987"/>
            <a:ext cx="4754033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de-DE" noProof="0" dirty="0"/>
              <a:t>Optionale Bildunterschrift in Schwarz oder in Farbe</a:t>
            </a:r>
          </a:p>
        </p:txBody>
      </p:sp>
    </p:spTree>
    <p:extLst>
      <p:ext uri="{BB962C8B-B14F-4D97-AF65-F5344CB8AC3E}">
        <p14:creationId xmlns:p14="http://schemas.microsoft.com/office/powerpoint/2010/main" val="150758807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 h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Titel 1"/>
          <p:cNvSpPr>
            <a:spLocks noGrp="1"/>
          </p:cNvSpPr>
          <p:nvPr>
            <p:ph type="ctrTitle"/>
          </p:nvPr>
        </p:nvSpPr>
        <p:spPr bwMode="blackWhite">
          <a:xfrm>
            <a:off x="768349" y="3429000"/>
            <a:ext cx="4608000" cy="1920000"/>
          </a:xfrm>
          <a:solidFill>
            <a:srgbClr val="64B42D"/>
          </a:solidFill>
        </p:spPr>
        <p:txBody>
          <a:bodyPr lIns="216000" tIns="201600" rIns="180000" bIns="230400">
            <a:noAutofit/>
          </a:bodyPr>
          <a:lstStyle>
            <a:lvl1pPr>
              <a:defRPr sz="2667" b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9521653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 dun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228594" indent="-228594" algn="ctr">
              <a:buFont typeface="Arial" panose="020B0604020202020204" pitchFamily="34" charset="0"/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Titel 1"/>
          <p:cNvSpPr>
            <a:spLocks noGrp="1"/>
          </p:cNvSpPr>
          <p:nvPr>
            <p:ph type="ctrTitle"/>
          </p:nvPr>
        </p:nvSpPr>
        <p:spPr bwMode="blackWhite">
          <a:xfrm>
            <a:off x="1506539" y="1115219"/>
            <a:ext cx="3456000" cy="1920000"/>
          </a:xfrm>
          <a:solidFill>
            <a:srgbClr val="E60055"/>
          </a:solidFill>
        </p:spPr>
        <p:txBody>
          <a:bodyPr lIns="216000" tIns="201600" rIns="180000" bIns="230400">
            <a:noAutofit/>
          </a:bodyPr>
          <a:lstStyle>
            <a:lvl1pPr>
              <a:defRPr sz="2267" b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666060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er mit 3 Text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8"/>
          <p:cNvSpPr>
            <a:spLocks noGrp="1"/>
          </p:cNvSpPr>
          <p:nvPr>
            <p:ph type="pic" sz="quarter" idx="12"/>
          </p:nvPr>
        </p:nvSpPr>
        <p:spPr>
          <a:xfrm>
            <a:off x="-6581" y="0"/>
            <a:ext cx="4080000" cy="68592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Bildplatzhalter 8"/>
          <p:cNvSpPr>
            <a:spLocks noGrp="1"/>
          </p:cNvSpPr>
          <p:nvPr>
            <p:ph type="pic" sz="quarter" idx="13"/>
          </p:nvPr>
        </p:nvSpPr>
        <p:spPr>
          <a:xfrm>
            <a:off x="4056000" y="0"/>
            <a:ext cx="4080000" cy="68592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Bildplatzhalter 8"/>
          <p:cNvSpPr>
            <a:spLocks noGrp="1"/>
          </p:cNvSpPr>
          <p:nvPr>
            <p:ph type="pic" sz="quarter" idx="14"/>
          </p:nvPr>
        </p:nvSpPr>
        <p:spPr>
          <a:xfrm>
            <a:off x="8112000" y="0"/>
            <a:ext cx="4080000" cy="68592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15"/>
          </p:nvPr>
        </p:nvSpPr>
        <p:spPr bwMode="blackWhite">
          <a:xfrm>
            <a:off x="503675" y="4625747"/>
            <a:ext cx="3072000" cy="1536000"/>
          </a:xfrm>
          <a:solidFill>
            <a:schemeClr val="accent1"/>
          </a:solidFill>
        </p:spPr>
        <p:txBody>
          <a:bodyPr lIns="216000" tIns="144000" rIns="180000" bIns="230400">
            <a:noAutofit/>
          </a:bodyPr>
          <a:lstStyle>
            <a:lvl1pPr>
              <a:defRPr sz="1600" b="0"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3" name="Textplatzhalter 5"/>
          <p:cNvSpPr>
            <a:spLocks noGrp="1"/>
          </p:cNvSpPr>
          <p:nvPr>
            <p:ph type="body" sz="quarter" idx="17"/>
          </p:nvPr>
        </p:nvSpPr>
        <p:spPr bwMode="blackWhite">
          <a:xfrm>
            <a:off x="4560000" y="4625747"/>
            <a:ext cx="3072000" cy="1536000"/>
          </a:xfrm>
          <a:solidFill>
            <a:schemeClr val="accent6"/>
          </a:solidFill>
        </p:spPr>
        <p:txBody>
          <a:bodyPr lIns="216000" tIns="144000" rIns="180000" bIns="230400">
            <a:noAutofit/>
          </a:bodyPr>
          <a:lstStyle>
            <a:lvl1pPr>
              <a:defRPr sz="1600" b="0"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8"/>
          </p:nvPr>
        </p:nvSpPr>
        <p:spPr bwMode="blackWhite">
          <a:xfrm>
            <a:off x="8616000" y="4625747"/>
            <a:ext cx="3072000" cy="1536000"/>
          </a:xfrm>
          <a:solidFill>
            <a:srgbClr val="64B42D"/>
          </a:solidFill>
        </p:spPr>
        <p:txBody>
          <a:bodyPr lIns="216000" tIns="144000" rIns="180000" bIns="230400">
            <a:noAutofit/>
          </a:bodyPr>
          <a:lstStyle>
            <a:lvl1pPr>
              <a:defRPr sz="1600" b="0"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185992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Dru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 bwMode="blackWhite">
          <a:xfrm>
            <a:off x="1666556" y="1316765"/>
            <a:ext cx="3840000" cy="1920000"/>
          </a:xfrm>
          <a:solidFill>
            <a:schemeClr val="accent1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1" name="Textplatzhalter 5"/>
          <p:cNvSpPr>
            <a:spLocks noGrp="1"/>
          </p:cNvSpPr>
          <p:nvPr>
            <p:ph type="body" sz="quarter" idx="13"/>
          </p:nvPr>
        </p:nvSpPr>
        <p:spPr bwMode="blackWhite">
          <a:xfrm>
            <a:off x="514556" y="3573016"/>
            <a:ext cx="4992000" cy="1920000"/>
          </a:xfrm>
          <a:solidFill>
            <a:schemeClr val="accent3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14"/>
          </p:nvPr>
        </p:nvSpPr>
        <p:spPr bwMode="blackWhite">
          <a:xfrm>
            <a:off x="5902649" y="1943951"/>
            <a:ext cx="3840000" cy="1920000"/>
          </a:xfrm>
          <a:solidFill>
            <a:schemeClr val="accent5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3" name="Textplatzhalter 5"/>
          <p:cNvSpPr>
            <a:spLocks noGrp="1"/>
          </p:cNvSpPr>
          <p:nvPr>
            <p:ph type="body" sz="quarter" idx="15"/>
          </p:nvPr>
        </p:nvSpPr>
        <p:spPr bwMode="blackWhite">
          <a:xfrm>
            <a:off x="5902649" y="4232136"/>
            <a:ext cx="4992000" cy="1920000"/>
          </a:xfrm>
          <a:solidFill>
            <a:srgbClr val="64B42D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404516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usammenfassung Bildschir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 bwMode="black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 bwMode="black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12"/>
          </p:nvPr>
        </p:nvSpPr>
        <p:spPr bwMode="blackWhite">
          <a:xfrm>
            <a:off x="1666556" y="1316765"/>
            <a:ext cx="3840000" cy="1920000"/>
          </a:xfrm>
          <a:solidFill>
            <a:schemeClr val="accent1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4" name="Textplatzhalter 5"/>
          <p:cNvSpPr>
            <a:spLocks noGrp="1"/>
          </p:cNvSpPr>
          <p:nvPr>
            <p:ph type="body" sz="quarter" idx="13"/>
          </p:nvPr>
        </p:nvSpPr>
        <p:spPr bwMode="blackWhite">
          <a:xfrm>
            <a:off x="514556" y="3573016"/>
            <a:ext cx="4992000" cy="1920000"/>
          </a:xfrm>
          <a:solidFill>
            <a:schemeClr val="accent3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4"/>
          </p:nvPr>
        </p:nvSpPr>
        <p:spPr bwMode="blackWhite">
          <a:xfrm>
            <a:off x="5902649" y="1943951"/>
            <a:ext cx="3840000" cy="1920000"/>
          </a:xfrm>
          <a:solidFill>
            <a:schemeClr val="accent5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/>
          </p:nvPr>
        </p:nvSpPr>
        <p:spPr bwMode="blackWhite">
          <a:xfrm>
            <a:off x="5902649" y="4232136"/>
            <a:ext cx="4992000" cy="1920000"/>
          </a:xfrm>
          <a:solidFill>
            <a:srgbClr val="64B42D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grpSp>
        <p:nvGrpSpPr>
          <p:cNvPr id="34" name="Gruppieren 33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35" name="Freihandform 34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36" name="Freihandform 35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37" name="Freihandform 36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38" name="Freihandform 37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</p:grpSp>
      <p:grpSp>
        <p:nvGrpSpPr>
          <p:cNvPr id="39" name="Gruppieren 38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40" name="Freihandform 39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1" name="Freihandform 40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2" name="Freihandform 41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3" name="Freihandform 42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44" name="Gruppieren 43"/>
          <p:cNvGrpSpPr/>
          <p:nvPr userDrawn="1"/>
        </p:nvGrpSpPr>
        <p:grpSpPr bwMode="blackWhite"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45" name="Freihandform 44"/>
            <p:cNvSpPr/>
            <p:nvPr/>
          </p:nvSpPr>
          <p:spPr bwMode="blackWhite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6" name="Freihandform 45"/>
            <p:cNvSpPr/>
            <p:nvPr/>
          </p:nvSpPr>
          <p:spPr bwMode="blackWhite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47" name="Gruppieren 46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48" name="Freihandform 47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9" name="Freihandform 48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pic>
        <p:nvPicPr>
          <p:cNvPr id="26" name="Grafik 25">
            <a:extLst>
              <a:ext uri="{FF2B5EF4-FFF2-40B4-BE49-F238E27FC236}">
                <a16:creationId xmlns:a16="http://schemas.microsoft.com/office/drawing/2014/main" id="{57091C12-D512-4D31-BF5C-FAB6387B13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0780800" y="364590"/>
            <a:ext cx="1147200" cy="200903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69EBB871-412E-4D52-A473-3B2E72739F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0778772" y="6280361"/>
            <a:ext cx="1149227" cy="21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098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80B13D5C-5FA9-452E-94F5-DA1D0D802E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099232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80B13D5C-5FA9-452E-94F5-DA1D0D802E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B4F6D46A-358A-462E-8ED8-8C586107351C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211667" cy="211667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800"/>
              </a:spcBef>
              <a:buFont typeface="Arial" panose="020B0604020202020204" pitchFamily="34" charset="0"/>
              <a:buNone/>
            </a:pPr>
            <a:endParaRPr lang="de-DE" sz="3467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7408" y="708639"/>
            <a:ext cx="9120000" cy="480132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5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767999" y="336000"/>
            <a:ext cx="9120000" cy="287259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1867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Kapitelname</a:t>
            </a:r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13"/>
          </p:nvPr>
        </p:nvSpPr>
        <p:spPr bwMode="blackWhite">
          <a:xfrm>
            <a:off x="765268" y="1939195"/>
            <a:ext cx="6144000" cy="805551"/>
          </a:xfrm>
          <a:solidFill>
            <a:schemeClr val="accent3"/>
          </a:solidFill>
        </p:spPr>
        <p:txBody>
          <a:bodyPr lIns="216000" tIns="201600" rIns="180000" bIns="230400">
            <a:sp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118976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7092367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agwort Dru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6502C428-00E1-4787-A39D-08AF6A1D9E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8032587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6502C428-00E1-4787-A39D-08AF6A1D9E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1534585" y="2364499"/>
            <a:ext cx="9122833" cy="1588127"/>
          </a:xfrm>
        </p:spPr>
        <p:txBody>
          <a:bodyPr vert="horz" wrap="square" lIns="0" tIns="0" rIns="0" bIns="0" rtlCol="0" anchor="t" anchorCtr="0">
            <a:spAutoFit/>
          </a:bodyPr>
          <a:lstStyle>
            <a:lvl1pPr algn="ctr">
              <a:defRPr lang="de-DE" sz="11466" b="0" cap="all" spc="400" baseline="0" dirty="0">
                <a:solidFill>
                  <a:srgbClr val="C81E82"/>
                </a:solidFill>
              </a:defRPr>
            </a:lvl1pPr>
          </a:lstStyle>
          <a:p>
            <a:pPr lvl="0" algn="ctr"/>
            <a:r>
              <a:rPr lang="de-DE" noProof="0" dirty="0"/>
              <a:t>Schlagwort</a:t>
            </a:r>
          </a:p>
        </p:txBody>
      </p:sp>
    </p:spTree>
    <p:extLst>
      <p:ext uri="{BB962C8B-B14F-4D97-AF65-F5344CB8AC3E}">
        <p14:creationId xmlns:p14="http://schemas.microsoft.com/office/powerpoint/2010/main" val="361580239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agwort Bildschirm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94504158-525D-482E-9607-7E29CE4DF4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23212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94504158-525D-482E-9607-7E29CE4DF4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1534585" y="2364499"/>
            <a:ext cx="9122833" cy="1588127"/>
          </a:xfrm>
        </p:spPr>
        <p:txBody>
          <a:bodyPr/>
          <a:lstStyle>
            <a:lvl1pPr algn="ctr">
              <a:defRPr sz="11466" b="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Schlagwort</a:t>
            </a:r>
          </a:p>
        </p:txBody>
      </p:sp>
      <p:grpSp>
        <p:nvGrpSpPr>
          <p:cNvPr id="26" name="Gruppieren 25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27" name="Freihandform 26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28" name="Freihandform 27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29" name="Freihandform 28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30" name="Freihandform 29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32" name="Freihandform 31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3" name="Freihandform 32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4" name="Freihandform 33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5" name="Freihandform 34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36" name="Gruppieren 35"/>
          <p:cNvGrpSpPr/>
          <p:nvPr userDrawn="1"/>
        </p:nvGrpSpPr>
        <p:grpSpPr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37" name="Freihandform 36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38" name="Freihandform 37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39" name="Gruppieren 38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40" name="Freihandform 39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1" name="Freihandform 40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pic>
        <p:nvPicPr>
          <p:cNvPr id="24" name="Grafik 23">
            <a:extLst>
              <a:ext uri="{FF2B5EF4-FFF2-40B4-BE49-F238E27FC236}">
                <a16:creationId xmlns:a16="http://schemas.microsoft.com/office/drawing/2014/main" id="{26329762-5928-4C0F-8311-48E56311E3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black">
          <a:xfrm>
            <a:off x="10780800" y="364590"/>
            <a:ext cx="1147200" cy="200903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4A589DF0-2D67-4331-81EF-3E46E537CD6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black">
          <a:xfrm>
            <a:off x="10778772" y="6280361"/>
            <a:ext cx="1149227" cy="21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266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blackWhite">
          <a:xfrm>
            <a:off x="758191" y="3176792"/>
            <a:ext cx="4608000" cy="2304000"/>
          </a:xfrm>
          <a:solidFill>
            <a:schemeClr val="accent3"/>
          </a:solidFill>
        </p:spPr>
        <p:txBody>
          <a:bodyPr lIns="396000" tIns="396000" rIns="396000" bIns="432000">
            <a:noAutofit/>
          </a:bodyPr>
          <a:lstStyle>
            <a:lvl1pPr>
              <a:defRPr sz="3333" b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grpSp>
        <p:nvGrpSpPr>
          <p:cNvPr id="41" name="Gruppieren 40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42" name="Freihandform 41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3" name="Freihandform 42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4" name="Freihandform 43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5" name="Freihandform 44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  <p:grpSp>
        <p:nvGrpSpPr>
          <p:cNvPr id="46" name="Gruppieren 45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47" name="Freihandform 46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8" name="Freihandform 47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9" name="Freihandform 48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50" name="Freihandform 49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51" name="Gruppieren 50"/>
          <p:cNvGrpSpPr/>
          <p:nvPr userDrawn="1"/>
        </p:nvGrpSpPr>
        <p:grpSpPr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52" name="Freihandform 51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53" name="Freihandform 52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54" name="Gruppieren 53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55" name="Freihandform 54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56" name="Freihandform 55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pic>
        <p:nvPicPr>
          <p:cNvPr id="25" name="Grafik 24">
            <a:extLst>
              <a:ext uri="{FF2B5EF4-FFF2-40B4-BE49-F238E27FC236}">
                <a16:creationId xmlns:a16="http://schemas.microsoft.com/office/drawing/2014/main" id="{B3463DD9-AA5C-407F-8B5B-0DD8886DC6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642004" y="1950508"/>
            <a:ext cx="2540001" cy="444816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9825F513-2116-47C9-8AF9-EF390D6B12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440214" y="287999"/>
            <a:ext cx="2539977" cy="46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1739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sprechpartner Druc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uppieren 40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42" name="Freihandform 41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3" name="Freihandform 42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4" name="Freihandform 43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5" name="Freihandform 44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  <p:grpSp>
        <p:nvGrpSpPr>
          <p:cNvPr id="46" name="Gruppieren 45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47" name="Freihandform 46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48" name="Freihandform 47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49" name="Freihandform 48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50" name="Freihandform 49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grpSp>
        <p:nvGrpSpPr>
          <p:cNvPr id="51" name="Gruppieren 50"/>
          <p:cNvGrpSpPr/>
          <p:nvPr userDrawn="1"/>
        </p:nvGrpSpPr>
        <p:grpSpPr bwMode="blackWhite"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52" name="Freihandform 51"/>
            <p:cNvSpPr/>
            <p:nvPr/>
          </p:nvSpPr>
          <p:spPr bwMode="blackWhite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53" name="Freihandform 52"/>
            <p:cNvSpPr/>
            <p:nvPr/>
          </p:nvSpPr>
          <p:spPr bwMode="blackWhite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54" name="Gruppieren 53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55" name="Freihandform 54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56" name="Freihandform 55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sp>
        <p:nvSpPr>
          <p:cNvPr id="23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758789" y="1909557"/>
            <a:ext cx="4608000" cy="4224000"/>
          </a:xfrm>
          <a:solidFill>
            <a:schemeClr val="accent3"/>
          </a:solidFill>
        </p:spPr>
        <p:txBody>
          <a:bodyPr lIns="360000" tIns="360000" rIns="270000" bIns="270000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Ansprechpartner</a:t>
            </a:r>
          </a:p>
        </p:txBody>
      </p:sp>
      <p:sp>
        <p:nvSpPr>
          <p:cNvPr id="24" name="Textplatzhalter 8"/>
          <p:cNvSpPr>
            <a:spLocks noGrp="1"/>
          </p:cNvSpPr>
          <p:nvPr>
            <p:ph type="body" sz="quarter" idx="13" hasCustomPrompt="1"/>
          </p:nvPr>
        </p:nvSpPr>
        <p:spPr bwMode="blackWhite">
          <a:xfrm>
            <a:off x="758789" y="3055118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25" name="Textplatzhalter 8"/>
          <p:cNvSpPr>
            <a:spLocks noGrp="1"/>
          </p:cNvSpPr>
          <p:nvPr>
            <p:ph type="body" sz="quarter" idx="14" hasCustomPrompt="1"/>
          </p:nvPr>
        </p:nvSpPr>
        <p:spPr bwMode="blackWhite">
          <a:xfrm>
            <a:off x="758789" y="4215971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26" name="Textplatzhalter 8"/>
          <p:cNvSpPr>
            <a:spLocks noGrp="1"/>
          </p:cNvSpPr>
          <p:nvPr>
            <p:ph type="body" sz="quarter" idx="15" hasCustomPrompt="1"/>
          </p:nvPr>
        </p:nvSpPr>
        <p:spPr bwMode="blackWhite">
          <a:xfrm>
            <a:off x="758789" y="3318788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27" name="Textplatzhalter 8"/>
          <p:cNvSpPr>
            <a:spLocks noGrp="1"/>
          </p:cNvSpPr>
          <p:nvPr>
            <p:ph type="body" sz="quarter" idx="16" hasCustomPrompt="1"/>
          </p:nvPr>
        </p:nvSpPr>
        <p:spPr bwMode="blackWhite">
          <a:xfrm>
            <a:off x="758789" y="3582459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28" name="Textplatzhalter 8"/>
          <p:cNvSpPr>
            <a:spLocks noGrp="1"/>
          </p:cNvSpPr>
          <p:nvPr>
            <p:ph type="body" sz="quarter" idx="17" hasCustomPrompt="1"/>
          </p:nvPr>
        </p:nvSpPr>
        <p:spPr bwMode="blackWhite">
          <a:xfrm>
            <a:off x="758789" y="3846130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  <p:sp>
        <p:nvSpPr>
          <p:cNvPr id="29" name="Textplatzhalter 8"/>
          <p:cNvSpPr>
            <a:spLocks noGrp="1"/>
          </p:cNvSpPr>
          <p:nvPr>
            <p:ph type="body" sz="quarter" idx="18" hasCustomPrompt="1"/>
          </p:nvPr>
        </p:nvSpPr>
        <p:spPr bwMode="blackWhite">
          <a:xfrm>
            <a:off x="758789" y="4479642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30" name="Textplatzhalter 8"/>
          <p:cNvSpPr>
            <a:spLocks noGrp="1"/>
          </p:cNvSpPr>
          <p:nvPr>
            <p:ph type="body" sz="quarter" idx="19" hasCustomPrompt="1"/>
          </p:nvPr>
        </p:nvSpPr>
        <p:spPr bwMode="blackWhite">
          <a:xfrm>
            <a:off x="758789" y="4743312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31" name="Textplatzhalter 8"/>
          <p:cNvSpPr>
            <a:spLocks noGrp="1"/>
          </p:cNvSpPr>
          <p:nvPr>
            <p:ph type="body" sz="quarter" idx="20" hasCustomPrompt="1"/>
          </p:nvPr>
        </p:nvSpPr>
        <p:spPr bwMode="blackWhite">
          <a:xfrm>
            <a:off x="758789" y="5006982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62C33251-DF7C-431F-BB8E-A79F5D0C1F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642004" y="1950508"/>
            <a:ext cx="2540001" cy="444816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052E9553-3D94-49CF-87CF-EEA839906E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440214" y="287999"/>
            <a:ext cx="2539977" cy="46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2192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Bildschirm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blackWhite">
          <a:xfrm>
            <a:off x="758191" y="3176792"/>
            <a:ext cx="4608000" cy="2304000"/>
          </a:xfrm>
          <a:solidFill>
            <a:srgbClr val="E60055"/>
          </a:solidFill>
        </p:spPr>
        <p:txBody>
          <a:bodyPr lIns="396000" tIns="396000" rIns="396000" bIns="432000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grpSp>
        <p:nvGrpSpPr>
          <p:cNvPr id="41" name="Gruppieren 40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42" name="Freihandform 41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3" name="Freihandform 42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4" name="Freihandform 43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5" name="Freihandform 44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46" name="Gruppieren 45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47" name="Freihandform 46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8" name="Freihandform 47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9" name="Freihandform 48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50" name="Freihandform 49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51" name="Gruppieren 50"/>
          <p:cNvGrpSpPr/>
          <p:nvPr userDrawn="1"/>
        </p:nvGrpSpPr>
        <p:grpSpPr bwMode="blackWhite"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52" name="Freihandform 51"/>
            <p:cNvSpPr/>
            <p:nvPr/>
          </p:nvSpPr>
          <p:spPr bwMode="blackWhite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53" name="Freihandform 52"/>
            <p:cNvSpPr/>
            <p:nvPr/>
          </p:nvSpPr>
          <p:spPr bwMode="blackWhite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54" name="Gruppieren 53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55" name="Freihandform 54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56" name="Freihandform 55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pic>
        <p:nvPicPr>
          <p:cNvPr id="24" name="Grafik 23">
            <a:extLst>
              <a:ext uri="{FF2B5EF4-FFF2-40B4-BE49-F238E27FC236}">
                <a16:creationId xmlns:a16="http://schemas.microsoft.com/office/drawing/2014/main" id="{658EA6B6-7EA9-4F20-AFF7-383CB1FEA0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642004" y="1950508"/>
            <a:ext cx="2540001" cy="444816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3045587D-526A-41A5-8E90-AD7500C6AA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440214" y="287999"/>
            <a:ext cx="2539972" cy="46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7650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sprechpartner Bildschirm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uppieren 40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42" name="Freihandform 41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3" name="Freihandform 42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4" name="Freihandform 43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5" name="Freihandform 44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46" name="Gruppieren 45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47" name="Freihandform 46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8" name="Freihandform 47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9" name="Freihandform 48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50" name="Freihandform 49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51" name="Gruppieren 50"/>
          <p:cNvGrpSpPr/>
          <p:nvPr userDrawn="1"/>
        </p:nvGrpSpPr>
        <p:grpSpPr bwMode="blackWhite"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52" name="Freihandform 51"/>
            <p:cNvSpPr/>
            <p:nvPr/>
          </p:nvSpPr>
          <p:spPr bwMode="blackWhite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53" name="Freihandform 52"/>
            <p:cNvSpPr/>
            <p:nvPr/>
          </p:nvSpPr>
          <p:spPr bwMode="blackWhite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54" name="Gruppieren 53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55" name="Freihandform 54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56" name="Freihandform 55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sp>
        <p:nvSpPr>
          <p:cNvPr id="23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758789" y="1909557"/>
            <a:ext cx="4608000" cy="4224000"/>
          </a:xfrm>
          <a:solidFill>
            <a:srgbClr val="E60055"/>
          </a:solidFill>
        </p:spPr>
        <p:txBody>
          <a:bodyPr lIns="360000" tIns="360000" rIns="270000" bIns="270000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Ansprechpartner</a:t>
            </a:r>
          </a:p>
        </p:txBody>
      </p:sp>
      <p:sp>
        <p:nvSpPr>
          <p:cNvPr id="24" name="Textplatzhalter 8"/>
          <p:cNvSpPr>
            <a:spLocks noGrp="1"/>
          </p:cNvSpPr>
          <p:nvPr>
            <p:ph type="body" sz="quarter" idx="13" hasCustomPrompt="1"/>
          </p:nvPr>
        </p:nvSpPr>
        <p:spPr bwMode="blackWhite">
          <a:xfrm>
            <a:off x="758789" y="3055118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25" name="Textplatzhalter 8"/>
          <p:cNvSpPr>
            <a:spLocks noGrp="1"/>
          </p:cNvSpPr>
          <p:nvPr>
            <p:ph type="body" sz="quarter" idx="14" hasCustomPrompt="1"/>
          </p:nvPr>
        </p:nvSpPr>
        <p:spPr bwMode="blackWhite">
          <a:xfrm>
            <a:off x="758789" y="4215971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26" name="Textplatzhalter 8"/>
          <p:cNvSpPr>
            <a:spLocks noGrp="1"/>
          </p:cNvSpPr>
          <p:nvPr>
            <p:ph type="body" sz="quarter" idx="15" hasCustomPrompt="1"/>
          </p:nvPr>
        </p:nvSpPr>
        <p:spPr bwMode="blackWhite">
          <a:xfrm>
            <a:off x="758789" y="3318788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27" name="Textplatzhalter 8"/>
          <p:cNvSpPr>
            <a:spLocks noGrp="1"/>
          </p:cNvSpPr>
          <p:nvPr>
            <p:ph type="body" sz="quarter" idx="16" hasCustomPrompt="1"/>
          </p:nvPr>
        </p:nvSpPr>
        <p:spPr bwMode="blackWhite">
          <a:xfrm>
            <a:off x="758789" y="3582459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28" name="Textplatzhalter 8"/>
          <p:cNvSpPr>
            <a:spLocks noGrp="1"/>
          </p:cNvSpPr>
          <p:nvPr>
            <p:ph type="body" sz="quarter" idx="17" hasCustomPrompt="1"/>
          </p:nvPr>
        </p:nvSpPr>
        <p:spPr bwMode="blackWhite">
          <a:xfrm>
            <a:off x="758789" y="3846130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  <p:sp>
        <p:nvSpPr>
          <p:cNvPr id="29" name="Textplatzhalter 8"/>
          <p:cNvSpPr>
            <a:spLocks noGrp="1"/>
          </p:cNvSpPr>
          <p:nvPr>
            <p:ph type="body" sz="quarter" idx="18" hasCustomPrompt="1"/>
          </p:nvPr>
        </p:nvSpPr>
        <p:spPr bwMode="blackWhite">
          <a:xfrm>
            <a:off x="758789" y="4479642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30" name="Textplatzhalter 8"/>
          <p:cNvSpPr>
            <a:spLocks noGrp="1"/>
          </p:cNvSpPr>
          <p:nvPr>
            <p:ph type="body" sz="quarter" idx="19" hasCustomPrompt="1"/>
          </p:nvPr>
        </p:nvSpPr>
        <p:spPr bwMode="blackWhite">
          <a:xfrm>
            <a:off x="758789" y="4743312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31" name="Textplatzhalter 8"/>
          <p:cNvSpPr>
            <a:spLocks noGrp="1"/>
          </p:cNvSpPr>
          <p:nvPr>
            <p:ph type="body" sz="quarter" idx="20" hasCustomPrompt="1"/>
          </p:nvPr>
        </p:nvSpPr>
        <p:spPr bwMode="blackWhite">
          <a:xfrm>
            <a:off x="758789" y="5006982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83935FDC-A30C-41FC-A6F1-36663112CC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642004" y="1950508"/>
            <a:ext cx="2540001" cy="444816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CB1C11E4-00F7-4ECD-BDF2-883EF162D3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440214" y="287999"/>
            <a:ext cx="2539972" cy="46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745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6867BC6-D6F4-4215-B307-CC99816FE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009224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6867BC6-D6F4-4215-B307-CC99816FE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2D86A7AE-DE1C-4633-A0B1-A62E35D6103D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211667" cy="211667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800"/>
              </a:spcBef>
              <a:buFont typeface="Arial" panose="020B0604020202020204" pitchFamily="34" charset="0"/>
              <a:buNone/>
            </a:pPr>
            <a:endParaRPr lang="de-DE" sz="3200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5" name="Bildplatzhalt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blipFill>
            <a:blip r:embed="rId6"/>
            <a:stretch>
              <a:fillRect/>
            </a:stretch>
          </a:blipFill>
        </p:spPr>
        <p:txBody>
          <a:bodyPr vert="horz" wrap="square" lIns="0" tIns="0" rIns="0" bIns="0" rtlCol="0" anchor="t">
            <a:noAutofit/>
          </a:bodyPr>
          <a:lstStyle>
            <a:lvl1pPr marL="228594" indent="-228594" algn="ctr">
              <a:buFont typeface="Arial" panose="020B0604020202020204" pitchFamily="34" charset="0"/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itel 1"/>
          <p:cNvSpPr>
            <a:spLocks noGrp="1"/>
          </p:cNvSpPr>
          <p:nvPr>
            <p:ph type="ctrTitle"/>
          </p:nvPr>
        </p:nvSpPr>
        <p:spPr bwMode="blackWhite">
          <a:xfrm>
            <a:off x="758789" y="1909557"/>
            <a:ext cx="4608000" cy="2304000"/>
          </a:xfrm>
          <a:solidFill>
            <a:srgbClr val="64B42D"/>
          </a:solidFill>
        </p:spPr>
        <p:txBody>
          <a:bodyPr lIns="396000" tIns="396000" rIns="396000" bIns="432000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98654812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 mit 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758789" y="1909557"/>
            <a:ext cx="4608000" cy="4224000"/>
          </a:xfrm>
          <a:solidFill>
            <a:srgbClr val="64B42D"/>
          </a:solidFill>
        </p:spPr>
        <p:txBody>
          <a:bodyPr lIns="360000" tIns="360000" rIns="270000" bIns="270000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Ansprechpartner</a:t>
            </a:r>
          </a:p>
        </p:txBody>
      </p:sp>
      <p:sp>
        <p:nvSpPr>
          <p:cNvPr id="14" name="Textplatzhalter 8"/>
          <p:cNvSpPr>
            <a:spLocks noGrp="1"/>
          </p:cNvSpPr>
          <p:nvPr>
            <p:ph type="body" sz="quarter" idx="13" hasCustomPrompt="1"/>
          </p:nvPr>
        </p:nvSpPr>
        <p:spPr bwMode="blackWhite">
          <a:xfrm>
            <a:off x="758789" y="3055118"/>
            <a:ext cx="4560000" cy="246221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15" name="Textplatzhalter 8"/>
          <p:cNvSpPr>
            <a:spLocks noGrp="1"/>
          </p:cNvSpPr>
          <p:nvPr>
            <p:ph type="body" sz="quarter" idx="14" hasCustomPrompt="1"/>
          </p:nvPr>
        </p:nvSpPr>
        <p:spPr bwMode="blackWhite">
          <a:xfrm>
            <a:off x="758789" y="4215971"/>
            <a:ext cx="4560000" cy="246221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16" name="Textplatzhalter 8"/>
          <p:cNvSpPr>
            <a:spLocks noGrp="1"/>
          </p:cNvSpPr>
          <p:nvPr>
            <p:ph type="body" sz="quarter" idx="15" hasCustomPrompt="1"/>
          </p:nvPr>
        </p:nvSpPr>
        <p:spPr bwMode="blackWhite">
          <a:xfrm>
            <a:off x="758789" y="3318788"/>
            <a:ext cx="4560000" cy="246221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17" name="Textplatzhalter 8"/>
          <p:cNvSpPr>
            <a:spLocks noGrp="1"/>
          </p:cNvSpPr>
          <p:nvPr>
            <p:ph type="body" sz="quarter" idx="16" hasCustomPrompt="1"/>
          </p:nvPr>
        </p:nvSpPr>
        <p:spPr bwMode="blackWhite">
          <a:xfrm>
            <a:off x="758789" y="3582459"/>
            <a:ext cx="4560000" cy="246221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18" name="Textplatzhalter 8"/>
          <p:cNvSpPr>
            <a:spLocks noGrp="1"/>
          </p:cNvSpPr>
          <p:nvPr>
            <p:ph type="body" sz="quarter" idx="17" hasCustomPrompt="1"/>
          </p:nvPr>
        </p:nvSpPr>
        <p:spPr bwMode="blackWhite">
          <a:xfrm>
            <a:off x="758789" y="3846130"/>
            <a:ext cx="4560000" cy="246221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  <p:sp>
        <p:nvSpPr>
          <p:cNvPr id="19" name="Textplatzhalter 8"/>
          <p:cNvSpPr>
            <a:spLocks noGrp="1"/>
          </p:cNvSpPr>
          <p:nvPr>
            <p:ph type="body" sz="quarter" idx="18" hasCustomPrompt="1"/>
          </p:nvPr>
        </p:nvSpPr>
        <p:spPr bwMode="blackWhite">
          <a:xfrm>
            <a:off x="758789" y="4479642"/>
            <a:ext cx="4560000" cy="246221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20" name="Textplatzhalter 8"/>
          <p:cNvSpPr>
            <a:spLocks noGrp="1"/>
          </p:cNvSpPr>
          <p:nvPr>
            <p:ph type="body" sz="quarter" idx="19" hasCustomPrompt="1"/>
          </p:nvPr>
        </p:nvSpPr>
        <p:spPr bwMode="blackWhite">
          <a:xfrm>
            <a:off x="758789" y="4743312"/>
            <a:ext cx="4560000" cy="246221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21" name="Textplatzhalter 8"/>
          <p:cNvSpPr>
            <a:spLocks noGrp="1"/>
          </p:cNvSpPr>
          <p:nvPr>
            <p:ph type="body" sz="quarter" idx="20" hasCustomPrompt="1"/>
          </p:nvPr>
        </p:nvSpPr>
        <p:spPr bwMode="blackWhite">
          <a:xfrm>
            <a:off x="758789" y="5006982"/>
            <a:ext cx="4560000" cy="246221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</p:spTree>
    <p:extLst>
      <p:ext uri="{BB962C8B-B14F-4D97-AF65-F5344CB8AC3E}">
        <p14:creationId xmlns:p14="http://schemas.microsoft.com/office/powerpoint/2010/main" val="42589154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sprechpartner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platzhalter 8"/>
          <p:cNvSpPr>
            <a:spLocks noGrp="1"/>
          </p:cNvSpPr>
          <p:nvPr>
            <p:ph type="pic" sz="quarter" idx="12"/>
          </p:nvPr>
        </p:nvSpPr>
        <p:spPr>
          <a:xfrm>
            <a:off x="771979" y="1938784"/>
            <a:ext cx="4608000" cy="379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grpSp>
        <p:nvGrpSpPr>
          <p:cNvPr id="41" name="Gruppieren 40"/>
          <p:cNvGrpSpPr/>
          <p:nvPr userDrawn="1"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42" name="Freihandform 41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3" name="Freihandform 42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4" name="Freihandform 43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5" name="Freihandform 44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  <p:grpSp>
        <p:nvGrpSpPr>
          <p:cNvPr id="46" name="Gruppieren 45"/>
          <p:cNvGrpSpPr/>
          <p:nvPr userDrawn="1"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47" name="Freihandform 46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48" name="Freihandform 47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49" name="Freihandform 48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50" name="Freihandform 49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grpSp>
        <p:nvGrpSpPr>
          <p:cNvPr id="51" name="Gruppieren 50"/>
          <p:cNvGrpSpPr/>
          <p:nvPr userDrawn="1"/>
        </p:nvGrpSpPr>
        <p:grpSpPr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52" name="Freihandform 51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53" name="Freihandform 52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54" name="Gruppieren 53"/>
          <p:cNvGrpSpPr/>
          <p:nvPr userDrawn="1"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55" name="Freihandform 54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sp>
          <p:nvSpPr>
            <p:cNvPr id="56" name="Freihandform 55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</p:grpSp>
      <p:sp>
        <p:nvSpPr>
          <p:cNvPr id="23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4271797" y="3103120"/>
            <a:ext cx="4608000" cy="3072000"/>
          </a:xfrm>
          <a:solidFill>
            <a:srgbClr val="64B42D"/>
          </a:solidFill>
        </p:spPr>
        <p:txBody>
          <a:bodyPr lIns="360000" tIns="360000" rIns="270000" bIns="270000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Ansprechpartner</a:t>
            </a:r>
          </a:p>
        </p:txBody>
      </p:sp>
      <p:sp>
        <p:nvSpPr>
          <p:cNvPr id="24" name="Textplatzhalter 8"/>
          <p:cNvSpPr>
            <a:spLocks noGrp="1"/>
          </p:cNvSpPr>
          <p:nvPr>
            <p:ph type="body" sz="quarter" idx="13" hasCustomPrompt="1"/>
          </p:nvPr>
        </p:nvSpPr>
        <p:spPr bwMode="blackWhite">
          <a:xfrm>
            <a:off x="4271797" y="4248683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26" name="Textplatzhalter 8"/>
          <p:cNvSpPr>
            <a:spLocks noGrp="1"/>
          </p:cNvSpPr>
          <p:nvPr>
            <p:ph type="body" sz="quarter" idx="15" hasCustomPrompt="1"/>
          </p:nvPr>
        </p:nvSpPr>
        <p:spPr bwMode="blackWhite">
          <a:xfrm>
            <a:off x="4271797" y="4512354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27" name="Textplatzhalter 8"/>
          <p:cNvSpPr>
            <a:spLocks noGrp="1"/>
          </p:cNvSpPr>
          <p:nvPr>
            <p:ph type="body" sz="quarter" idx="16" hasCustomPrompt="1"/>
          </p:nvPr>
        </p:nvSpPr>
        <p:spPr bwMode="blackWhite">
          <a:xfrm>
            <a:off x="4271797" y="4776024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28" name="Textplatzhalter 8"/>
          <p:cNvSpPr>
            <a:spLocks noGrp="1"/>
          </p:cNvSpPr>
          <p:nvPr>
            <p:ph type="body" sz="quarter" idx="17" hasCustomPrompt="1"/>
          </p:nvPr>
        </p:nvSpPr>
        <p:spPr bwMode="blackWhite">
          <a:xfrm>
            <a:off x="4271797" y="5039695"/>
            <a:ext cx="4560000" cy="246221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638DEA76-0328-4BD5-A8A1-B8940514F5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8642004" y="1950508"/>
            <a:ext cx="2540001" cy="444816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A9F9595F-4DC2-409E-9AED-86300E0DDC9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 bwMode="black">
          <a:xfrm>
            <a:off x="440214" y="287999"/>
            <a:ext cx="2539977" cy="46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8102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nsprechpartner mit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08E073C1-7380-4C89-99B7-B54793C6B7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6146910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08E073C1-7380-4C89-99B7-B54793C6B7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EE462C7B-B36B-46D9-A448-94A4E6A6C9F1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211667" cy="211667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800"/>
              </a:spcBef>
              <a:buFont typeface="Arial" panose="020B0604020202020204" pitchFamily="34" charset="0"/>
              <a:buNone/>
            </a:pPr>
            <a:endParaRPr lang="de-DE" sz="3467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 noChangeAspect="1"/>
          </p:cNvSpPr>
          <p:nvPr>
            <p:ph type="pic" sz="quarter" idx="12"/>
          </p:nvPr>
        </p:nvSpPr>
        <p:spPr>
          <a:xfrm>
            <a:off x="775792" y="3619200"/>
            <a:ext cx="2016000" cy="2016000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 w="76200">
            <a:solidFill>
              <a:srgbClr val="E60055"/>
            </a:solidFill>
          </a:ln>
        </p:spPr>
        <p:txBody>
          <a:bodyPr vert="horz" wrap="square" lIns="0" tIns="0" rIns="0" bIns="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8"/>
          <p:cNvSpPr>
            <a:spLocks noGrp="1" noChangeAspect="1"/>
          </p:cNvSpPr>
          <p:nvPr>
            <p:ph type="pic" sz="quarter" idx="13"/>
          </p:nvPr>
        </p:nvSpPr>
        <p:spPr>
          <a:xfrm>
            <a:off x="4560000" y="1940984"/>
            <a:ext cx="2016000" cy="2016000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 w="76200">
            <a:solidFill>
              <a:schemeClr val="accent3"/>
            </a:solidFill>
          </a:ln>
        </p:spPr>
        <p:txBody>
          <a:bodyPr vert="horz" wrap="square" lIns="0" tIns="0" rIns="0" bIns="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sz="1333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073980" y="4204800"/>
            <a:ext cx="3840000" cy="246221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12" name="Textplatzhalter 8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073980" y="4507200"/>
            <a:ext cx="3840000" cy="246221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073980" y="4713600"/>
            <a:ext cx="3840000" cy="246221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14" name="Textplatzhalter 8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073980" y="4915200"/>
            <a:ext cx="3840000" cy="246221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  <p:sp>
        <p:nvSpPr>
          <p:cNvPr id="15" name="Textplatzhalter 8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817981" y="2515200"/>
            <a:ext cx="3840000" cy="246221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16" name="Textplatzhalter 8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817981" y="2822400"/>
            <a:ext cx="3840000" cy="246221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17" name="Textplatzhalter 8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817981" y="3028800"/>
            <a:ext cx="3840000" cy="246221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18" name="Textplatzhalter 8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17981" y="3230400"/>
            <a:ext cx="3840000" cy="246221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</p:spTree>
    <p:extLst>
      <p:ext uri="{BB962C8B-B14F-4D97-AF65-F5344CB8AC3E}">
        <p14:creationId xmlns:p14="http://schemas.microsoft.com/office/powerpoint/2010/main" val="33541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1.xml"/><Relationship Id="rId30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62.xml"/><Relationship Id="rId39" Type="http://schemas.openxmlformats.org/officeDocument/2006/relationships/image" Target="../media/image7.emf"/><Relationship Id="rId21" Type="http://schemas.openxmlformats.org/officeDocument/2006/relationships/slideLayout" Target="../slideLayouts/slideLayout57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33" Type="http://schemas.openxmlformats.org/officeDocument/2006/relationships/slideLayout" Target="../slideLayouts/slideLayout69.xml"/><Relationship Id="rId38" Type="http://schemas.openxmlformats.org/officeDocument/2006/relationships/image" Target="../media/image6.emf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5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68.xml"/><Relationship Id="rId37" Type="http://schemas.openxmlformats.org/officeDocument/2006/relationships/image" Target="../media/image5.emf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4.xml"/><Relationship Id="rId36" Type="http://schemas.openxmlformats.org/officeDocument/2006/relationships/oleObject" Target="../embeddings/oleObject2.bin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67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6.xml"/><Relationship Id="rId35" Type="http://schemas.openxmlformats.org/officeDocument/2006/relationships/tags" Target="../tags/tag3.xml"/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41C46107-C662-443E-AC88-CD7DE6121E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3663954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9" imgW="624" imgH="623" progId="TCLayout.ActiveDocument.1">
                  <p:embed/>
                </p:oleObj>
              </mc:Choice>
              <mc:Fallback>
                <p:oleObj name="think-cell Folie" r:id="rId29" imgW="624" imgH="623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41C46107-C662-443E-AC88-CD7DE6121E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CE1091E9-EE26-4A4A-B78D-0F61189D084B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DE" sz="3200" b="0" i="0" baseline="0">
              <a:latin typeface="EON Brix Sans Black" panose="020B0A00000000000000" pitchFamily="34" charset="0"/>
              <a:ea typeface="+mj-ea"/>
              <a:cs typeface="+mj-cs"/>
              <a:sym typeface="EON Brix Sans Black" panose="020B0A00000000000000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04000" y="504000"/>
            <a:ext cx="7344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04000" y="1828800"/>
            <a:ext cx="9264000" cy="4531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315200" y="6216000"/>
            <a:ext cx="1008000" cy="1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lnSpc>
                <a:spcPts val="1500"/>
              </a:lnSpc>
              <a:defRPr sz="1200">
                <a:solidFill>
                  <a:srgbClr val="000000"/>
                </a:solidFill>
              </a:defRPr>
            </a:lvl1pPr>
          </a:lstStyle>
          <a:p>
            <a:r>
              <a:rPr lang="de-DE"/>
              <a:t>20.03.2017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360000" y="691200"/>
            <a:ext cx="2328000" cy="40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lnSpc>
                <a:spcPts val="1500"/>
              </a:lnSpc>
              <a:defRPr sz="1200">
                <a:solidFill>
                  <a:srgbClr val="000000"/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323200" y="6216000"/>
            <a:ext cx="364800" cy="1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lnSpc>
                <a:spcPts val="1500"/>
              </a:lnSpc>
              <a:defRPr sz="1200">
                <a:solidFill>
                  <a:srgbClr val="000000"/>
                </a:solidFill>
                <a:latin typeface="+mn-lt"/>
              </a:defRPr>
            </a:lvl1pPr>
          </a:lstStyle>
          <a:p>
            <a:fld id="{93C795C4-4A26-412B-AA90-98E97FF83D41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41" name="Gruppieren 20">
            <a:extLst>
              <a:ext uri="{FF2B5EF4-FFF2-40B4-BE49-F238E27FC236}">
                <a16:creationId xmlns:a16="http://schemas.microsoft.com/office/drawing/2014/main" id="{3F43E66C-02D3-4618-9883-61C2BF58CFB6}"/>
              </a:ext>
            </a:extLst>
          </p:cNvPr>
          <p:cNvGrpSpPr/>
          <p:nvPr userDrawn="1"/>
        </p:nvGrpSpPr>
        <p:grpSpPr>
          <a:xfrm>
            <a:off x="4378283" y="98592"/>
            <a:ext cx="3435435" cy="290029"/>
            <a:chOff x="8128000" y="1369259"/>
            <a:chExt cx="682646" cy="266700"/>
          </a:xfrm>
        </p:grpSpPr>
        <p:sp>
          <p:nvSpPr>
            <p:cNvPr id="42" name="Rechteck 21">
              <a:extLst>
                <a:ext uri="{FF2B5EF4-FFF2-40B4-BE49-F238E27FC236}">
                  <a16:creationId xmlns:a16="http://schemas.microsoft.com/office/drawing/2014/main" id="{5B0A0009-BEA7-491B-8DB3-16A62026207C}"/>
                </a:ext>
              </a:extLst>
            </p:cNvPr>
            <p:cNvSpPr/>
            <p:nvPr/>
          </p:nvSpPr>
          <p:spPr>
            <a:xfrm>
              <a:off x="8128000" y="1369259"/>
              <a:ext cx="682646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18000" rtlCol="0" anchor="ctr"/>
            <a:lstStyle/>
            <a:p>
              <a:pPr algn="ctr"/>
              <a:r>
                <a:rPr lang="de-DE" sz="1467" b="1">
                  <a:solidFill>
                    <a:schemeClr val="bg1">
                      <a:lumMod val="65000"/>
                    </a:schemeClr>
                  </a:solidFill>
                  <a:latin typeface="EON Brix Sans" panose="020B0500000000000000" pitchFamily="34" charset="0"/>
                </a:rPr>
                <a:t>Vertraulich – nur zur internen Verwendung</a:t>
              </a:r>
            </a:p>
          </p:txBody>
        </p:sp>
        <p:cxnSp>
          <p:nvCxnSpPr>
            <p:cNvPr id="43" name="Gerader Verbinder 23">
              <a:extLst>
                <a:ext uri="{FF2B5EF4-FFF2-40B4-BE49-F238E27FC236}">
                  <a16:creationId xmlns:a16="http://schemas.microsoft.com/office/drawing/2014/main" id="{EF932C8E-3D2C-43E9-BFD5-E12D1ED37DC7}"/>
                </a:ext>
              </a:extLst>
            </p:cNvPr>
            <p:cNvCxnSpPr>
              <a:cxnSpLocks/>
            </p:cNvCxnSpPr>
            <p:nvPr/>
          </p:nvCxnSpPr>
          <p:spPr>
            <a:xfrm>
              <a:off x="8128000" y="1369259"/>
              <a:ext cx="68264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26">
              <a:extLst>
                <a:ext uri="{FF2B5EF4-FFF2-40B4-BE49-F238E27FC236}">
                  <a16:creationId xmlns:a16="http://schemas.microsoft.com/office/drawing/2014/main" id="{2E4CE39D-CB99-4251-AE13-C47387446406}"/>
                </a:ext>
              </a:extLst>
            </p:cNvPr>
            <p:cNvCxnSpPr>
              <a:cxnSpLocks/>
            </p:cNvCxnSpPr>
            <p:nvPr/>
          </p:nvCxnSpPr>
          <p:spPr>
            <a:xfrm>
              <a:off x="8128000" y="1620918"/>
              <a:ext cx="68264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996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726" r:id="rId5"/>
    <p:sldLayoutId id="2147483727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</p:sldLayoutIdLst>
  <p:hf hdr="0" ftr="0"/>
  <p:txStyles>
    <p:titleStyle>
      <a:lvl1pPr algn="l" defTabSz="1219170" rtl="0" eaLnBrk="1" latinLnBrk="0" hangingPunct="1">
        <a:lnSpc>
          <a:spcPts val="3333"/>
        </a:lnSpc>
        <a:spcBef>
          <a:spcPct val="0"/>
        </a:spcBef>
        <a:buNone/>
        <a:defRPr sz="3200" kern="100" baseline="0">
          <a:solidFill>
            <a:srgbClr val="EA1C0A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ts val="2333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67" kern="100" baseline="0">
          <a:solidFill>
            <a:schemeClr val="tx1"/>
          </a:solidFill>
          <a:latin typeface="+mn-lt"/>
          <a:ea typeface="+mn-ea"/>
          <a:cs typeface="+mn-cs"/>
        </a:defRPr>
      </a:lvl1pPr>
      <a:lvl2pPr marL="239178" indent="-239177" algn="l" defTabSz="1219170" rtl="0" eaLnBrk="1" latinLnBrk="0" hangingPunct="1">
        <a:lnSpc>
          <a:spcPts val="2333"/>
        </a:lnSpc>
        <a:spcBef>
          <a:spcPts val="0"/>
        </a:spcBef>
        <a:spcAft>
          <a:spcPts val="800"/>
        </a:spcAft>
        <a:buClr>
          <a:srgbClr val="EA1C0A"/>
        </a:buClr>
        <a:buFont typeface="EON Brix Sans" panose="020B0500000000000000" pitchFamily="34" charset="0"/>
        <a:buChar char="•"/>
        <a:defRPr sz="1867" kern="100" baseline="0">
          <a:solidFill>
            <a:schemeClr val="tx1"/>
          </a:solidFill>
          <a:latin typeface="+mn-lt"/>
          <a:ea typeface="+mn-ea"/>
          <a:cs typeface="+mn-cs"/>
        </a:defRPr>
      </a:lvl2pPr>
      <a:lvl3pPr marL="478355" indent="-239178" algn="l" defTabSz="1219170" rtl="0" eaLnBrk="1" latinLnBrk="0" hangingPunct="1">
        <a:lnSpc>
          <a:spcPts val="2333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867" kern="100" baseline="0">
          <a:solidFill>
            <a:schemeClr val="tx1"/>
          </a:solidFill>
          <a:latin typeface="+mn-lt"/>
          <a:ea typeface="+mn-ea"/>
          <a:cs typeface="+mn-cs"/>
        </a:defRPr>
      </a:lvl3pPr>
      <a:lvl4pPr marL="717533" indent="-239177" algn="l" defTabSz="1219170" rtl="0" eaLnBrk="1" latinLnBrk="0" hangingPunct="1">
        <a:lnSpc>
          <a:spcPts val="2333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–"/>
        <a:defRPr sz="1867" kern="100" baseline="0">
          <a:solidFill>
            <a:schemeClr val="tx1"/>
          </a:solidFill>
          <a:latin typeface="+mn-lt"/>
          <a:ea typeface="+mn-ea"/>
          <a:cs typeface="+mn-cs"/>
        </a:defRPr>
      </a:lvl4pPr>
      <a:lvl5pPr marL="956709" indent="-239178" algn="l" defTabSz="1219170" rtl="0" eaLnBrk="1" latinLnBrk="0" hangingPunct="1">
        <a:lnSpc>
          <a:spcPts val="2333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867" kern="100" baseline="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E6AEC0-F21D-593A-F0AD-46DE3BFC6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5991AA-7608-0D42-280C-D4FD94CDA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EA5059-FF50-CE37-0D7D-3BBE6E802C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F06B5-FD65-46B9-9D3A-99231A382F6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ACC92C-DFEF-E612-428E-323DBDBFE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04DB0C-6CDC-DA25-F538-F6C5AEF31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B82BA-E438-4EB8-BDDD-511404FD82E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35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A1BC040B-4DAC-43A7-A0EE-CF5DF4146B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782167754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6" imgW="344" imgH="345" progId="TCLayout.ActiveDocument.1">
                  <p:embed/>
                </p:oleObj>
              </mc:Choice>
              <mc:Fallback>
                <p:oleObj name="think-cell Folie" r:id="rId36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A1BC040B-4DAC-43A7-A0EE-CF5DF4146B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767408" y="708639"/>
            <a:ext cx="9120000" cy="4801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767409" y="1871349"/>
            <a:ext cx="9890009" cy="429396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Vierte Ebene</a:t>
            </a:r>
          </a:p>
          <a:p>
            <a:pPr lvl="2"/>
            <a:r>
              <a:rPr lang="de-DE" noProof="0" dirty="0"/>
              <a:t>Fünfte Ebene</a:t>
            </a:r>
          </a:p>
          <a:p>
            <a:pPr lvl="3"/>
            <a:r>
              <a:rPr lang="de-DE" noProof="0" dirty="0"/>
              <a:t>Erste Ebene</a:t>
            </a:r>
          </a:p>
          <a:p>
            <a:pPr lvl="4"/>
            <a:r>
              <a:rPr lang="de-DE" noProof="0" dirty="0"/>
              <a:t>Zweite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767408" y="6324058"/>
            <a:ext cx="8640000" cy="16414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67" b="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9776354" y="6324058"/>
            <a:ext cx="785047" cy="16414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67">
                <a:solidFill>
                  <a:schemeClr val="tx1"/>
                </a:solidFill>
              </a:defRPr>
            </a:lvl1pPr>
          </a:lstStyle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grpSp>
        <p:nvGrpSpPr>
          <p:cNvPr id="21" name="Gruppieren 20"/>
          <p:cNvGrpSpPr/>
          <p:nvPr/>
        </p:nvGrpSpPr>
        <p:grpSpPr>
          <a:xfrm>
            <a:off x="767408" y="-166621"/>
            <a:ext cx="9889099" cy="144000"/>
            <a:chOff x="575556" y="-124966"/>
            <a:chExt cx="7416824" cy="108000"/>
          </a:xfrm>
        </p:grpSpPr>
        <p:sp>
          <p:nvSpPr>
            <p:cNvPr id="4" name="Freihandform 3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10" name="Freihandform 9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11" name="Freihandform 10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12" name="Freihandform 11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</p:grpSp>
      <p:grpSp>
        <p:nvGrpSpPr>
          <p:cNvPr id="45" name="Gruppieren 44"/>
          <p:cNvGrpSpPr/>
          <p:nvPr/>
        </p:nvGrpSpPr>
        <p:grpSpPr>
          <a:xfrm>
            <a:off x="767408" y="6880621"/>
            <a:ext cx="9889099" cy="144000"/>
            <a:chOff x="575556" y="5160466"/>
            <a:chExt cx="7416824" cy="108000"/>
          </a:xfrm>
        </p:grpSpPr>
        <p:sp>
          <p:nvSpPr>
            <p:cNvPr id="15" name="Freihandform 14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17" name="Freihandform 16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18" name="Freihandform 17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19" name="Freihandform 18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22" name="Gruppieren 21"/>
          <p:cNvGrpSpPr/>
          <p:nvPr/>
        </p:nvGrpSpPr>
        <p:grpSpPr>
          <a:xfrm>
            <a:off x="-221271" y="1930675"/>
            <a:ext cx="192000" cy="4234640"/>
            <a:chOff x="-165953" y="1448006"/>
            <a:chExt cx="144000" cy="3175980"/>
          </a:xfrm>
        </p:grpSpPr>
        <p:sp>
          <p:nvSpPr>
            <p:cNvPr id="23" name="Freihandform 22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24" name="Freihandform 23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grpSp>
        <p:nvGrpSpPr>
          <p:cNvPr id="20" name="Gruppieren 19"/>
          <p:cNvGrpSpPr/>
          <p:nvPr/>
        </p:nvGrpSpPr>
        <p:grpSpPr>
          <a:xfrm>
            <a:off x="12221656" y="1940836"/>
            <a:ext cx="192000" cy="4229040"/>
            <a:chOff x="9166242" y="1455627"/>
            <a:chExt cx="144000" cy="3171780"/>
          </a:xfrm>
        </p:grpSpPr>
        <p:sp>
          <p:nvSpPr>
            <p:cNvPr id="26" name="Freihandform 25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  <p:sp>
          <p:nvSpPr>
            <p:cNvPr id="48" name="Freihandform 47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noProof="0" dirty="0"/>
            </a:p>
          </p:txBody>
        </p:sp>
      </p:grpSp>
      <p:pic>
        <p:nvPicPr>
          <p:cNvPr id="27" name="Grafik 26">
            <a:extLst>
              <a:ext uri="{FF2B5EF4-FFF2-40B4-BE49-F238E27FC236}">
                <a16:creationId xmlns:a16="http://schemas.microsoft.com/office/drawing/2014/main" id="{CBD1BD74-6C52-49D2-AB07-A369E43D4A5A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tretch>
            <a:fillRect/>
          </a:stretch>
        </p:blipFill>
        <p:spPr bwMode="black">
          <a:xfrm>
            <a:off x="10780800" y="364590"/>
            <a:ext cx="1147200" cy="200903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1F8B5DA6-98CE-483A-9E16-DFF6417869FA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 bwMode="black">
          <a:xfrm>
            <a:off x="10778772" y="6280361"/>
            <a:ext cx="1149227" cy="21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62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</p:sldLayoutIdLst>
  <p:hf hd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178" indent="-239178" algn="l" defTabSz="1219170" rtl="0" eaLnBrk="1" latinLnBrk="0" hangingPunct="1">
        <a:spcBef>
          <a:spcPts val="400"/>
        </a:spcBef>
        <a:buFont typeface="Arial" pitchFamily="34" charset="0"/>
        <a:buChar char="•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80472" indent="-241294" algn="l" defTabSz="1219170" rtl="0" eaLnBrk="1" latinLnBrk="0" hangingPunct="1">
        <a:spcBef>
          <a:spcPts val="267"/>
        </a:spcBef>
        <a:buFont typeface="Symbol" panose="05050102010706020507" pitchFamily="18" charset="2"/>
        <a:buChar char="-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717533" indent="-239994" algn="l" defTabSz="1219170" rtl="0" eaLnBrk="1" latinLnBrk="0" hangingPunct="1">
        <a:spcBef>
          <a:spcPts val="267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219170" rtl="0" eaLnBrk="1" latinLnBrk="0" hangingPunct="1">
        <a:spcBef>
          <a:spcPts val="1333"/>
        </a:spcBef>
        <a:buFont typeface="Arial" pitchFamily="34" charset="0"/>
        <a:buNone/>
        <a:defRPr sz="2133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219170" rtl="0" eaLnBrk="1" latinLnBrk="0" hangingPunct="1">
        <a:spcBef>
          <a:spcPts val="800"/>
        </a:spcBef>
        <a:buFont typeface="Arial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7">
          <p15:clr>
            <a:srgbClr val="F26B43"/>
          </p15:clr>
        </p15:guide>
        <p15:guide id="2" pos="363">
          <p15:clr>
            <a:srgbClr val="F26B43"/>
          </p15:clr>
        </p15:guide>
        <p15:guide id="3" pos="5035">
          <p15:clr>
            <a:srgbClr val="F26B43"/>
          </p15:clr>
        </p15:guide>
        <p15:guide id="4" orient="horz" pos="3952">
          <p15:clr>
            <a:srgbClr val="F26B43"/>
          </p15:clr>
        </p15:guide>
        <p15:guide id="5" pos="2608">
          <p15:clr>
            <a:srgbClr val="F26B43"/>
          </p15:clr>
        </p15:guide>
        <p15:guide id="6" pos="2789">
          <p15:clr>
            <a:srgbClr val="F26B43"/>
          </p15:clr>
        </p15:guide>
        <p15:guide id="7" orient="horz" pos="291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3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akohub.com/malo/ident?filter=%7b%7d" TargetMode="Externa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abishub.com/malo/details" TargetMode="Externa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abishub.com/malo/details" TargetMode="Externa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abishub.com/malo/details" TargetMode="Externa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DF21048-A5F0-4308-8D35-BF8C25765C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01" imgH="298" progId="TCLayout.ActiveDocument.1">
                  <p:embed/>
                </p:oleObj>
              </mc:Choice>
              <mc:Fallback>
                <p:oleObj name="think-cell Folie" r:id="rId5" imgW="301" imgH="29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DF21048-A5F0-4308-8D35-BF8C25765C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126D79B6-A3CA-4AA6-AC46-E30232C7399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3200">
              <a:latin typeface="EON Brix Sans Black" panose="020B0A00000000000000" pitchFamily="34" charset="0"/>
              <a:ea typeface="+mj-ea"/>
              <a:cs typeface="+mj-cs"/>
              <a:sym typeface="EON Brix Sans Black" panose="020B0A00000000000000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9BC804-9917-434C-A6F4-3ED40BF9C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8000" y="2842814"/>
            <a:ext cx="8016000" cy="1632000"/>
          </a:xfrm>
        </p:spPr>
        <p:txBody>
          <a:bodyPr vert="horz" anchor="t"/>
          <a:lstStyle/>
          <a:p>
            <a:pPr fontAlgn="base">
              <a:spcBef>
                <a:spcPts val="0"/>
              </a:spcBef>
            </a:pPr>
            <a:br>
              <a:rPr lang="de-DE" dirty="0">
                <a:latin typeface="Calibri" panose="020F0502020204030204" pitchFamily="34" charset="0"/>
                <a:cs typeface="Calibri" panose="020F0502020204030204" pitchFamily="34" charset="0"/>
                <a:sym typeface="EON Brix Sans Black" panose="020B0A00000000000000" pitchFamily="34" charset="0"/>
              </a:rPr>
            </a:br>
            <a:br>
              <a:rPr lang="de-DE" dirty="0">
                <a:latin typeface="Calibri" panose="020F0502020204030204" pitchFamily="34" charset="0"/>
                <a:cs typeface="Calibri" panose="020F0502020204030204" pitchFamily="34" charset="0"/>
                <a:sym typeface="EON Brix Sans Black" panose="020B0A00000000000000" pitchFamily="34" charset="0"/>
              </a:rPr>
            </a:br>
            <a:endParaRPr lang="de-DE" sz="1867" b="1" dirty="0">
              <a:latin typeface="Calibri" panose="020F0502020204030204" pitchFamily="34" charset="0"/>
              <a:cs typeface="Calibri" panose="020F0502020204030204" pitchFamily="34" charset="0"/>
              <a:sym typeface="EON Brix Sans Black" panose="020B0A00000000000000" pitchFamily="34" charset="0"/>
            </a:endParaRPr>
          </a:p>
        </p:txBody>
      </p:sp>
      <p:sp>
        <p:nvSpPr>
          <p:cNvPr id="10" name="Untertitel 9">
            <a:extLst>
              <a:ext uri="{FF2B5EF4-FFF2-40B4-BE49-F238E27FC236}">
                <a16:creationId xmlns:a16="http://schemas.microsoft.com/office/drawing/2014/main" id="{F81EF46D-6029-F1F6-B1A6-7DA6891D0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8000" y="3345134"/>
            <a:ext cx="8016000" cy="1420219"/>
          </a:xfrm>
        </p:spPr>
        <p:txBody>
          <a:bodyPr/>
          <a:lstStyle/>
          <a:p>
            <a:r>
              <a:rPr lang="de-DE" dirty="0"/>
              <a:t>API Security </a:t>
            </a:r>
          </a:p>
          <a:p>
            <a:r>
              <a:rPr lang="de-DE" dirty="0"/>
              <a:t>http </a:t>
            </a:r>
            <a:r>
              <a:rPr lang="de-DE" dirty="0" err="1"/>
              <a:t>header</a:t>
            </a:r>
            <a:r>
              <a:rPr lang="de-DE" dirty="0"/>
              <a:t> </a:t>
            </a:r>
            <a:r>
              <a:rPr lang="de-DE" dirty="0" err="1"/>
              <a:t>signature</a:t>
            </a:r>
            <a:r>
              <a:rPr lang="de-DE" dirty="0"/>
              <a:t>, JWE und JWS</a:t>
            </a:r>
          </a:p>
        </p:txBody>
      </p:sp>
      <p:sp>
        <p:nvSpPr>
          <p:cNvPr id="20" name="Rectangle 31">
            <a:extLst>
              <a:ext uri="{FF2B5EF4-FFF2-40B4-BE49-F238E27FC236}">
                <a16:creationId xmlns:a16="http://schemas.microsoft.com/office/drawing/2014/main" id="{8D19EC39-7111-F3AF-D954-4AF4D10E1088}"/>
              </a:ext>
            </a:extLst>
          </p:cNvPr>
          <p:cNvSpPr/>
          <p:nvPr/>
        </p:nvSpPr>
        <p:spPr>
          <a:xfrm>
            <a:off x="490959" y="2372883"/>
            <a:ext cx="11702264" cy="27843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8000" rIns="0" bIns="48000" rtlCol="0" anchor="t">
            <a:noAutofit/>
          </a:bodyPr>
          <a:lstStyle/>
          <a:p>
            <a:pPr>
              <a:defRPr/>
            </a:pPr>
            <a:endParaRPr lang="de-DE" sz="1867" dirty="0">
              <a:solidFill>
                <a:schemeClr val="tx1"/>
              </a:solidFill>
            </a:endParaRPr>
          </a:p>
          <a:p>
            <a:pPr>
              <a:defRPr/>
            </a:pPr>
            <a:endParaRPr lang="de-DE" sz="1867" i="1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defRPr/>
            </a:pPr>
            <a:endParaRPr lang="de-DE" sz="1867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defRPr/>
            </a:pPr>
            <a:endParaRPr lang="de-DE" sz="1867" dirty="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6F2629F7-DD80-7846-7B44-B6A99F86AF0B}"/>
              </a:ext>
            </a:extLst>
          </p:cNvPr>
          <p:cNvSpPr txBox="1">
            <a:spLocks/>
          </p:cNvSpPr>
          <p:nvPr/>
        </p:nvSpPr>
        <p:spPr>
          <a:xfrm>
            <a:off x="11333801" y="6216000"/>
            <a:ext cx="364800" cy="1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lnSpc>
                <a:spcPts val="1125"/>
              </a:lnSpc>
              <a:defRPr kumimoji="0" lang="de-DE" sz="9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C795C4-4A26-412B-AA90-98E97FF83D41}" type="slidenum">
              <a:rPr lang="de-DE" sz="1200"/>
              <a:pPr/>
              <a:t>1</a:t>
            </a:fld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1761227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EBC25-9288-95C5-60A9-E50CF3A2F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 hidden="1">
            <a:extLst>
              <a:ext uri="{FF2B5EF4-FFF2-40B4-BE49-F238E27FC236}">
                <a16:creationId xmlns:a16="http://schemas.microsoft.com/office/drawing/2014/main" id="{61B4DF8D-2B77-3F28-E7D3-5D214B40FAF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219200" y="696000"/>
            <a:ext cx="1920000" cy="192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/>
              <a:t>20.03.2017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BA13BCC-1F6B-EE59-135E-377A63184760}"/>
              </a:ext>
            </a:extLst>
          </p:cNvPr>
          <p:cNvSpPr txBox="1"/>
          <p:nvPr/>
        </p:nvSpPr>
        <p:spPr>
          <a:xfrm>
            <a:off x="2967554" y="956920"/>
            <a:ext cx="4626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Festlegung von Signaturen und Verschlüsselung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5967512-7D43-7C7B-C460-F6D1B818CD9D}"/>
              </a:ext>
            </a:extLst>
          </p:cNvPr>
          <p:cNvSpPr txBox="1"/>
          <p:nvPr/>
        </p:nvSpPr>
        <p:spPr>
          <a:xfrm>
            <a:off x="2901652" y="2314322"/>
            <a:ext cx="553568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Forderung:</a:t>
            </a:r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Verwendung von Standards bzw. State-</a:t>
            </a:r>
            <a:r>
              <a:rPr lang="de-DE" dirty="0" err="1"/>
              <a:t>of</a:t>
            </a:r>
            <a:r>
              <a:rPr lang="de-DE" dirty="0"/>
              <a:t>-</a:t>
            </a:r>
            <a:r>
              <a:rPr lang="de-DE" dirty="0" err="1"/>
              <a:t>the</a:t>
            </a:r>
            <a:r>
              <a:rPr lang="de-DE" dirty="0"/>
              <a:t>-Art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Trennung von Inhalt (Payload) und Handlung (Header)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Hohe Sicherheit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Moderne und nachhaltige Architektur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Verwendung von marktüblichen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Rest kompatibel </a:t>
            </a:r>
          </a:p>
        </p:txBody>
      </p:sp>
    </p:spTree>
    <p:extLst>
      <p:ext uri="{BB962C8B-B14F-4D97-AF65-F5344CB8AC3E}">
        <p14:creationId xmlns:p14="http://schemas.microsoft.com/office/powerpoint/2010/main" val="4156746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E406E-1ADA-353B-6F3B-9450729DE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 hidden="1">
            <a:extLst>
              <a:ext uri="{FF2B5EF4-FFF2-40B4-BE49-F238E27FC236}">
                <a16:creationId xmlns:a16="http://schemas.microsoft.com/office/drawing/2014/main" id="{80625D83-6429-EC21-CAD7-13B3D8BBE5DA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219200" y="696000"/>
            <a:ext cx="1920000" cy="192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/>
              <a:t>20.03.2017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8FA44C4-5597-4C9E-A44C-E743CF3352A2}"/>
              </a:ext>
            </a:extLst>
          </p:cNvPr>
          <p:cNvSpPr txBox="1"/>
          <p:nvPr/>
        </p:nvSpPr>
        <p:spPr>
          <a:xfrm>
            <a:off x="1510577" y="892656"/>
            <a:ext cx="7603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http Message </a:t>
            </a:r>
            <a:r>
              <a:rPr lang="de-DE" dirty="0" err="1"/>
              <a:t>Signatures</a:t>
            </a:r>
            <a:r>
              <a:rPr lang="de-DE" dirty="0"/>
              <a:t> – Anpassung heutiger Signaturen und Verschlüsselung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E077458-F91A-436F-1955-2F66562EF38A}"/>
              </a:ext>
            </a:extLst>
          </p:cNvPr>
          <p:cNvSpPr txBox="1"/>
          <p:nvPr/>
        </p:nvSpPr>
        <p:spPr>
          <a:xfrm>
            <a:off x="1278541" y="2314322"/>
            <a:ext cx="80677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Änderung der Sicherungsmechanismen:</a:t>
            </a:r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Verwenden Signierungsstandard </a:t>
            </a:r>
            <a:r>
              <a:rPr lang="de-DE" b="1" dirty="0"/>
              <a:t>http Message </a:t>
            </a:r>
            <a:r>
              <a:rPr lang="de-DE" b="1" dirty="0" err="1"/>
              <a:t>Signatures</a:t>
            </a:r>
            <a:r>
              <a:rPr lang="de-DE" b="1" dirty="0"/>
              <a:t> </a:t>
            </a:r>
            <a:r>
              <a:rPr lang="de-DE" dirty="0"/>
              <a:t>nach RFC 9421 für </a:t>
            </a:r>
            <a:r>
              <a:rPr lang="de-DE" b="1" dirty="0"/>
              <a:t>Header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Verwendung </a:t>
            </a:r>
            <a:r>
              <a:rPr lang="de-DE" b="1" dirty="0"/>
              <a:t>JWE und JWS </a:t>
            </a:r>
            <a:r>
              <a:rPr lang="de-DE" dirty="0"/>
              <a:t>RFC 7516 für </a:t>
            </a:r>
            <a:r>
              <a:rPr lang="de-DE" b="1" dirty="0"/>
              <a:t>Payload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Verwendung von http/2 (</a:t>
            </a:r>
            <a:r>
              <a:rPr lang="de-DE" dirty="0" err="1"/>
              <a:t>multiplexing</a:t>
            </a:r>
            <a:r>
              <a:rPr lang="de-DE" dirty="0"/>
              <a:t> vs. </a:t>
            </a:r>
            <a:r>
              <a:rPr lang="de-DE" dirty="0" err="1"/>
              <a:t>connections</a:t>
            </a:r>
            <a:r>
              <a:rPr lang="de-DE" dirty="0"/>
              <a:t>, </a:t>
            </a:r>
            <a:r>
              <a:rPr lang="de-DE" dirty="0" err="1"/>
              <a:t>binary</a:t>
            </a:r>
            <a:r>
              <a:rPr lang="de-DE" dirty="0"/>
              <a:t> vs. </a:t>
            </a:r>
            <a:r>
              <a:rPr lang="de-DE" dirty="0" err="1"/>
              <a:t>text</a:t>
            </a:r>
            <a:r>
              <a:rPr lang="de-DE" dirty="0"/>
              <a:t>, Kompression) RFC 7540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8532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A4562-3D10-EE1F-7408-2AF29C028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 hidden="1">
            <a:extLst>
              <a:ext uri="{FF2B5EF4-FFF2-40B4-BE49-F238E27FC236}">
                <a16:creationId xmlns:a16="http://schemas.microsoft.com/office/drawing/2014/main" id="{A658D9F4-93EF-DE9A-60B6-842702E8757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219200" y="696000"/>
            <a:ext cx="1920000" cy="192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/>
              <a:t>20.03.2017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1FB5911-CBF1-14A7-0AED-5646F78AFF77}"/>
              </a:ext>
            </a:extLst>
          </p:cNvPr>
          <p:cNvSpPr txBox="1"/>
          <p:nvPr/>
        </p:nvSpPr>
        <p:spPr>
          <a:xfrm>
            <a:off x="1510577" y="892656"/>
            <a:ext cx="3843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http Message </a:t>
            </a:r>
            <a:r>
              <a:rPr lang="de-DE" dirty="0" err="1"/>
              <a:t>Signatures</a:t>
            </a:r>
            <a:r>
              <a:rPr lang="de-DE" dirty="0"/>
              <a:t>, JWS und JWE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C20D0C6-FB4C-D30F-DA7A-280AE922A9A9}"/>
              </a:ext>
            </a:extLst>
          </p:cNvPr>
          <p:cNvSpPr/>
          <p:nvPr/>
        </p:nvSpPr>
        <p:spPr>
          <a:xfrm>
            <a:off x="1650775" y="2395242"/>
            <a:ext cx="914400" cy="91440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88AEDF3-F09F-FF18-CEDA-F25704D9A0D0}"/>
              </a:ext>
            </a:extLst>
          </p:cNvPr>
          <p:cNvSpPr/>
          <p:nvPr/>
        </p:nvSpPr>
        <p:spPr>
          <a:xfrm>
            <a:off x="1178804" y="1760019"/>
            <a:ext cx="2613729" cy="14909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JWS signiere </a:t>
            </a:r>
            <a:r>
              <a:rPr lang="de-D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payload</a:t>
            </a:r>
            <a:r>
              <a:rPr lang="de-D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application</a:t>
            </a:r>
            <a:r>
              <a:rPr lang="de-DE" dirty="0"/>
              <a:t>/jose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Payload serialisiert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5FA7257-15C7-2A87-E6FB-01B5E719091D}"/>
              </a:ext>
            </a:extLst>
          </p:cNvPr>
          <p:cNvSpPr/>
          <p:nvPr/>
        </p:nvSpPr>
        <p:spPr>
          <a:xfrm>
            <a:off x="3982461" y="3172997"/>
            <a:ext cx="2613729" cy="14909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JWE </a:t>
            </a:r>
            <a:r>
              <a:rPr lang="de-D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encrypt</a:t>
            </a:r>
            <a:r>
              <a:rPr lang="de-D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de-D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payload</a:t>
            </a:r>
            <a:endParaRPr lang="de-DE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Payload </a:t>
            </a:r>
            <a:r>
              <a:rPr lang="de-DE" dirty="0" err="1"/>
              <a:t>encrypt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Content-Digest im Header</a:t>
            </a:r>
          </a:p>
          <a:p>
            <a:pPr algn="ctr"/>
            <a:endParaRPr lang="de-DE" dirty="0"/>
          </a:p>
        </p:txBody>
      </p:sp>
      <p:cxnSp>
        <p:nvCxnSpPr>
          <p:cNvPr id="9" name="Verbinder: gewinkelt 8">
            <a:extLst>
              <a:ext uri="{FF2B5EF4-FFF2-40B4-BE49-F238E27FC236}">
                <a16:creationId xmlns:a16="http://schemas.microsoft.com/office/drawing/2014/main" id="{499B59B4-A0B7-0384-2B00-5A17CC5BE731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 rot="16200000" flipH="1">
            <a:off x="2900316" y="2836330"/>
            <a:ext cx="667499" cy="1496792"/>
          </a:xfrm>
          <a:prstGeom prst="bentConnector2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73ADE10E-FBD0-5D4A-0D1D-9E0F9F04E50B}"/>
              </a:ext>
            </a:extLst>
          </p:cNvPr>
          <p:cNvSpPr/>
          <p:nvPr/>
        </p:nvSpPr>
        <p:spPr>
          <a:xfrm>
            <a:off x="6711806" y="4714965"/>
            <a:ext cx="2613729" cy="1490958"/>
          </a:xfrm>
          <a:prstGeom prst="rect">
            <a:avLst/>
          </a:prstGeom>
          <a:solidFill>
            <a:srgbClr val="D7818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 Header </a:t>
            </a:r>
            <a:r>
              <a:rPr lang="de-D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Signature</a:t>
            </a:r>
            <a:endParaRPr lang="de-DE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Signiere Header + Content-Digest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Erzeuge neue Signatur</a:t>
            </a:r>
          </a:p>
          <a:p>
            <a:pPr algn="ctr"/>
            <a:endParaRPr lang="de-DE" dirty="0"/>
          </a:p>
        </p:txBody>
      </p:sp>
      <p:cxnSp>
        <p:nvCxnSpPr>
          <p:cNvPr id="18" name="Verbinder: gewinkelt 17">
            <a:extLst>
              <a:ext uri="{FF2B5EF4-FFF2-40B4-BE49-F238E27FC236}">
                <a16:creationId xmlns:a16="http://schemas.microsoft.com/office/drawing/2014/main" id="{30B4ED00-C24E-29A0-4FC5-7C681037F8C8}"/>
              </a:ext>
            </a:extLst>
          </p:cNvPr>
          <p:cNvCxnSpPr>
            <a:cxnSpLocks/>
            <a:stCxn id="7" idx="2"/>
            <a:endCxn id="17" idx="1"/>
          </p:cNvCxnSpPr>
          <p:nvPr/>
        </p:nvCxnSpPr>
        <p:spPr>
          <a:xfrm rot="16200000" flipH="1">
            <a:off x="5602322" y="4350959"/>
            <a:ext cx="796489" cy="1422480"/>
          </a:xfrm>
          <a:prstGeom prst="bentConnector2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838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7148B-C51C-3276-B1DA-762F48EE2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 hidden="1">
            <a:extLst>
              <a:ext uri="{FF2B5EF4-FFF2-40B4-BE49-F238E27FC236}">
                <a16:creationId xmlns:a16="http://schemas.microsoft.com/office/drawing/2014/main" id="{E27FF533-2A5C-5B37-1349-40A7B183CAC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219200" y="696000"/>
            <a:ext cx="1920000" cy="192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/>
              <a:t>20.03.2017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3A2A2F6-E303-2233-0E61-D9766D021281}"/>
              </a:ext>
            </a:extLst>
          </p:cNvPr>
          <p:cNvSpPr txBox="1"/>
          <p:nvPr/>
        </p:nvSpPr>
        <p:spPr>
          <a:xfrm>
            <a:off x="1510577" y="892656"/>
            <a:ext cx="74455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http Message </a:t>
            </a:r>
            <a:r>
              <a:rPr lang="de-DE" dirty="0" err="1"/>
              <a:t>Signatures</a:t>
            </a:r>
            <a:r>
              <a:rPr lang="de-DE" dirty="0"/>
              <a:t> – einfacher GET ohne Payload – nur Header Signatur</a:t>
            </a:r>
          </a:p>
          <a:p>
            <a:r>
              <a:rPr lang="de-DE" sz="1200" dirty="0"/>
              <a:t>(JWE </a:t>
            </a:r>
            <a:r>
              <a:rPr lang="de-DE" sz="1200" dirty="0" err="1"/>
              <a:t>compact</a:t>
            </a:r>
            <a:r>
              <a:rPr lang="de-DE" sz="1200" dirty="0"/>
              <a:t> für </a:t>
            </a:r>
            <a:r>
              <a:rPr lang="de-DE" sz="1200" dirty="0" err="1"/>
              <a:t>filter</a:t>
            </a:r>
            <a:r>
              <a:rPr lang="de-DE" sz="1200" dirty="0"/>
              <a:t>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01072F6-0C3C-4EED-E9A8-BBD8C1AF1709}"/>
              </a:ext>
            </a:extLst>
          </p:cNvPr>
          <p:cNvSpPr txBox="1"/>
          <p:nvPr/>
        </p:nvSpPr>
        <p:spPr>
          <a:xfrm>
            <a:off x="841574" y="1958272"/>
            <a:ext cx="4233759" cy="3600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>
                <a:hlinkClick r:id="rId2"/>
              </a:rPr>
              <a:t>https://mabishub.com/malo/ident?filter={address{zipCode:80075}, </a:t>
            </a:r>
            <a:r>
              <a:rPr lang="de-DE" sz="1200" dirty="0" err="1">
                <a:hlinkClick r:id="rId2"/>
              </a:rPr>
              <a:t>customerNumber</a:t>
            </a:r>
            <a:r>
              <a:rPr lang="de-DE" sz="1200" dirty="0">
                <a:hlinkClick r:id="rId2"/>
              </a:rPr>
              <a:t>: 60249987}</a:t>
            </a:r>
            <a:endParaRPr lang="de-DE" sz="1200" dirty="0"/>
          </a:p>
          <a:p>
            <a:endParaRPr lang="de-DE" sz="1200" dirty="0"/>
          </a:p>
          <a:p>
            <a:r>
              <a:rPr lang="de-DE" sz="1200" dirty="0"/>
              <a:t>GET /</a:t>
            </a:r>
            <a:r>
              <a:rPr lang="de-DE" sz="1200" dirty="0" err="1"/>
              <a:t>malo</a:t>
            </a:r>
            <a:r>
              <a:rPr lang="de-DE" sz="1200" dirty="0"/>
              <a:t>/ident HTTP/2</a:t>
            </a:r>
          </a:p>
          <a:p>
            <a:r>
              <a:rPr lang="de-DE" sz="1200" dirty="0"/>
              <a:t>Host: mabishub.com</a:t>
            </a:r>
          </a:p>
          <a:p>
            <a:r>
              <a:rPr lang="de-DE" sz="1200" dirty="0"/>
              <a:t>Content-Type: </a:t>
            </a:r>
            <a:r>
              <a:rPr lang="de-DE" sz="1200" dirty="0" err="1"/>
              <a:t>application</a:t>
            </a:r>
            <a:r>
              <a:rPr lang="de-DE" sz="1200" dirty="0"/>
              <a:t>/</a:t>
            </a:r>
            <a:r>
              <a:rPr lang="de-DE" sz="1200" dirty="0" err="1"/>
              <a:t>json</a:t>
            </a:r>
            <a:endParaRPr lang="de-DE" sz="1200" dirty="0"/>
          </a:p>
          <a:p>
            <a:r>
              <a:rPr lang="de-DE" sz="1200" dirty="0" err="1"/>
              <a:t>Accept</a:t>
            </a:r>
            <a:r>
              <a:rPr lang="de-DE" sz="1200" dirty="0"/>
              <a:t>: </a:t>
            </a:r>
            <a:r>
              <a:rPr lang="de-DE" sz="1200" dirty="0" err="1"/>
              <a:t>application</a:t>
            </a:r>
            <a:r>
              <a:rPr lang="de-DE" sz="1200" dirty="0"/>
              <a:t>/</a:t>
            </a:r>
            <a:r>
              <a:rPr lang="de-DE" sz="1200" dirty="0" err="1"/>
              <a:t>json</a:t>
            </a:r>
            <a:endParaRPr lang="de-DE" sz="1200" dirty="0"/>
          </a:p>
          <a:p>
            <a:r>
              <a:rPr lang="de-DE" sz="1200" dirty="0"/>
              <a:t>Date: Sun, 01 Feb 2026 10:15:30 GMT</a:t>
            </a:r>
          </a:p>
          <a:p>
            <a:r>
              <a:rPr lang="de-DE" sz="1200" dirty="0"/>
              <a:t>X-Request-</a:t>
            </a:r>
            <a:r>
              <a:rPr lang="de-DE" sz="1200" dirty="0" err="1"/>
              <a:t>Id</a:t>
            </a:r>
            <a:r>
              <a:rPr lang="de-DE" sz="1200" dirty="0"/>
              <a:t>: 7b5d3e2a-4c1a-4c0b-9e2a-1fd2c9a2b7d1</a:t>
            </a:r>
          </a:p>
          <a:p>
            <a:r>
              <a:rPr lang="de-DE" sz="1200" dirty="0"/>
              <a:t>X-</a:t>
            </a:r>
            <a:r>
              <a:rPr lang="de-DE" sz="1200" dirty="0" err="1"/>
              <a:t>Api</a:t>
            </a:r>
            <a:r>
              <a:rPr lang="de-DE" sz="1200" dirty="0"/>
              <a:t>-</a:t>
            </a:r>
            <a:r>
              <a:rPr lang="de-DE" sz="1200" dirty="0" err="1"/>
              <a:t>Spec-Ref</a:t>
            </a:r>
            <a:r>
              <a:rPr lang="de-DE" sz="1200" dirty="0"/>
              <a:t>: </a:t>
            </a:r>
            <a:r>
              <a:rPr lang="de-DE" sz="1200" dirty="0" err="1"/>
              <a:t>git:EDI-Energy</a:t>
            </a:r>
            <a:r>
              <a:rPr lang="de-DE" sz="1200" dirty="0"/>
              <a:t>/api-electricity@2026-02-02-consultation</a:t>
            </a:r>
          </a:p>
          <a:p>
            <a:r>
              <a:rPr lang="de-DE" sz="1200" dirty="0"/>
              <a:t>X-</a:t>
            </a:r>
            <a:r>
              <a:rPr lang="de-DE" sz="1200" dirty="0" err="1"/>
              <a:t>Api</a:t>
            </a:r>
            <a:r>
              <a:rPr lang="de-DE" sz="1200" dirty="0"/>
              <a:t>-</a:t>
            </a:r>
            <a:r>
              <a:rPr lang="de-DE" sz="1200" dirty="0" err="1"/>
              <a:t>Spec</a:t>
            </a:r>
            <a:r>
              <a:rPr lang="de-DE" sz="1200" dirty="0"/>
              <a:t>-Version: 1.2</a:t>
            </a:r>
          </a:p>
          <a:p>
            <a:r>
              <a:rPr lang="de-DE" sz="1200" dirty="0"/>
              <a:t>{</a:t>
            </a:r>
          </a:p>
          <a:p>
            <a:r>
              <a:rPr lang="de-DE" sz="1200" dirty="0"/>
              <a:t>  …</a:t>
            </a:r>
            <a:r>
              <a:rPr lang="de-DE" sz="1200" dirty="0" err="1"/>
              <a:t>no</a:t>
            </a:r>
            <a:r>
              <a:rPr lang="de-DE" sz="1200" dirty="0"/>
              <a:t> </a:t>
            </a:r>
            <a:r>
              <a:rPr lang="de-DE" sz="1200" dirty="0" err="1"/>
              <a:t>payload</a:t>
            </a:r>
            <a:r>
              <a:rPr lang="de-DE" sz="1200" dirty="0"/>
              <a:t>…</a:t>
            </a:r>
          </a:p>
          <a:p>
            <a:r>
              <a:rPr lang="de-DE" sz="1200" dirty="0"/>
              <a:t>}</a:t>
            </a:r>
          </a:p>
          <a:p>
            <a:endParaRPr lang="de-DE" sz="1200" dirty="0"/>
          </a:p>
          <a:p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ADA6918-7A92-3D5E-81F7-1A3C6FFA88AE}"/>
              </a:ext>
            </a:extLst>
          </p:cNvPr>
          <p:cNvSpPr txBox="1"/>
          <p:nvPr/>
        </p:nvSpPr>
        <p:spPr>
          <a:xfrm>
            <a:off x="5138443" y="1440382"/>
            <a:ext cx="4701471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>
                <a:hlinkClick r:id="rId2"/>
              </a:rPr>
              <a:t>https://mabishub.com/malo/</a:t>
            </a:r>
            <a:r>
              <a:rPr lang="de-DE" sz="1200" dirty="0" err="1">
                <a:hlinkClick r:id="rId2"/>
              </a:rPr>
              <a:t>ident?filter</a:t>
            </a:r>
            <a:r>
              <a:rPr lang="de-DE" sz="1200" dirty="0"/>
              <a:t>=</a:t>
            </a:r>
            <a:r>
              <a:rPr lang="de-DE" sz="1200" b="1" dirty="0"/>
              <a:t>eyJhbGciOiJSU0EtT0FFUC0yNTYiLCJlbmMiOiJBMjU2R0NNIiwiY3R5IjoiSldUIiwia2lkIjoiaHViLWZpbHRlci1lbmMtMDcifQ.c2Vj...kQ.48V1_ALb6US04U3b.bW8u...r2Q.Q0lK...9w</a:t>
            </a:r>
          </a:p>
          <a:p>
            <a:endParaRPr lang="de-DE" sz="1200" dirty="0"/>
          </a:p>
          <a:p>
            <a:r>
              <a:rPr lang="de-DE" sz="1200" dirty="0"/>
              <a:t>GET /</a:t>
            </a:r>
            <a:r>
              <a:rPr lang="de-DE" sz="1200" dirty="0" err="1"/>
              <a:t>malo</a:t>
            </a:r>
            <a:r>
              <a:rPr lang="de-DE" sz="1200" dirty="0"/>
              <a:t>/ident HTTP/2</a:t>
            </a:r>
          </a:p>
          <a:p>
            <a:r>
              <a:rPr lang="de-DE" sz="1200" dirty="0"/>
              <a:t>Host: mabishub.com</a:t>
            </a:r>
          </a:p>
          <a:p>
            <a:r>
              <a:rPr lang="de-DE" sz="1200" dirty="0"/>
              <a:t>Content-Type: </a:t>
            </a:r>
            <a:r>
              <a:rPr lang="de-DE" sz="1200" dirty="0" err="1"/>
              <a:t>application</a:t>
            </a:r>
            <a:r>
              <a:rPr lang="de-DE" sz="1200" dirty="0"/>
              <a:t>/</a:t>
            </a:r>
            <a:r>
              <a:rPr lang="de-DE" sz="1200" dirty="0" err="1"/>
              <a:t>json</a:t>
            </a:r>
            <a:endParaRPr lang="de-DE" sz="1200" dirty="0"/>
          </a:p>
          <a:p>
            <a:r>
              <a:rPr lang="de-DE" sz="1200" dirty="0" err="1"/>
              <a:t>Accept</a:t>
            </a:r>
            <a:r>
              <a:rPr lang="de-DE" sz="1200" dirty="0"/>
              <a:t>: </a:t>
            </a:r>
            <a:r>
              <a:rPr lang="de-DE" sz="1200" dirty="0" err="1"/>
              <a:t>application</a:t>
            </a:r>
            <a:r>
              <a:rPr lang="de-DE" sz="1200" dirty="0"/>
              <a:t>/</a:t>
            </a:r>
            <a:r>
              <a:rPr lang="de-DE" sz="1200" dirty="0" err="1"/>
              <a:t>json</a:t>
            </a:r>
            <a:endParaRPr lang="de-DE" sz="1200" dirty="0"/>
          </a:p>
          <a:p>
            <a:r>
              <a:rPr lang="de-DE" sz="1200" dirty="0"/>
              <a:t>Date: Sun, 01 Feb 2026 10:15:30 GMT</a:t>
            </a:r>
          </a:p>
          <a:p>
            <a:r>
              <a:rPr lang="de-DE" sz="1200" dirty="0"/>
              <a:t>X-Request-</a:t>
            </a:r>
            <a:r>
              <a:rPr lang="de-DE" sz="1200" dirty="0" err="1"/>
              <a:t>Id</a:t>
            </a:r>
            <a:r>
              <a:rPr lang="de-DE" sz="1200" dirty="0"/>
              <a:t>: 7b5d3e2a-4c1a-4c0b-9e2a-1fd2c9a2b7d1</a:t>
            </a:r>
          </a:p>
          <a:p>
            <a:r>
              <a:rPr lang="de-DE" sz="1200" dirty="0"/>
              <a:t>X-</a:t>
            </a:r>
            <a:r>
              <a:rPr lang="de-DE" sz="1200" dirty="0" err="1"/>
              <a:t>Api</a:t>
            </a:r>
            <a:r>
              <a:rPr lang="de-DE" sz="1200" dirty="0"/>
              <a:t>-</a:t>
            </a:r>
            <a:r>
              <a:rPr lang="de-DE" sz="1200" dirty="0" err="1"/>
              <a:t>Spec-Ref</a:t>
            </a:r>
            <a:r>
              <a:rPr lang="de-DE" sz="1200" dirty="0"/>
              <a:t>: </a:t>
            </a:r>
            <a:r>
              <a:rPr lang="de-DE" sz="1200" dirty="0" err="1"/>
              <a:t>git:EDI-Energy</a:t>
            </a:r>
            <a:r>
              <a:rPr lang="de-DE" sz="1200" dirty="0"/>
              <a:t>/api-electricity@2026-02-02-consultation</a:t>
            </a:r>
          </a:p>
          <a:p>
            <a:r>
              <a:rPr lang="de-DE" sz="1200" dirty="0"/>
              <a:t>X-</a:t>
            </a:r>
            <a:r>
              <a:rPr lang="de-DE" sz="1200" dirty="0" err="1"/>
              <a:t>Api</a:t>
            </a:r>
            <a:r>
              <a:rPr lang="de-DE" sz="1200" dirty="0"/>
              <a:t>-</a:t>
            </a:r>
            <a:r>
              <a:rPr lang="de-DE" sz="1200" dirty="0" err="1"/>
              <a:t>Spec</a:t>
            </a:r>
            <a:r>
              <a:rPr lang="de-DE" sz="1200" dirty="0"/>
              <a:t>-Version: 1.2</a:t>
            </a:r>
          </a:p>
          <a:p>
            <a:r>
              <a:rPr lang="de-DE" sz="1200" b="1" dirty="0" err="1"/>
              <a:t>Signature</a:t>
            </a:r>
            <a:r>
              <a:rPr lang="de-DE" sz="1200" b="1" dirty="0"/>
              <a:t>-Input: sig1=(</a:t>
            </a:r>
          </a:p>
          <a:p>
            <a:r>
              <a:rPr lang="de-DE" sz="1200" b="1" dirty="0"/>
              <a:t>  "@</a:t>
            </a:r>
            <a:r>
              <a:rPr lang="de-DE" sz="1200" b="1" dirty="0" err="1"/>
              <a:t>method</a:t>
            </a:r>
            <a:r>
              <a:rPr lang="de-DE" sz="1200" b="1" dirty="0"/>
              <a:t>"</a:t>
            </a:r>
          </a:p>
          <a:p>
            <a:r>
              <a:rPr lang="de-DE" sz="1200" b="1" dirty="0"/>
              <a:t>  "@</a:t>
            </a:r>
            <a:r>
              <a:rPr lang="de-DE" sz="1200" b="1" dirty="0" err="1"/>
              <a:t>path</a:t>
            </a:r>
            <a:r>
              <a:rPr lang="de-DE" sz="1200" b="1" dirty="0"/>
              <a:t>"</a:t>
            </a:r>
          </a:p>
          <a:p>
            <a:r>
              <a:rPr lang="de-DE" sz="1200" b="1" dirty="0"/>
              <a:t>  "@</a:t>
            </a:r>
            <a:r>
              <a:rPr lang="de-DE" sz="1200" b="1" dirty="0" err="1"/>
              <a:t>query</a:t>
            </a:r>
            <a:r>
              <a:rPr lang="de-DE" sz="1200" b="1" dirty="0"/>
              <a:t>"</a:t>
            </a:r>
          </a:p>
          <a:p>
            <a:r>
              <a:rPr lang="de-DE" sz="1200" b="1" dirty="0"/>
              <a:t>  "host"</a:t>
            </a:r>
          </a:p>
          <a:p>
            <a:r>
              <a:rPr lang="de-DE" sz="1200" b="1" dirty="0"/>
              <a:t>  "date"</a:t>
            </a:r>
          </a:p>
          <a:p>
            <a:r>
              <a:rPr lang="de-DE" sz="1200" b="1" dirty="0"/>
              <a:t>  "x-</a:t>
            </a:r>
            <a:r>
              <a:rPr lang="de-DE" sz="1200" b="1" dirty="0" err="1"/>
              <a:t>request</a:t>
            </a:r>
            <a:r>
              <a:rPr lang="de-DE" sz="1200" b="1" dirty="0"/>
              <a:t>-</a:t>
            </a:r>
            <a:r>
              <a:rPr lang="de-DE" sz="1200" b="1" dirty="0" err="1"/>
              <a:t>id</a:t>
            </a:r>
            <a:r>
              <a:rPr lang="de-DE" sz="1200" b="1" dirty="0"/>
              <a:t>"</a:t>
            </a:r>
          </a:p>
          <a:p>
            <a:r>
              <a:rPr lang="de-DE" sz="1200" b="1" dirty="0"/>
              <a:t>  "x-</a:t>
            </a:r>
            <a:r>
              <a:rPr lang="de-DE" sz="1200" b="1" dirty="0" err="1"/>
              <a:t>api</a:t>
            </a:r>
            <a:r>
              <a:rPr lang="de-DE" sz="1200" b="1" dirty="0"/>
              <a:t>-</a:t>
            </a:r>
            <a:r>
              <a:rPr lang="de-DE" sz="1200" b="1" dirty="0" err="1"/>
              <a:t>spec-ref</a:t>
            </a:r>
            <a:r>
              <a:rPr lang="de-DE" sz="1200" b="1" dirty="0"/>
              <a:t>"</a:t>
            </a:r>
          </a:p>
          <a:p>
            <a:r>
              <a:rPr lang="de-DE" sz="1200" b="1" dirty="0"/>
              <a:t>  "x-</a:t>
            </a:r>
            <a:r>
              <a:rPr lang="de-DE" sz="1200" b="1" dirty="0" err="1"/>
              <a:t>api</a:t>
            </a:r>
            <a:r>
              <a:rPr lang="de-DE" sz="1200" b="1" dirty="0"/>
              <a:t>-</a:t>
            </a:r>
            <a:r>
              <a:rPr lang="de-DE" sz="1200" b="1" dirty="0" err="1"/>
              <a:t>spec</a:t>
            </a:r>
            <a:r>
              <a:rPr lang="de-DE" sz="1200" b="1" dirty="0"/>
              <a:t>-version"</a:t>
            </a:r>
          </a:p>
          <a:p>
            <a:r>
              <a:rPr lang="de-DE" sz="1200" b="1" dirty="0"/>
              <a:t>);</a:t>
            </a:r>
            <a:r>
              <a:rPr lang="de-DE" sz="1200" b="1" dirty="0" err="1"/>
              <a:t>created</a:t>
            </a:r>
            <a:r>
              <a:rPr lang="de-DE" sz="1200" b="1" dirty="0"/>
              <a:t>=1706782530;expires=1706782830;keyid="client-ed25519-01";alg="ed25519"</a:t>
            </a:r>
          </a:p>
          <a:p>
            <a:r>
              <a:rPr lang="de-DE" sz="1200" b="1" dirty="0" err="1"/>
              <a:t>Signature</a:t>
            </a:r>
            <a:r>
              <a:rPr lang="de-DE" sz="1200" b="1" dirty="0"/>
              <a:t>: sig1=:MEQCIG0H4V4F9H0X9Y5k3y9w5q4k3vV8d1qzH7XrFQq4AiBv3Z8f5h1Xz0M0H7mXyZq8m0b1Y2n5p8d0cH0A==:</a:t>
            </a:r>
          </a:p>
        </p:txBody>
      </p:sp>
    </p:spTree>
    <p:extLst>
      <p:ext uri="{BB962C8B-B14F-4D97-AF65-F5344CB8AC3E}">
        <p14:creationId xmlns:p14="http://schemas.microsoft.com/office/powerpoint/2010/main" val="346015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66719-4305-F865-C4C1-3042D5D99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 hidden="1">
            <a:extLst>
              <a:ext uri="{FF2B5EF4-FFF2-40B4-BE49-F238E27FC236}">
                <a16:creationId xmlns:a16="http://schemas.microsoft.com/office/drawing/2014/main" id="{CCEC857B-E233-3FB1-2239-FACF867861B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219200" y="696000"/>
            <a:ext cx="1920000" cy="192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/>
              <a:t>20.03.2017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0149C40-BFE6-93B6-33AA-75566659B210}"/>
              </a:ext>
            </a:extLst>
          </p:cNvPr>
          <p:cNvSpPr txBox="1"/>
          <p:nvPr/>
        </p:nvSpPr>
        <p:spPr>
          <a:xfrm>
            <a:off x="1510577" y="892656"/>
            <a:ext cx="5505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http Message </a:t>
            </a:r>
            <a:r>
              <a:rPr lang="de-DE" dirty="0" err="1"/>
              <a:t>Signatures</a:t>
            </a:r>
            <a:r>
              <a:rPr lang="de-DE" dirty="0"/>
              <a:t> – Post mit JWS/JWE für Payload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A5A7A12-7B91-E6E6-2B73-97410EB8B0CF}"/>
              </a:ext>
            </a:extLst>
          </p:cNvPr>
          <p:cNvSpPr txBox="1"/>
          <p:nvPr/>
        </p:nvSpPr>
        <p:spPr>
          <a:xfrm>
            <a:off x="865850" y="1804523"/>
            <a:ext cx="4233759" cy="3600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>
                <a:hlinkClick r:id="rId2"/>
              </a:rPr>
              <a:t>https://mabishub.com/malo/details</a:t>
            </a:r>
            <a:endParaRPr lang="de-DE" sz="1200" dirty="0"/>
          </a:p>
          <a:p>
            <a:endParaRPr lang="de-DE" sz="1200" dirty="0"/>
          </a:p>
          <a:p>
            <a:r>
              <a:rPr lang="de-DE" sz="1200" dirty="0"/>
              <a:t>POST /</a:t>
            </a:r>
            <a:r>
              <a:rPr lang="de-DE" sz="1200" dirty="0" err="1"/>
              <a:t>malo</a:t>
            </a:r>
            <a:r>
              <a:rPr lang="de-DE" sz="1200" dirty="0"/>
              <a:t>/ident HTTP/2</a:t>
            </a:r>
          </a:p>
          <a:p>
            <a:r>
              <a:rPr lang="de-DE" sz="1200" dirty="0"/>
              <a:t>Host: mabishub.com</a:t>
            </a:r>
          </a:p>
          <a:p>
            <a:r>
              <a:rPr lang="de-DE" sz="1200" dirty="0"/>
              <a:t>Content-Type: </a:t>
            </a:r>
            <a:r>
              <a:rPr lang="de-DE" sz="1200" dirty="0" err="1"/>
              <a:t>application</a:t>
            </a:r>
            <a:r>
              <a:rPr lang="de-DE" sz="1200" dirty="0"/>
              <a:t>/</a:t>
            </a:r>
            <a:r>
              <a:rPr lang="de-DE" sz="1200" dirty="0" err="1"/>
              <a:t>json</a:t>
            </a:r>
            <a:endParaRPr lang="de-DE" sz="1200" dirty="0"/>
          </a:p>
          <a:p>
            <a:r>
              <a:rPr lang="de-DE" sz="1200" dirty="0" err="1"/>
              <a:t>Accept</a:t>
            </a:r>
            <a:r>
              <a:rPr lang="de-DE" sz="1200" dirty="0"/>
              <a:t>: </a:t>
            </a:r>
            <a:r>
              <a:rPr lang="de-DE" sz="1200" dirty="0" err="1"/>
              <a:t>application</a:t>
            </a:r>
            <a:r>
              <a:rPr lang="de-DE" sz="1200" dirty="0"/>
              <a:t>/</a:t>
            </a:r>
            <a:r>
              <a:rPr lang="de-DE" sz="1200" dirty="0" err="1"/>
              <a:t>json</a:t>
            </a:r>
            <a:endParaRPr lang="de-DE" sz="1200" dirty="0"/>
          </a:p>
          <a:p>
            <a:r>
              <a:rPr lang="de-DE" sz="1200" dirty="0"/>
              <a:t>Date: Sun, 01 Feb 2026 10:15:30 GMT</a:t>
            </a:r>
          </a:p>
          <a:p>
            <a:r>
              <a:rPr lang="de-DE" sz="1200" dirty="0"/>
              <a:t>X-Request-</a:t>
            </a:r>
            <a:r>
              <a:rPr lang="de-DE" sz="1200" dirty="0" err="1"/>
              <a:t>Id</a:t>
            </a:r>
            <a:r>
              <a:rPr lang="de-DE" sz="1200" dirty="0"/>
              <a:t>: 7b5d3e2a-4c1a-4c0b-9e2a-1fd2c9a2b7d1</a:t>
            </a:r>
          </a:p>
          <a:p>
            <a:r>
              <a:rPr lang="de-DE" sz="1200" dirty="0"/>
              <a:t>X-</a:t>
            </a:r>
            <a:r>
              <a:rPr lang="de-DE" sz="1200" dirty="0" err="1"/>
              <a:t>Api</a:t>
            </a:r>
            <a:r>
              <a:rPr lang="de-DE" sz="1200" dirty="0"/>
              <a:t>-</a:t>
            </a:r>
            <a:r>
              <a:rPr lang="de-DE" sz="1200" dirty="0" err="1"/>
              <a:t>Spec-Ref</a:t>
            </a:r>
            <a:r>
              <a:rPr lang="de-DE" sz="1200" dirty="0"/>
              <a:t>: </a:t>
            </a:r>
            <a:r>
              <a:rPr lang="de-DE" sz="1200" dirty="0" err="1"/>
              <a:t>git:EDI-Energy</a:t>
            </a:r>
            <a:r>
              <a:rPr lang="de-DE" sz="1200" dirty="0"/>
              <a:t>/api-electricity@2026-02-02-consultation</a:t>
            </a:r>
          </a:p>
          <a:p>
            <a:r>
              <a:rPr lang="de-DE" sz="1200" dirty="0"/>
              <a:t>X-</a:t>
            </a:r>
            <a:r>
              <a:rPr lang="de-DE" sz="1200" dirty="0" err="1"/>
              <a:t>Api</a:t>
            </a:r>
            <a:r>
              <a:rPr lang="de-DE" sz="1200" dirty="0"/>
              <a:t>-</a:t>
            </a:r>
            <a:r>
              <a:rPr lang="de-DE" sz="1200" dirty="0" err="1"/>
              <a:t>Spec</a:t>
            </a:r>
            <a:r>
              <a:rPr lang="de-DE" sz="1200" dirty="0"/>
              <a:t>-Version: 1.2</a:t>
            </a:r>
          </a:p>
          <a:p>
            <a:r>
              <a:rPr lang="de-DE" sz="1200" dirty="0"/>
              <a:t>{</a:t>
            </a:r>
          </a:p>
          <a:p>
            <a:r>
              <a:rPr lang="de-DE" sz="1200" dirty="0"/>
              <a:t>  “</a:t>
            </a:r>
            <a:r>
              <a:rPr lang="de-DE" sz="1200" dirty="0" err="1"/>
              <a:t>address</a:t>
            </a:r>
            <a:r>
              <a:rPr lang="de-DE" sz="1200" dirty="0"/>
              <a:t>“: {"</a:t>
            </a:r>
            <a:r>
              <a:rPr lang="de-DE" sz="1200" dirty="0" err="1"/>
              <a:t>zip</a:t>
            </a:r>
            <a:r>
              <a:rPr lang="de-DE" sz="1200" dirty="0"/>
              <a:t>": 80001 },</a:t>
            </a:r>
          </a:p>
          <a:p>
            <a:r>
              <a:rPr lang="de-DE" sz="1200" dirty="0"/>
              <a:t>  “</a:t>
            </a:r>
            <a:r>
              <a:rPr lang="de-DE" sz="1200" dirty="0" err="1"/>
              <a:t>customerNumber</a:t>
            </a:r>
            <a:r>
              <a:rPr lang="de-DE" sz="1200" dirty="0"/>
              <a:t>“: 6024997 </a:t>
            </a:r>
          </a:p>
          <a:p>
            <a:r>
              <a:rPr lang="de-DE" sz="1200" dirty="0"/>
              <a:t>}</a:t>
            </a:r>
          </a:p>
          <a:p>
            <a:endParaRPr lang="de-DE" sz="1200" dirty="0"/>
          </a:p>
          <a:p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48598C8-83F5-5E50-D7EC-8464A0493890}"/>
              </a:ext>
            </a:extLst>
          </p:cNvPr>
          <p:cNvSpPr txBox="1"/>
          <p:nvPr/>
        </p:nvSpPr>
        <p:spPr>
          <a:xfrm>
            <a:off x="5146535" y="1989189"/>
            <a:ext cx="4701471" cy="3231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AutoNum type="arabicParenBoth"/>
            </a:pPr>
            <a:r>
              <a:rPr lang="de-DE" sz="1200" b="1" dirty="0"/>
              <a:t>JWS (</a:t>
            </a:r>
            <a:r>
              <a:rPr lang="de-DE" sz="1200" b="1" dirty="0" err="1"/>
              <a:t>Signature</a:t>
            </a:r>
            <a:r>
              <a:rPr lang="de-DE" sz="1200" b="1" dirty="0"/>
              <a:t>)</a:t>
            </a:r>
          </a:p>
          <a:p>
            <a:r>
              <a:rPr lang="de-DE" sz="1200" dirty="0"/>
              <a:t>{</a:t>
            </a:r>
          </a:p>
          <a:p>
            <a:r>
              <a:rPr lang="de-DE" sz="1200" b="1" dirty="0"/>
              <a:t>  "</a:t>
            </a:r>
            <a:r>
              <a:rPr lang="de-DE" sz="1200" b="1" dirty="0" err="1"/>
              <a:t>kid</a:t>
            </a:r>
            <a:r>
              <a:rPr lang="de-DE" sz="1200" b="1" dirty="0"/>
              <a:t>": "client:mabishub-client-key-40454580000000",</a:t>
            </a:r>
          </a:p>
          <a:p>
            <a:r>
              <a:rPr lang="de-DE" sz="1200" b="1" dirty="0"/>
              <a:t>  "typ": "JWT",</a:t>
            </a:r>
          </a:p>
          <a:p>
            <a:r>
              <a:rPr lang="de-DE" sz="1200" b="1" dirty="0"/>
              <a:t>  "</a:t>
            </a:r>
            <a:r>
              <a:rPr lang="de-DE" sz="1200" b="1" dirty="0" err="1"/>
              <a:t>alg</a:t>
            </a:r>
            <a:r>
              <a:rPr lang="de-DE" sz="1200" b="1" dirty="0"/>
              <a:t>": "ES256",</a:t>
            </a:r>
          </a:p>
          <a:p>
            <a:r>
              <a:rPr lang="de-DE" sz="1200" b="1" dirty="0"/>
              <a:t>  "</a:t>
            </a:r>
            <a:r>
              <a:rPr lang="de-DE" sz="1200" b="1" dirty="0" err="1"/>
              <a:t>payload</a:t>
            </a:r>
            <a:r>
              <a:rPr lang="de-DE" sz="1200" b="1" dirty="0"/>
              <a:t>": {</a:t>
            </a:r>
          </a:p>
          <a:p>
            <a:r>
              <a:rPr lang="de-DE" sz="1200" dirty="0"/>
              <a:t>    "</a:t>
            </a:r>
            <a:r>
              <a:rPr lang="de-DE" sz="1200" dirty="0" err="1"/>
              <a:t>address</a:t>
            </a:r>
            <a:r>
              <a:rPr lang="de-DE" sz="1200" dirty="0"/>
              <a:t>": { "</a:t>
            </a:r>
            <a:r>
              <a:rPr lang="de-DE" sz="1200" dirty="0" err="1"/>
              <a:t>zip</a:t>
            </a:r>
            <a:r>
              <a:rPr lang="de-DE" sz="1200" dirty="0"/>
              <a:t>": 80001 },</a:t>
            </a:r>
          </a:p>
          <a:p>
            <a:r>
              <a:rPr lang="de-DE" sz="1200" dirty="0"/>
              <a:t>    "</a:t>
            </a:r>
            <a:r>
              <a:rPr lang="de-DE" sz="1200" dirty="0" err="1"/>
              <a:t>customerNumber</a:t>
            </a:r>
            <a:r>
              <a:rPr lang="de-DE" sz="1200" dirty="0"/>
              <a:t>": 6024997</a:t>
            </a:r>
          </a:p>
          <a:p>
            <a:r>
              <a:rPr lang="de-DE" sz="1200" dirty="0"/>
              <a:t>  }</a:t>
            </a:r>
          </a:p>
          <a:p>
            <a:r>
              <a:rPr lang="de-DE" sz="1200" dirty="0"/>
              <a:t>}</a:t>
            </a:r>
          </a:p>
          <a:p>
            <a:endParaRPr lang="de-DE" sz="1200" dirty="0"/>
          </a:p>
          <a:p>
            <a:r>
              <a:rPr lang="de-DE" sz="1200" b="1" dirty="0"/>
              <a:t>Signatur =&gt;</a:t>
            </a:r>
          </a:p>
          <a:p>
            <a:r>
              <a:rPr lang="de-DE" sz="1200" dirty="0"/>
              <a:t>eyJhbGciOiJFUzI1NiIsInR5cCI6IkpXVCIsImtpZCI6ImNsaWVudC1wYXlsb2FkLXNpZ24tMDEifQ.eyJhZGRyZXNzIjp7InppcCI6ODAwMDF9LCJjdXN0b21lck51bWJlciI6NjAyNDk5N30.</a:t>
            </a:r>
          </a:p>
          <a:p>
            <a:r>
              <a:rPr lang="de-DE" sz="1200" dirty="0"/>
              <a:t>MEUCIQD8...</a:t>
            </a:r>
            <a:r>
              <a:rPr lang="de-DE" sz="1200" dirty="0" err="1"/>
              <a:t>wQIgZ</a:t>
            </a:r>
            <a:r>
              <a:rPr lang="de-DE" sz="1200" dirty="0"/>
              <a:t>...k</a:t>
            </a:r>
          </a:p>
          <a:p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266122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556B8-DC5A-45A4-EAFF-124D128F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 hidden="1">
            <a:extLst>
              <a:ext uri="{FF2B5EF4-FFF2-40B4-BE49-F238E27FC236}">
                <a16:creationId xmlns:a16="http://schemas.microsoft.com/office/drawing/2014/main" id="{E2715C0B-0612-D5C7-40E5-D37F8A8CD71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219200" y="696000"/>
            <a:ext cx="1920000" cy="192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/>
              <a:t>20.03.2017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8A4B1EC-7972-1DB4-F990-D351806ED51C}"/>
              </a:ext>
            </a:extLst>
          </p:cNvPr>
          <p:cNvSpPr txBox="1"/>
          <p:nvPr/>
        </p:nvSpPr>
        <p:spPr>
          <a:xfrm>
            <a:off x="1510577" y="892656"/>
            <a:ext cx="5188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http Message </a:t>
            </a:r>
            <a:r>
              <a:rPr lang="de-DE" dirty="0" err="1"/>
              <a:t>Signatures</a:t>
            </a:r>
            <a:r>
              <a:rPr lang="de-DE" dirty="0"/>
              <a:t> – Post mit JWE für Payload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E7D473D-AE19-8848-0311-51AC448590F2}"/>
              </a:ext>
            </a:extLst>
          </p:cNvPr>
          <p:cNvSpPr txBox="1"/>
          <p:nvPr/>
        </p:nvSpPr>
        <p:spPr>
          <a:xfrm>
            <a:off x="825390" y="1681273"/>
            <a:ext cx="4233759" cy="3600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>
                <a:hlinkClick r:id="rId2"/>
              </a:rPr>
              <a:t>https://mabishub.com/malo/details</a:t>
            </a:r>
            <a:endParaRPr lang="de-DE" sz="1200" dirty="0"/>
          </a:p>
          <a:p>
            <a:endParaRPr lang="de-DE" sz="1200" dirty="0"/>
          </a:p>
          <a:p>
            <a:r>
              <a:rPr lang="de-DE" sz="1200" dirty="0"/>
              <a:t>POST /</a:t>
            </a:r>
            <a:r>
              <a:rPr lang="de-DE" sz="1200" dirty="0" err="1"/>
              <a:t>malo</a:t>
            </a:r>
            <a:r>
              <a:rPr lang="de-DE" sz="1200" dirty="0"/>
              <a:t>/ident HTTP/2</a:t>
            </a:r>
          </a:p>
          <a:p>
            <a:r>
              <a:rPr lang="de-DE" sz="1200" dirty="0"/>
              <a:t>Host: mabishub.com</a:t>
            </a:r>
          </a:p>
          <a:p>
            <a:r>
              <a:rPr lang="de-DE" sz="1200" dirty="0"/>
              <a:t>Content-Type: </a:t>
            </a:r>
            <a:r>
              <a:rPr lang="de-DE" sz="1200" b="1" dirty="0" err="1"/>
              <a:t>application</a:t>
            </a:r>
            <a:r>
              <a:rPr lang="de-DE" sz="1200" b="1" dirty="0"/>
              <a:t>/jose (</a:t>
            </a:r>
            <a:r>
              <a:rPr lang="de-DE" sz="1200" b="1" dirty="0" err="1"/>
              <a:t>jwt</a:t>
            </a:r>
            <a:r>
              <a:rPr lang="de-DE" sz="1200" b="1" dirty="0"/>
              <a:t>)</a:t>
            </a:r>
          </a:p>
          <a:p>
            <a:r>
              <a:rPr lang="de-DE" sz="1200" dirty="0" err="1"/>
              <a:t>Accept</a:t>
            </a:r>
            <a:r>
              <a:rPr lang="de-DE" sz="1200" dirty="0"/>
              <a:t>: </a:t>
            </a:r>
            <a:r>
              <a:rPr lang="de-DE" sz="1200" dirty="0" err="1"/>
              <a:t>application</a:t>
            </a:r>
            <a:r>
              <a:rPr lang="de-DE" sz="1200" dirty="0"/>
              <a:t>/</a:t>
            </a:r>
            <a:r>
              <a:rPr lang="de-DE" sz="1200" dirty="0" err="1"/>
              <a:t>json</a:t>
            </a:r>
            <a:endParaRPr lang="de-DE" sz="1200" dirty="0"/>
          </a:p>
          <a:p>
            <a:r>
              <a:rPr lang="de-DE" sz="1200" dirty="0"/>
              <a:t>Date: Sun, 01 Feb 2026 10:15:30 GMT</a:t>
            </a:r>
          </a:p>
          <a:p>
            <a:r>
              <a:rPr lang="de-DE" sz="1200" dirty="0"/>
              <a:t>X-Request-</a:t>
            </a:r>
            <a:r>
              <a:rPr lang="de-DE" sz="1200" dirty="0" err="1"/>
              <a:t>Id</a:t>
            </a:r>
            <a:r>
              <a:rPr lang="de-DE" sz="1200" dirty="0"/>
              <a:t>: 7b5d3e2a-4c1a-4c0b-9e2a-1fd2c9a2b7d1</a:t>
            </a:r>
          </a:p>
          <a:p>
            <a:r>
              <a:rPr lang="de-DE" sz="1200" dirty="0"/>
              <a:t>X-</a:t>
            </a:r>
            <a:r>
              <a:rPr lang="de-DE" sz="1200" dirty="0" err="1"/>
              <a:t>Api</a:t>
            </a:r>
            <a:r>
              <a:rPr lang="de-DE" sz="1200" dirty="0"/>
              <a:t>-</a:t>
            </a:r>
            <a:r>
              <a:rPr lang="de-DE" sz="1200" dirty="0" err="1"/>
              <a:t>Spec-Ref</a:t>
            </a:r>
            <a:r>
              <a:rPr lang="de-DE" sz="1200" dirty="0"/>
              <a:t>: </a:t>
            </a:r>
            <a:r>
              <a:rPr lang="de-DE" sz="1200" dirty="0" err="1"/>
              <a:t>git:EDI-Energy</a:t>
            </a:r>
            <a:r>
              <a:rPr lang="de-DE" sz="1200" dirty="0"/>
              <a:t>/api-electricity@2026-02-02-consultation</a:t>
            </a:r>
          </a:p>
          <a:p>
            <a:r>
              <a:rPr lang="de-DE" sz="1200" dirty="0"/>
              <a:t>X-</a:t>
            </a:r>
            <a:r>
              <a:rPr lang="de-DE" sz="1200" dirty="0" err="1"/>
              <a:t>Api</a:t>
            </a:r>
            <a:r>
              <a:rPr lang="de-DE" sz="1200" dirty="0"/>
              <a:t>-</a:t>
            </a:r>
            <a:r>
              <a:rPr lang="de-DE" sz="1200" dirty="0" err="1"/>
              <a:t>Spec</a:t>
            </a:r>
            <a:r>
              <a:rPr lang="de-DE" sz="1200" dirty="0"/>
              <a:t>-Version: 1.2</a:t>
            </a:r>
          </a:p>
          <a:p>
            <a:r>
              <a:rPr lang="de-DE" sz="1200" dirty="0"/>
              <a:t>{</a:t>
            </a:r>
          </a:p>
          <a:p>
            <a:r>
              <a:rPr lang="de-DE" sz="1200" dirty="0"/>
              <a:t>  “</a:t>
            </a:r>
            <a:r>
              <a:rPr lang="de-DE" sz="1200" dirty="0" err="1"/>
              <a:t>address</a:t>
            </a:r>
            <a:r>
              <a:rPr lang="de-DE" sz="1200" dirty="0"/>
              <a:t>“: {"</a:t>
            </a:r>
            <a:r>
              <a:rPr lang="de-DE" sz="1200" dirty="0" err="1"/>
              <a:t>zip</a:t>
            </a:r>
            <a:r>
              <a:rPr lang="de-DE" sz="1200" dirty="0"/>
              <a:t>": 80001 },</a:t>
            </a:r>
          </a:p>
          <a:p>
            <a:r>
              <a:rPr lang="de-DE" sz="1200" dirty="0"/>
              <a:t>  “</a:t>
            </a:r>
            <a:r>
              <a:rPr lang="de-DE" sz="1200" dirty="0" err="1"/>
              <a:t>customerNumber</a:t>
            </a:r>
            <a:r>
              <a:rPr lang="de-DE" sz="1200" dirty="0"/>
              <a:t>“: 6024997 </a:t>
            </a:r>
          </a:p>
          <a:p>
            <a:r>
              <a:rPr lang="de-DE" sz="1200" dirty="0"/>
              <a:t>}</a:t>
            </a:r>
          </a:p>
          <a:p>
            <a:endParaRPr lang="de-DE" sz="1200" dirty="0"/>
          </a:p>
          <a:p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C99E3A6-C010-1EBC-CF8A-946B3C8B5ECC}"/>
              </a:ext>
            </a:extLst>
          </p:cNvPr>
          <p:cNvSpPr txBox="1"/>
          <p:nvPr/>
        </p:nvSpPr>
        <p:spPr>
          <a:xfrm>
            <a:off x="5154627" y="1865939"/>
            <a:ext cx="4701471" cy="3231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b="1" dirty="0"/>
              <a:t>(2) JWE (</a:t>
            </a:r>
            <a:r>
              <a:rPr lang="de-DE" sz="1200" b="1" dirty="0" err="1"/>
              <a:t>Encrypt</a:t>
            </a:r>
            <a:r>
              <a:rPr lang="de-DE" sz="1200" b="1" dirty="0"/>
              <a:t>)</a:t>
            </a:r>
          </a:p>
          <a:p>
            <a:r>
              <a:rPr lang="de-DE" sz="1200" dirty="0"/>
              <a:t>{</a:t>
            </a:r>
          </a:p>
          <a:p>
            <a:r>
              <a:rPr lang="de-DE" sz="1200" b="1" dirty="0"/>
              <a:t>  "iss": "client:mabishub-40454580000000",</a:t>
            </a:r>
          </a:p>
          <a:p>
            <a:r>
              <a:rPr lang="de-DE" sz="1200" b="1" dirty="0"/>
              <a:t>  "</a:t>
            </a:r>
            <a:r>
              <a:rPr lang="de-DE" sz="1200" b="1" dirty="0" err="1"/>
              <a:t>aud</a:t>
            </a:r>
            <a:r>
              <a:rPr lang="de-DE" sz="1200" b="1" dirty="0"/>
              <a:t>": "</a:t>
            </a:r>
            <a:r>
              <a:rPr lang="de-DE" sz="1200" b="1" dirty="0" err="1"/>
              <a:t>mabishub</a:t>
            </a:r>
            <a:r>
              <a:rPr lang="de-DE" sz="1200" b="1" dirty="0"/>
              <a:t>/</a:t>
            </a:r>
            <a:r>
              <a:rPr lang="de-DE" sz="1200" b="1" dirty="0" err="1"/>
              <a:t>malo</a:t>
            </a:r>
            <a:r>
              <a:rPr lang="de-DE" sz="1200" b="1" dirty="0"/>
              <a:t>-details",</a:t>
            </a:r>
          </a:p>
          <a:p>
            <a:r>
              <a:rPr lang="de-DE" sz="1200" b="1" dirty="0"/>
              <a:t>  "</a:t>
            </a:r>
            <a:r>
              <a:rPr lang="de-DE" sz="1200" b="1" dirty="0" err="1"/>
              <a:t>iat</a:t>
            </a:r>
            <a:r>
              <a:rPr lang="de-DE" sz="1200" b="1" dirty="0"/>
              <a:t>": 1706782530,</a:t>
            </a:r>
          </a:p>
          <a:p>
            <a:r>
              <a:rPr lang="de-DE" sz="1200" b="1" dirty="0"/>
              <a:t>  "</a:t>
            </a:r>
            <a:r>
              <a:rPr lang="de-DE" sz="1200" b="1" dirty="0" err="1"/>
              <a:t>exp</a:t>
            </a:r>
            <a:r>
              <a:rPr lang="de-DE" sz="1200" b="1" dirty="0"/>
              <a:t>": 1706782830,</a:t>
            </a:r>
          </a:p>
          <a:p>
            <a:r>
              <a:rPr lang="de-DE" sz="1200" b="1" dirty="0"/>
              <a:t>  "</a:t>
            </a:r>
            <a:r>
              <a:rPr lang="de-DE" sz="1200" b="1" dirty="0" err="1"/>
              <a:t>sig-payload</a:t>
            </a:r>
            <a:r>
              <a:rPr lang="de-DE" sz="1200" b="1" dirty="0"/>
              <a:t>": {</a:t>
            </a:r>
          </a:p>
          <a:p>
            <a:r>
              <a:rPr lang="de-DE" sz="1200" dirty="0"/>
              <a:t>eyJhbGciOiJFUzI1NiIsInR5cCI6IkpXVCIsImtpZCI6ImNsaWVudC1wYXlsb2FkLXNpZ24tMDEifQ.eyJhZGRyZXNzIjp7InppcCI6ODAwMDF9LCJjdXN0b21lck51bWJlciI6NjAyNDk5N30.</a:t>
            </a:r>
          </a:p>
          <a:p>
            <a:r>
              <a:rPr lang="de-DE" sz="1200" dirty="0"/>
              <a:t>MEUCIQD8...</a:t>
            </a:r>
            <a:r>
              <a:rPr lang="de-DE" sz="1200" dirty="0" err="1"/>
              <a:t>wQIgZ</a:t>
            </a:r>
            <a:r>
              <a:rPr lang="de-DE" sz="1200" dirty="0"/>
              <a:t>...k</a:t>
            </a:r>
          </a:p>
          <a:p>
            <a:r>
              <a:rPr lang="de-DE" sz="1200" b="1" dirty="0"/>
              <a:t>}</a:t>
            </a:r>
          </a:p>
          <a:p>
            <a:endParaRPr lang="de-DE" sz="1200" dirty="0"/>
          </a:p>
          <a:p>
            <a:r>
              <a:rPr lang="de-DE" sz="1200" b="1" dirty="0"/>
              <a:t>Neuer http-Header =&gt;</a:t>
            </a:r>
          </a:p>
          <a:p>
            <a:r>
              <a:rPr lang="de-DE" sz="1200" b="1" dirty="0"/>
              <a:t>Content-Digest</a:t>
            </a:r>
            <a:r>
              <a:rPr lang="de-DE" sz="1200" dirty="0"/>
              <a:t>: sha-256=:uU0p7h6qv6bqGJgYy3m8n2mY0cKc6lQ5qJv8W2r9bLk=:</a:t>
            </a:r>
          </a:p>
          <a:p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377031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CB185-D4A0-072B-A6D0-353E9B088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 hidden="1">
            <a:extLst>
              <a:ext uri="{FF2B5EF4-FFF2-40B4-BE49-F238E27FC236}">
                <a16:creationId xmlns:a16="http://schemas.microsoft.com/office/drawing/2014/main" id="{29FFF66E-6FA2-863D-ABB1-D472BA9C7F8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219200" y="696000"/>
            <a:ext cx="1920000" cy="192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/>
              <a:t>20.03.2017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E667BE5-14C7-F964-7540-D473C9376883}"/>
              </a:ext>
            </a:extLst>
          </p:cNvPr>
          <p:cNvSpPr txBox="1"/>
          <p:nvPr/>
        </p:nvSpPr>
        <p:spPr>
          <a:xfrm>
            <a:off x="1510577" y="892656"/>
            <a:ext cx="6530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http Message </a:t>
            </a:r>
            <a:r>
              <a:rPr lang="de-DE" dirty="0" err="1"/>
              <a:t>Signatures</a:t>
            </a:r>
            <a:r>
              <a:rPr lang="de-DE" dirty="0"/>
              <a:t> – Einbettung Payload in Header Signierung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A3CCEE7-AA55-F504-C6A1-C078DEB6868B}"/>
              </a:ext>
            </a:extLst>
          </p:cNvPr>
          <p:cNvSpPr txBox="1"/>
          <p:nvPr/>
        </p:nvSpPr>
        <p:spPr>
          <a:xfrm>
            <a:off x="841574" y="1958272"/>
            <a:ext cx="4233759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>
                <a:hlinkClick r:id="rId2"/>
              </a:rPr>
              <a:t>https://mabishub.com/malo/details</a:t>
            </a:r>
            <a:endParaRPr lang="de-DE" sz="1200" dirty="0"/>
          </a:p>
          <a:p>
            <a:endParaRPr lang="de-DE" sz="1200" dirty="0"/>
          </a:p>
          <a:p>
            <a:r>
              <a:rPr lang="de-DE" sz="1200" dirty="0"/>
              <a:t>POST /</a:t>
            </a:r>
            <a:r>
              <a:rPr lang="de-DE" sz="1200" dirty="0" err="1"/>
              <a:t>malo</a:t>
            </a:r>
            <a:r>
              <a:rPr lang="de-DE" sz="1200" dirty="0"/>
              <a:t>/ident HTTP/2</a:t>
            </a:r>
          </a:p>
          <a:p>
            <a:r>
              <a:rPr lang="de-DE" sz="1200" dirty="0"/>
              <a:t>Host: mabishub.com</a:t>
            </a:r>
          </a:p>
          <a:p>
            <a:r>
              <a:rPr lang="de-DE" sz="1200" dirty="0"/>
              <a:t>Content-Type: </a:t>
            </a:r>
            <a:r>
              <a:rPr lang="de-DE" sz="1200" b="1" dirty="0" err="1"/>
              <a:t>application</a:t>
            </a:r>
            <a:r>
              <a:rPr lang="de-DE" sz="1200" b="1" dirty="0"/>
              <a:t>/jose</a:t>
            </a:r>
          </a:p>
          <a:p>
            <a:r>
              <a:rPr lang="de-DE" sz="1200" dirty="0" err="1"/>
              <a:t>Accept</a:t>
            </a:r>
            <a:r>
              <a:rPr lang="de-DE" sz="1200" dirty="0"/>
              <a:t>: </a:t>
            </a:r>
            <a:r>
              <a:rPr lang="de-DE" sz="1200" dirty="0" err="1"/>
              <a:t>application</a:t>
            </a:r>
            <a:r>
              <a:rPr lang="de-DE" sz="1200" dirty="0"/>
              <a:t>/</a:t>
            </a:r>
            <a:r>
              <a:rPr lang="de-DE" sz="1200" dirty="0" err="1"/>
              <a:t>json</a:t>
            </a:r>
            <a:endParaRPr lang="de-DE" sz="1200" dirty="0"/>
          </a:p>
          <a:p>
            <a:r>
              <a:rPr lang="de-DE" sz="1200" dirty="0"/>
              <a:t>Date: Sun, 01 Feb 2026 10:15:30 GMT</a:t>
            </a:r>
          </a:p>
          <a:p>
            <a:r>
              <a:rPr lang="de-DE" sz="1200" dirty="0"/>
              <a:t>X-Request-</a:t>
            </a:r>
            <a:r>
              <a:rPr lang="de-DE" sz="1200" dirty="0" err="1"/>
              <a:t>Id</a:t>
            </a:r>
            <a:r>
              <a:rPr lang="de-DE" sz="1200" dirty="0"/>
              <a:t>: 7b5d3e2a-4c1a-4c0b-9e2a-1fd2c9a2b7d1</a:t>
            </a:r>
          </a:p>
          <a:p>
            <a:r>
              <a:rPr lang="de-DE" sz="1200" dirty="0"/>
              <a:t>X-</a:t>
            </a:r>
            <a:r>
              <a:rPr lang="de-DE" sz="1200" dirty="0" err="1"/>
              <a:t>Api</a:t>
            </a:r>
            <a:r>
              <a:rPr lang="de-DE" sz="1200" dirty="0"/>
              <a:t>-</a:t>
            </a:r>
            <a:r>
              <a:rPr lang="de-DE" sz="1200" dirty="0" err="1"/>
              <a:t>Spec-Ref</a:t>
            </a:r>
            <a:r>
              <a:rPr lang="de-DE" sz="1200" dirty="0"/>
              <a:t>: </a:t>
            </a:r>
            <a:r>
              <a:rPr lang="de-DE" sz="1200" dirty="0" err="1"/>
              <a:t>git:EDI-Energy</a:t>
            </a:r>
            <a:r>
              <a:rPr lang="de-DE" sz="1200" dirty="0"/>
              <a:t>/api-electricity@2026-02-02-consultation</a:t>
            </a:r>
          </a:p>
          <a:p>
            <a:r>
              <a:rPr lang="de-DE" sz="1200" dirty="0"/>
              <a:t>X-</a:t>
            </a:r>
            <a:r>
              <a:rPr lang="de-DE" sz="1200" dirty="0" err="1"/>
              <a:t>Api</a:t>
            </a:r>
            <a:r>
              <a:rPr lang="de-DE" sz="1200" dirty="0"/>
              <a:t>-</a:t>
            </a:r>
            <a:r>
              <a:rPr lang="de-DE" sz="1200" dirty="0" err="1"/>
              <a:t>Spec</a:t>
            </a:r>
            <a:r>
              <a:rPr lang="de-DE" sz="1200" dirty="0"/>
              <a:t>-Version: 1.2</a:t>
            </a:r>
          </a:p>
          <a:p>
            <a:r>
              <a:rPr lang="de-DE" sz="1200" b="1" dirty="0"/>
              <a:t>Content-Digest: sha-256=:uU0p7h6qv6bqGJgYy3m8n2mY0cKc6lQ5qJv8W2r9bLk=:</a:t>
            </a:r>
          </a:p>
          <a:p>
            <a:endParaRPr lang="de-DE" sz="1200" dirty="0"/>
          </a:p>
          <a:p>
            <a:r>
              <a:rPr lang="de-DE" sz="1200" b="1" dirty="0"/>
              <a:t>eyJhbGciOiJSU0EtT0FFUC0yNTYiLCJlbmMiOiJBMjU2R0NNIiwiY3R5IjoiSldUIiwia2lkIjoiaHViLXBheWxvYWQtZW5jLTA3In0.m3kZ2...Q.48V1_ALb6US04U3b.u9f0c...uWQ.o2mP...8w</a:t>
            </a:r>
          </a:p>
          <a:p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078D507-E132-495F-B90C-B6BD973E42D3}"/>
              </a:ext>
            </a:extLst>
          </p:cNvPr>
          <p:cNvSpPr txBox="1"/>
          <p:nvPr/>
        </p:nvSpPr>
        <p:spPr>
          <a:xfrm>
            <a:off x="5146535" y="1699328"/>
            <a:ext cx="4701471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b="1" dirty="0"/>
              <a:t>(3) Header Signierung mit Einbettung Payload</a:t>
            </a:r>
          </a:p>
          <a:p>
            <a:endParaRPr lang="de-DE" sz="1200" dirty="0"/>
          </a:p>
          <a:p>
            <a:r>
              <a:rPr lang="de-DE" sz="1200" dirty="0"/>
              <a:t>POST /</a:t>
            </a:r>
            <a:r>
              <a:rPr lang="de-DE" sz="1200" dirty="0" err="1"/>
              <a:t>malo</a:t>
            </a:r>
            <a:r>
              <a:rPr lang="de-DE" sz="1200" dirty="0"/>
              <a:t>/ident HTTP/2</a:t>
            </a:r>
          </a:p>
          <a:p>
            <a:r>
              <a:rPr lang="de-DE" sz="1200" dirty="0"/>
              <a:t>Host: mabishub.com</a:t>
            </a:r>
          </a:p>
          <a:p>
            <a:r>
              <a:rPr lang="de-DE" sz="1200" dirty="0"/>
              <a:t>Content-Type: </a:t>
            </a:r>
            <a:r>
              <a:rPr lang="de-DE" sz="1200" dirty="0" err="1"/>
              <a:t>application</a:t>
            </a:r>
            <a:r>
              <a:rPr lang="de-DE" sz="1200" dirty="0"/>
              <a:t>/jose</a:t>
            </a:r>
          </a:p>
          <a:p>
            <a:r>
              <a:rPr lang="de-DE" sz="1200" dirty="0" err="1"/>
              <a:t>Accept</a:t>
            </a:r>
            <a:r>
              <a:rPr lang="de-DE" sz="1200" dirty="0"/>
              <a:t>: </a:t>
            </a:r>
            <a:r>
              <a:rPr lang="de-DE" sz="1200" dirty="0" err="1"/>
              <a:t>application</a:t>
            </a:r>
            <a:r>
              <a:rPr lang="de-DE" sz="1200" dirty="0"/>
              <a:t>/</a:t>
            </a:r>
            <a:r>
              <a:rPr lang="de-DE" sz="1200" dirty="0" err="1"/>
              <a:t>json</a:t>
            </a:r>
            <a:endParaRPr lang="de-DE" sz="1200" dirty="0"/>
          </a:p>
          <a:p>
            <a:r>
              <a:rPr lang="de-DE" sz="1200" dirty="0"/>
              <a:t>Date: Sun, 01 Feb 2026 10:15:30 GMT</a:t>
            </a:r>
          </a:p>
          <a:p>
            <a:r>
              <a:rPr lang="de-DE" sz="1200" dirty="0"/>
              <a:t>X-Request-</a:t>
            </a:r>
            <a:r>
              <a:rPr lang="de-DE" sz="1200" dirty="0" err="1"/>
              <a:t>Id</a:t>
            </a:r>
            <a:r>
              <a:rPr lang="de-DE" sz="1200" dirty="0"/>
              <a:t>: 7b5d3e2a-4c1a-4c0b-9e2a-1fd2c9a2b7d1</a:t>
            </a:r>
          </a:p>
          <a:p>
            <a:r>
              <a:rPr lang="de-DE" sz="1200" dirty="0"/>
              <a:t>X-</a:t>
            </a:r>
            <a:r>
              <a:rPr lang="de-DE" sz="1200" dirty="0" err="1"/>
              <a:t>Api</a:t>
            </a:r>
            <a:r>
              <a:rPr lang="de-DE" sz="1200" dirty="0"/>
              <a:t>-</a:t>
            </a:r>
            <a:r>
              <a:rPr lang="de-DE" sz="1200" dirty="0" err="1"/>
              <a:t>Spec-Ref</a:t>
            </a:r>
            <a:r>
              <a:rPr lang="de-DE" sz="1200" dirty="0"/>
              <a:t>: </a:t>
            </a:r>
            <a:r>
              <a:rPr lang="de-DE" sz="1200" dirty="0" err="1"/>
              <a:t>git:EDI-Energy</a:t>
            </a:r>
            <a:r>
              <a:rPr lang="de-DE" sz="1200" dirty="0"/>
              <a:t>/api-electricity@2026-02-02-consultation</a:t>
            </a:r>
          </a:p>
          <a:p>
            <a:r>
              <a:rPr lang="de-DE" sz="1200" dirty="0"/>
              <a:t>X-</a:t>
            </a:r>
            <a:r>
              <a:rPr lang="de-DE" sz="1200" dirty="0" err="1"/>
              <a:t>Api</a:t>
            </a:r>
            <a:r>
              <a:rPr lang="de-DE" sz="1200" dirty="0"/>
              <a:t>-</a:t>
            </a:r>
            <a:r>
              <a:rPr lang="de-DE" sz="1200" dirty="0" err="1"/>
              <a:t>Spec</a:t>
            </a:r>
            <a:r>
              <a:rPr lang="de-DE" sz="1200" dirty="0"/>
              <a:t>-Version: 1.2</a:t>
            </a:r>
          </a:p>
          <a:p>
            <a:r>
              <a:rPr lang="de-DE" sz="1200" b="1" dirty="0"/>
              <a:t>Content-Digest</a:t>
            </a:r>
            <a:r>
              <a:rPr lang="de-DE" sz="1200" dirty="0"/>
              <a:t>: sha-256=:uU0p7h6qv6bqGJgYy3m8n2mY0cKc6lQ5qJv8W2r9bLk=:</a:t>
            </a:r>
          </a:p>
          <a:p>
            <a:r>
              <a:rPr lang="de-DE" sz="1200" b="1" dirty="0" err="1"/>
              <a:t>Signature</a:t>
            </a:r>
            <a:r>
              <a:rPr lang="de-DE" sz="1200" b="1" dirty="0"/>
              <a:t>-Input</a:t>
            </a:r>
            <a:r>
              <a:rPr lang="de-DE" sz="1200" dirty="0"/>
              <a:t>: sig1=("@</a:t>
            </a:r>
            <a:r>
              <a:rPr lang="de-DE" sz="1200" dirty="0" err="1"/>
              <a:t>method</a:t>
            </a:r>
            <a:r>
              <a:rPr lang="de-DE" sz="1200" dirty="0"/>
              <a:t>" "@</a:t>
            </a:r>
            <a:r>
              <a:rPr lang="de-DE" sz="1200" dirty="0" err="1"/>
              <a:t>authority</a:t>
            </a:r>
            <a:r>
              <a:rPr lang="de-DE" sz="1200" dirty="0"/>
              <a:t>" "@</a:t>
            </a:r>
            <a:r>
              <a:rPr lang="de-DE" sz="1200" dirty="0" err="1"/>
              <a:t>target-uri</a:t>
            </a:r>
            <a:r>
              <a:rPr lang="de-DE" sz="1200" dirty="0"/>
              <a:t>" "</a:t>
            </a:r>
            <a:r>
              <a:rPr lang="de-DE" sz="1200" dirty="0" err="1"/>
              <a:t>content</a:t>
            </a:r>
            <a:r>
              <a:rPr lang="de-DE" sz="1200" dirty="0"/>
              <a:t>-type" "</a:t>
            </a:r>
            <a:r>
              <a:rPr lang="de-DE" sz="1200" dirty="0" err="1"/>
              <a:t>accept</a:t>
            </a:r>
            <a:r>
              <a:rPr lang="de-DE" sz="1200" dirty="0"/>
              <a:t>" </a:t>
            </a:r>
            <a:r>
              <a:rPr lang="de-DE" sz="1200" b="1" dirty="0"/>
              <a:t>"</a:t>
            </a:r>
            <a:r>
              <a:rPr lang="de-DE" sz="1200" b="1" dirty="0" err="1"/>
              <a:t>content</a:t>
            </a:r>
            <a:r>
              <a:rPr lang="de-DE" sz="1200" b="1" dirty="0"/>
              <a:t>-digest" </a:t>
            </a:r>
            <a:r>
              <a:rPr lang="de-DE" sz="1200" dirty="0"/>
              <a:t>"date" "x-</a:t>
            </a:r>
            <a:r>
              <a:rPr lang="de-DE" sz="1200" dirty="0" err="1"/>
              <a:t>request</a:t>
            </a:r>
            <a:r>
              <a:rPr lang="de-DE" sz="1200" dirty="0"/>
              <a:t>-</a:t>
            </a:r>
            <a:r>
              <a:rPr lang="de-DE" sz="1200" dirty="0" err="1"/>
              <a:t>id</a:t>
            </a:r>
            <a:r>
              <a:rPr lang="de-DE" sz="1200" dirty="0"/>
              <a:t>" "x-</a:t>
            </a:r>
            <a:r>
              <a:rPr lang="de-DE" sz="1200" dirty="0" err="1"/>
              <a:t>api</a:t>
            </a:r>
            <a:r>
              <a:rPr lang="de-DE" sz="1200" dirty="0"/>
              <a:t>-</a:t>
            </a:r>
            <a:r>
              <a:rPr lang="de-DE" sz="1200" dirty="0" err="1"/>
              <a:t>spec-ref</a:t>
            </a:r>
            <a:r>
              <a:rPr lang="de-DE" sz="1200" dirty="0"/>
              <a:t>" "x-</a:t>
            </a:r>
            <a:r>
              <a:rPr lang="de-DE" sz="1200" dirty="0" err="1"/>
              <a:t>api</a:t>
            </a:r>
            <a:r>
              <a:rPr lang="de-DE" sz="1200" dirty="0"/>
              <a:t>-</a:t>
            </a:r>
            <a:r>
              <a:rPr lang="de-DE" sz="1200" dirty="0" err="1"/>
              <a:t>spec</a:t>
            </a:r>
            <a:r>
              <a:rPr lang="de-DE" sz="1200" dirty="0"/>
              <a:t>-version");</a:t>
            </a:r>
            <a:r>
              <a:rPr lang="de-DE" sz="1200" dirty="0" err="1"/>
              <a:t>created</a:t>
            </a:r>
            <a:r>
              <a:rPr lang="de-DE" sz="1200" dirty="0"/>
              <a:t>=1769940930;keyid="client-http-sig-01";alg="ecdsa-p256-sha256"</a:t>
            </a:r>
          </a:p>
          <a:p>
            <a:r>
              <a:rPr lang="de-DE" sz="1200" b="1" dirty="0" err="1"/>
              <a:t>Signature</a:t>
            </a:r>
            <a:r>
              <a:rPr lang="de-DE" sz="1200" b="1" dirty="0"/>
              <a:t>: sig1=:m1dP0w7qZ8QmM8n6f0dVbQ4h2lJd0q3H6mQkq9Vxq8g=:</a:t>
            </a:r>
          </a:p>
          <a:p>
            <a:endParaRPr lang="de-DE" sz="1200" b="1" dirty="0"/>
          </a:p>
          <a:p>
            <a:r>
              <a:rPr lang="de-DE" sz="1200" dirty="0"/>
              <a:t>eyJhbGciOiJSU0EtT0FFUC0yNTYiLCJlbmMiOiJBMjU2R0NNIiwiY3R5IjoiSldUIiwia2lkIjoiaHViLXBheWxvYWQtZW5jLTA3In0.m3kZ2...Q.48V1_ALb6US04U3b.u9f0c...uWQ.o2mP...8w</a:t>
            </a:r>
          </a:p>
        </p:txBody>
      </p:sp>
    </p:spTree>
    <p:extLst>
      <p:ext uri="{BB962C8B-B14F-4D97-AF65-F5344CB8AC3E}">
        <p14:creationId xmlns:p14="http://schemas.microsoft.com/office/powerpoint/2010/main" val="11534429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SYOSWnLfzWwYJtl43_Ih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2mJp7nCMj5nEhqggY4f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FJX2MC6Wnk_ryKeH2QRn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ZNCR40kwDwY9PwKR6Qvd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5d8xIHw4Jbg48ZxIQI_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bJSupdYpJ_Z_a.u3ZOQo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5A2SesgelsBFfgNXIU1I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2VEAKuKbTLEeGRm1pTdv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ZU7gIq9TRSHmnK4zU2G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6L0TePMPYOgTWWgviKww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Hx_.6ynf_Y64304muyOgA"/>
</p:tagLst>
</file>

<file path=ppt/theme/theme1.xml><?xml version="1.0" encoding="utf-8"?>
<a:theme xmlns:a="http://schemas.openxmlformats.org/drawingml/2006/main" name="ECON-Präsentationsvorlage_english">
  <a:themeElements>
    <a:clrScheme name="EO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A1C0A"/>
      </a:accent1>
      <a:accent2>
        <a:srgbClr val="B00402"/>
      </a:accent2>
      <a:accent3>
        <a:srgbClr val="5CC1CB"/>
      </a:accent3>
      <a:accent4>
        <a:srgbClr val="E3E000"/>
      </a:accent4>
      <a:accent5>
        <a:srgbClr val="C44341"/>
      </a:accent5>
      <a:accent6>
        <a:srgbClr val="85D1D8"/>
      </a:accent6>
      <a:hlink>
        <a:srgbClr val="0000FF"/>
      </a:hlink>
      <a:folHlink>
        <a:srgbClr val="800080"/>
      </a:folHlink>
    </a:clrScheme>
    <a:fontScheme name="EON Brix Sans">
      <a:majorFont>
        <a:latin typeface="EON Brix Sans Black"/>
        <a:ea typeface=""/>
        <a:cs typeface=""/>
      </a:majorFont>
      <a:minorFont>
        <a:latin typeface="EON Brix Sans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defRPr/>
        </a:defPPr>
      </a:lst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ON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1C0A"/>
        </a:accent1>
        <a:accent2>
          <a:srgbClr val="B00402"/>
        </a:accent2>
        <a:accent3>
          <a:srgbClr val="5CC1CB"/>
        </a:accent3>
        <a:accent4>
          <a:srgbClr val="E3E000"/>
        </a:accent4>
        <a:accent5>
          <a:srgbClr val="C44341"/>
        </a:accent5>
        <a:accent6>
          <a:srgbClr val="85D1D8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Bordeaux 75%">
      <a:srgbClr val="C44341"/>
    </a:custClr>
    <a:custClr name="Turquoise 75%">
      <a:srgbClr val="85D1D8"/>
    </a:custClr>
    <a:custClr name="Yellow 75%">
      <a:srgbClr val="EAE840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Bordeaux 50%">
      <a:srgbClr val="D78180"/>
    </a:custClr>
    <a:custClr name="Turquoise 50%">
      <a:srgbClr val="ADE0E5"/>
    </a:custClr>
    <a:custClr name="Yellow 50%">
      <a:srgbClr val="F1EF7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Bordeaux 25%">
      <a:srgbClr val="EBC0C0"/>
    </a:custClr>
    <a:custClr name="Turquoise 25%">
      <a:srgbClr val="D6EFF2"/>
    </a:custClr>
    <a:custClr name="Yellow 25%">
      <a:srgbClr val="F8F7BF"/>
    </a:custClr>
    <a:custClr name=" ">
      <a:srgbClr val="FFFFFF"/>
    </a:custClr>
    <a:custClr name=" ">
      <a:srgbClr val="FFFFFF"/>
    </a:custClr>
  </a:custClr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estnetz_DE_16:9">
  <a:themeElements>
    <a:clrScheme name="Benutzerdefiniert 109">
      <a:dk1>
        <a:sysClr val="windowText" lastClr="000000"/>
      </a:dk1>
      <a:lt1>
        <a:sysClr val="window" lastClr="FFFFFF"/>
      </a:lt1>
      <a:dk2>
        <a:srgbClr val="3C3732"/>
      </a:dk2>
      <a:lt2>
        <a:srgbClr val="ECEBEB"/>
      </a:lt2>
      <a:accent1>
        <a:srgbClr val="F59B00"/>
      </a:accent1>
      <a:accent2>
        <a:srgbClr val="C81E82"/>
      </a:accent2>
      <a:accent3>
        <a:srgbClr val="009BA5"/>
      </a:accent3>
      <a:accent4>
        <a:srgbClr val="143C8C"/>
      </a:accent4>
      <a:accent5>
        <a:srgbClr val="EB4B0A"/>
      </a:accent5>
      <a:accent6>
        <a:srgbClr val="780A5F"/>
      </a:accent6>
      <a:hlink>
        <a:srgbClr val="143C8C"/>
      </a:hlink>
      <a:folHlink>
        <a:srgbClr val="00AAE1"/>
      </a:folHlink>
    </a:clrScheme>
    <a:fontScheme name="Activae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64B42D"/>
        </a:solidFill>
        <a:ln cap="sq">
          <a:noFill/>
          <a:miter lim="800000"/>
        </a:ln>
      </a:spPr>
      <a:bodyPr rot="0" spcFirstLastPara="0" vertOverflow="overflow" horzOverflow="overflow" vert="horz" wrap="square" lIns="216000" tIns="201600" rIns="180000" bIns="2304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l">
          <a:spcBef>
            <a:spcPts val="600"/>
          </a:spcBef>
          <a:buFont typeface="Arial" panose="020B0604020202020204" pitchFamily="34" charset="0"/>
          <a:buNone/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33333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0" indent="0">
          <a:spcBef>
            <a:spcPts val="600"/>
          </a:spcBef>
          <a:buFont typeface="Arial" panose="020B0604020202020204" pitchFamily="34" charset="0"/>
          <a:buNone/>
          <a:defRPr sz="1600" dirty="0" err="1" smtClean="0"/>
        </a:defPPr>
      </a:lstStyle>
    </a:txDef>
  </a:objectDefaults>
  <a:extraClrSchemeLst/>
  <a:custClrLst>
    <a:custClr>
      <a:srgbClr val="FFFFFF"/>
    </a:custClr>
    <a:custClr name="Grey">
      <a:srgbClr val="3C3732"/>
    </a:custClr>
    <a:custClr name="Pulsing Purple Bright">
      <a:srgbClr val="C81E82"/>
    </a:custClr>
    <a:custClr name="Fiery Fuchsia Bright">
      <a:srgbClr val="E60055"/>
    </a:custClr>
    <a:custClr name="Radiant Red Bright">
      <a:srgbClr val="EB4B0A"/>
    </a:custClr>
    <a:custClr name="Mellow Yellow Bright">
      <a:srgbClr val="F59B00"/>
    </a:custClr>
    <a:custClr name="Galvanic Green Bright">
      <a:srgbClr val="64B42D"/>
    </a:custClr>
    <a:custClr name="Blazing Blue Bright">
      <a:srgbClr val="009BA5"/>
    </a:custClr>
    <a:custClr name="Iridescent Indigo Bright">
      <a:srgbClr val="00AAE1"/>
    </a:custClr>
    <a:custClr>
      <a:srgbClr val="FFFFFF"/>
    </a:custClr>
    <a:custClr>
      <a:srgbClr val="FFFFFF"/>
    </a:custClr>
    <a:custClr name="Grey 80%">
      <a:srgbClr val="635F5B"/>
    </a:custClr>
    <a:custClr name="Pulsing Purple Muted">
      <a:srgbClr val="780A5F"/>
    </a:custClr>
    <a:custClr name="Fiery Fuchsia Muted">
      <a:srgbClr val="A50032"/>
    </a:custClr>
    <a:custClr name="Radiant Red Muted">
      <a:srgbClr val="B9280A"/>
    </a:custClr>
    <a:custClr name="Mellow Yellow Muted">
      <a:srgbClr val="D27300"/>
    </a:custClr>
    <a:custClr name="Galvanic Green Muted">
      <a:srgbClr val="00875A"/>
    </a:custClr>
    <a:custClr name="Blazing Blue Muted">
      <a:srgbClr val="005F69"/>
    </a:custClr>
    <a:custClr name="Iridescent Indigo Muted">
      <a:srgbClr val="143C8C"/>
    </a:custClr>
    <a:custClr>
      <a:srgbClr val="FFFFFF"/>
    </a:custClr>
    <a:custClr>
      <a:srgbClr val="FFFFFF"/>
    </a:custClr>
    <a:custClr name="Grey 60%">
      <a:srgbClr val="8A8784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Grey 40%">
      <a:srgbClr val="B1AFA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Grey 20%">
      <a:srgbClr val="D8D7D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Westnetz_16zu9_PPT_DE_scr04.potx" id="{28F09F20-A0F7-48DB-B063-27870BB244D9}" vid="{E0C94C62-1D7A-49F9-8981-3D50C979EDC9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6EA56ACDE0B749894AAA4CBE37ABD2" ma:contentTypeVersion="11" ma:contentTypeDescription="Ein neues Dokument erstellen." ma:contentTypeScope="" ma:versionID="885ba4b55c39d1241992134dbe5192b9">
  <xsd:schema xmlns:xsd="http://www.w3.org/2001/XMLSchema" xmlns:xs="http://www.w3.org/2001/XMLSchema" xmlns:p="http://schemas.microsoft.com/office/2006/metadata/properties" xmlns:ns2="34375c6f-b131-430f-b256-acbc8d1c09c8" xmlns:ns3="fc6d1e43-aa48-4dcf-abbd-3ff0381bc751" targetNamespace="http://schemas.microsoft.com/office/2006/metadata/properties" ma:root="true" ma:fieldsID="77321c1d10b0b9fa43f96a2480479871" ns2:_="" ns3:_="">
    <xsd:import namespace="34375c6f-b131-430f-b256-acbc8d1c09c8"/>
    <xsd:import namespace="fc6d1e43-aa48-4dcf-abbd-3ff0381bc7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Zuletztge_x00e4_ndert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375c6f-b131-430f-b256-acbc8d1c09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Zuletztge_x00e4_ndert" ma:index="15" nillable="true" ma:displayName="Zuletzt geändert" ma:description="Zuletzt geändert" ma:format="Dropdown" ma:list="UserInfo" ma:SharePointGroup="0" ma:internalName="Zuletztge_x00e4_nder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6d1e43-aa48-4dcf-abbd-3ff0381bc75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Zuletztge_x00e4_ndert xmlns="34375c6f-b131-430f-b256-acbc8d1c09c8">
      <UserInfo>
        <DisplayName/>
        <AccountId xsi:nil="true"/>
        <AccountType/>
      </UserInfo>
    </Zuletztge_x00e4_ndert>
    <SharedWithUsers xmlns="fc6d1e43-aa48-4dcf-abbd-3ff0381bc751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6E377736-B44F-413B-A2B1-E5C47865CA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DE90EB-937E-4E0D-B234-3198762F17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375c6f-b131-430f-b256-acbc8d1c09c8"/>
    <ds:schemaRef ds:uri="fc6d1e43-aa48-4dcf-abbd-3ff0381bc7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A9955CA-372D-4BD7-ACAF-8E28518A1E60}">
  <ds:schemaRefs>
    <ds:schemaRef ds:uri="http://purl.org/dc/dcmitype/"/>
    <ds:schemaRef ds:uri="http://schemas.microsoft.com/office/infopath/2007/PartnerControls"/>
    <ds:schemaRef ds:uri="http://schemas.microsoft.com/office/2006/metadata/properties"/>
    <ds:schemaRef ds:uri="fc6d1e43-aa48-4dcf-abbd-3ff0381bc751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34375c6f-b131-430f-b256-acbc8d1c09c8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734701f-0528-41cb-8f08-1cecd0e63a61}" enabled="1" method="Privileged" siteId="{b914a242-e718-443b-a47c-6b4c649d8c0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877</Words>
  <Application>Microsoft Office PowerPoint</Application>
  <PresentationFormat>Breitbild</PresentationFormat>
  <Paragraphs>168</Paragraphs>
  <Slides>8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3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8" baseType="lpstr">
      <vt:lpstr>Arial</vt:lpstr>
      <vt:lpstr>Calibri</vt:lpstr>
      <vt:lpstr>Calibri Light</vt:lpstr>
      <vt:lpstr>EON Brix Sans</vt:lpstr>
      <vt:lpstr>EON Brix Sans Black</vt:lpstr>
      <vt:lpstr>Symbol</vt:lpstr>
      <vt:lpstr>ECON-Präsentationsvorlage_english</vt:lpstr>
      <vt:lpstr>Benutzerdefiniertes Design</vt:lpstr>
      <vt:lpstr>Westnetz_DE_16:9</vt:lpstr>
      <vt:lpstr>think-cell Folie</vt:lpstr>
      <vt:lpstr> 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Initiative MakoX –  Übersicht &amp; aktueller Stand</dc:title>
  <dc:creator>E.ON;edgar.jung@elropro.de</dc:creator>
  <cp:lastModifiedBy>Edgar Jung</cp:lastModifiedBy>
  <cp:revision>255</cp:revision>
  <cp:lastPrinted>2023-11-09T12:38:35Z</cp:lastPrinted>
  <dcterms:created xsi:type="dcterms:W3CDTF">2023-06-01T07:25:36Z</dcterms:created>
  <dcterms:modified xsi:type="dcterms:W3CDTF">2026-03-22T09:58:52Z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0x010100DA6EA56ACDE0B749894AAA4CBE37ABD2</vt:lpwstr>
  </property>
  <property fmtid="{D5CDD505-2E9C-101B-9397-08002B2CF9AE}" pid="3" name="Order">
    <vt:r8>420200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</Properties>
</file>